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hal jasim" userId="5bf210166a3d2ff8" providerId="LiveId" clId="{90FB9A54-9A0E-4355-A555-8E0E014E3B44}"/>
    <pc:docChg chg="modSld">
      <pc:chgData name="nihal jasim" userId="5bf210166a3d2ff8" providerId="LiveId" clId="{90FB9A54-9A0E-4355-A555-8E0E014E3B44}" dt="2026-01-01T15:56:19.529" v="123" actId="255"/>
      <pc:docMkLst>
        <pc:docMk/>
      </pc:docMkLst>
      <pc:sldChg chg="modSp mod">
        <pc:chgData name="nihal jasim" userId="5bf210166a3d2ff8" providerId="LiveId" clId="{90FB9A54-9A0E-4355-A555-8E0E014E3B44}" dt="2026-01-01T15:52:35.805" v="38" actId="1076"/>
        <pc:sldMkLst>
          <pc:docMk/>
          <pc:sldMk cId="0" sldId="256"/>
        </pc:sldMkLst>
        <pc:spChg chg="mod">
          <ac:chgData name="nihal jasim" userId="5bf210166a3d2ff8" providerId="LiveId" clId="{90FB9A54-9A0E-4355-A555-8E0E014E3B44}" dt="2026-01-01T15:51:38.539" v="25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nihal jasim" userId="5bf210166a3d2ff8" providerId="LiveId" clId="{90FB9A54-9A0E-4355-A555-8E0E014E3B44}" dt="2026-01-01T15:52:35.805" v="38" actId="1076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nihal jasim" userId="5bf210166a3d2ff8" providerId="LiveId" clId="{90FB9A54-9A0E-4355-A555-8E0E014E3B44}" dt="2026-01-01T15:54:25.316" v="100" actId="2711"/>
        <pc:sldMkLst>
          <pc:docMk/>
          <pc:sldMk cId="0" sldId="260"/>
        </pc:sldMkLst>
        <pc:spChg chg="mod">
          <ac:chgData name="nihal jasim" userId="5bf210166a3d2ff8" providerId="LiveId" clId="{90FB9A54-9A0E-4355-A555-8E0E014E3B44}" dt="2026-01-01T15:54:25.316" v="100" actId="2711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nihal jasim" userId="5bf210166a3d2ff8" providerId="LiveId" clId="{90FB9A54-9A0E-4355-A555-8E0E014E3B44}" dt="2026-01-01T15:56:19.529" v="123" actId="255"/>
        <pc:sldMkLst>
          <pc:docMk/>
          <pc:sldMk cId="0" sldId="267"/>
        </pc:sldMkLst>
        <pc:spChg chg="mod">
          <ac:chgData name="nihal jasim" userId="5bf210166a3d2ff8" providerId="LiveId" clId="{90FB9A54-9A0E-4355-A555-8E0E014E3B44}" dt="2026-01-01T15:56:19.529" v="123" actId="255"/>
          <ac:spMkLst>
            <pc:docMk/>
            <pc:sldMk cId="0" sldId="267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EF5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084349" y="8715438"/>
            <a:ext cx="1888489" cy="1571625"/>
          </a:xfrm>
          <a:custGeom>
            <a:avLst/>
            <a:gdLst/>
            <a:ahLst/>
            <a:cxnLst/>
            <a:rect l="l" t="t" r="r" b="b"/>
            <a:pathLst>
              <a:path w="1888490" h="1571625">
                <a:moveTo>
                  <a:pt x="746848" y="429475"/>
                </a:moveTo>
                <a:lnTo>
                  <a:pt x="740206" y="399757"/>
                </a:lnTo>
                <a:lnTo>
                  <a:pt x="720229" y="377266"/>
                </a:lnTo>
                <a:lnTo>
                  <a:pt x="686879" y="368896"/>
                </a:lnTo>
                <a:lnTo>
                  <a:pt x="640029" y="372910"/>
                </a:lnTo>
                <a:lnTo>
                  <a:pt x="595122" y="382104"/>
                </a:lnTo>
                <a:lnTo>
                  <a:pt x="552462" y="396201"/>
                </a:lnTo>
                <a:lnTo>
                  <a:pt x="512343" y="414883"/>
                </a:lnTo>
                <a:lnTo>
                  <a:pt x="475056" y="437870"/>
                </a:lnTo>
                <a:lnTo>
                  <a:pt x="440893" y="464870"/>
                </a:lnTo>
                <a:lnTo>
                  <a:pt x="410159" y="495579"/>
                </a:lnTo>
                <a:lnTo>
                  <a:pt x="383146" y="529717"/>
                </a:lnTo>
                <a:lnTo>
                  <a:pt x="360146" y="566966"/>
                </a:lnTo>
                <a:lnTo>
                  <a:pt x="341464" y="607047"/>
                </a:lnTo>
                <a:lnTo>
                  <a:pt x="327380" y="649668"/>
                </a:lnTo>
                <a:lnTo>
                  <a:pt x="318211" y="694524"/>
                </a:lnTo>
                <a:lnTo>
                  <a:pt x="314236" y="741324"/>
                </a:lnTo>
                <a:lnTo>
                  <a:pt x="322503" y="774687"/>
                </a:lnTo>
                <a:lnTo>
                  <a:pt x="344944" y="794689"/>
                </a:lnTo>
                <a:lnTo>
                  <a:pt x="374662" y="801331"/>
                </a:lnTo>
                <a:lnTo>
                  <a:pt x="404749" y="794639"/>
                </a:lnTo>
                <a:lnTo>
                  <a:pt x="428320" y="774636"/>
                </a:lnTo>
                <a:lnTo>
                  <a:pt x="438442" y="741324"/>
                </a:lnTo>
                <a:lnTo>
                  <a:pt x="444500" y="691134"/>
                </a:lnTo>
                <a:lnTo>
                  <a:pt x="459359" y="644753"/>
                </a:lnTo>
                <a:lnTo>
                  <a:pt x="482180" y="603021"/>
                </a:lnTo>
                <a:lnTo>
                  <a:pt x="512152" y="566750"/>
                </a:lnTo>
                <a:lnTo>
                  <a:pt x="548436" y="536790"/>
                </a:lnTo>
                <a:lnTo>
                  <a:pt x="590194" y="513956"/>
                </a:lnTo>
                <a:lnTo>
                  <a:pt x="636625" y="499097"/>
                </a:lnTo>
                <a:lnTo>
                  <a:pt x="686879" y="493026"/>
                </a:lnTo>
                <a:lnTo>
                  <a:pt x="720166" y="483006"/>
                </a:lnTo>
                <a:lnTo>
                  <a:pt x="740168" y="459524"/>
                </a:lnTo>
                <a:lnTo>
                  <a:pt x="746848" y="429475"/>
                </a:lnTo>
                <a:close/>
              </a:path>
              <a:path w="1888490" h="1571625">
                <a:moveTo>
                  <a:pt x="1888045" y="943317"/>
                </a:moveTo>
                <a:lnTo>
                  <a:pt x="1883079" y="846975"/>
                </a:lnTo>
                <a:lnTo>
                  <a:pt x="1878114" y="799884"/>
                </a:lnTo>
                <a:lnTo>
                  <a:pt x="1870659" y="753592"/>
                </a:lnTo>
                <a:lnTo>
                  <a:pt x="1860727" y="708152"/>
                </a:lnTo>
                <a:lnTo>
                  <a:pt x="1845818" y="663613"/>
                </a:lnTo>
                <a:lnTo>
                  <a:pt x="1816011" y="577469"/>
                </a:lnTo>
                <a:lnTo>
                  <a:pt x="1796135" y="535978"/>
                </a:lnTo>
                <a:lnTo>
                  <a:pt x="1773770" y="495604"/>
                </a:lnTo>
                <a:lnTo>
                  <a:pt x="1751418" y="456399"/>
                </a:lnTo>
                <a:lnTo>
                  <a:pt x="1726577" y="418426"/>
                </a:lnTo>
                <a:lnTo>
                  <a:pt x="1699247" y="381736"/>
                </a:lnTo>
                <a:lnTo>
                  <a:pt x="1669427" y="346379"/>
                </a:lnTo>
                <a:lnTo>
                  <a:pt x="1639620" y="312420"/>
                </a:lnTo>
                <a:lnTo>
                  <a:pt x="1607324" y="279895"/>
                </a:lnTo>
                <a:lnTo>
                  <a:pt x="1575028" y="248881"/>
                </a:lnTo>
                <a:lnTo>
                  <a:pt x="1540256" y="219405"/>
                </a:lnTo>
                <a:lnTo>
                  <a:pt x="1502981" y="191541"/>
                </a:lnTo>
                <a:lnTo>
                  <a:pt x="1465719" y="165341"/>
                </a:lnTo>
                <a:lnTo>
                  <a:pt x="1428457" y="140855"/>
                </a:lnTo>
                <a:lnTo>
                  <a:pt x="1388706" y="118135"/>
                </a:lnTo>
                <a:lnTo>
                  <a:pt x="1346479" y="97231"/>
                </a:lnTo>
                <a:lnTo>
                  <a:pt x="1304239" y="78206"/>
                </a:lnTo>
                <a:lnTo>
                  <a:pt x="1262011" y="61112"/>
                </a:lnTo>
                <a:lnTo>
                  <a:pt x="1219784" y="45999"/>
                </a:lnTo>
                <a:lnTo>
                  <a:pt x="1175054" y="32931"/>
                </a:lnTo>
                <a:lnTo>
                  <a:pt x="1130338" y="21945"/>
                </a:lnTo>
                <a:lnTo>
                  <a:pt x="1083144" y="13106"/>
                </a:lnTo>
                <a:lnTo>
                  <a:pt x="1035939" y="6464"/>
                </a:lnTo>
                <a:lnTo>
                  <a:pt x="1003642" y="3302"/>
                </a:lnTo>
                <a:lnTo>
                  <a:pt x="991222" y="2082"/>
                </a:lnTo>
                <a:lnTo>
                  <a:pt x="988745" y="1968"/>
                </a:lnTo>
                <a:lnTo>
                  <a:pt x="944016" y="0"/>
                </a:lnTo>
                <a:lnTo>
                  <a:pt x="894334" y="2120"/>
                </a:lnTo>
                <a:lnTo>
                  <a:pt x="881913" y="3289"/>
                </a:lnTo>
                <a:lnTo>
                  <a:pt x="847140" y="6553"/>
                </a:lnTo>
                <a:lnTo>
                  <a:pt x="799934" y="13220"/>
                </a:lnTo>
                <a:lnTo>
                  <a:pt x="752729" y="22085"/>
                </a:lnTo>
                <a:lnTo>
                  <a:pt x="708012" y="33096"/>
                </a:lnTo>
                <a:lnTo>
                  <a:pt x="663295" y="46189"/>
                </a:lnTo>
                <a:lnTo>
                  <a:pt x="618578" y="61315"/>
                </a:lnTo>
                <a:lnTo>
                  <a:pt x="576351" y="78422"/>
                </a:lnTo>
                <a:lnTo>
                  <a:pt x="534111" y="97447"/>
                </a:lnTo>
                <a:lnTo>
                  <a:pt x="494372" y="118351"/>
                </a:lnTo>
                <a:lnTo>
                  <a:pt x="454621" y="141071"/>
                </a:lnTo>
                <a:lnTo>
                  <a:pt x="417360" y="165557"/>
                </a:lnTo>
                <a:lnTo>
                  <a:pt x="380085" y="191757"/>
                </a:lnTo>
                <a:lnTo>
                  <a:pt x="345313" y="219621"/>
                </a:lnTo>
                <a:lnTo>
                  <a:pt x="310527" y="249072"/>
                </a:lnTo>
                <a:lnTo>
                  <a:pt x="278231" y="280085"/>
                </a:lnTo>
                <a:lnTo>
                  <a:pt x="248424" y="312597"/>
                </a:lnTo>
                <a:lnTo>
                  <a:pt x="218617" y="346544"/>
                </a:lnTo>
                <a:lnTo>
                  <a:pt x="191287" y="381876"/>
                </a:lnTo>
                <a:lnTo>
                  <a:pt x="163957" y="418553"/>
                </a:lnTo>
                <a:lnTo>
                  <a:pt x="139115" y="456514"/>
                </a:lnTo>
                <a:lnTo>
                  <a:pt x="116751" y="495706"/>
                </a:lnTo>
                <a:lnTo>
                  <a:pt x="96875" y="536067"/>
                </a:lnTo>
                <a:lnTo>
                  <a:pt x="77012" y="577545"/>
                </a:lnTo>
                <a:lnTo>
                  <a:pt x="59613" y="620090"/>
                </a:lnTo>
                <a:lnTo>
                  <a:pt x="44716" y="663651"/>
                </a:lnTo>
                <a:lnTo>
                  <a:pt x="19862" y="753605"/>
                </a:lnTo>
                <a:lnTo>
                  <a:pt x="4965" y="846975"/>
                </a:lnTo>
                <a:lnTo>
                  <a:pt x="0" y="894803"/>
                </a:lnTo>
                <a:lnTo>
                  <a:pt x="0" y="991857"/>
                </a:lnTo>
                <a:lnTo>
                  <a:pt x="2476" y="1039685"/>
                </a:lnTo>
                <a:lnTo>
                  <a:pt x="7442" y="1086777"/>
                </a:lnTo>
                <a:lnTo>
                  <a:pt x="14897" y="1133081"/>
                </a:lnTo>
                <a:lnTo>
                  <a:pt x="24841" y="1178521"/>
                </a:lnTo>
                <a:lnTo>
                  <a:pt x="54648" y="1266634"/>
                </a:lnTo>
                <a:lnTo>
                  <a:pt x="72034" y="1309192"/>
                </a:lnTo>
                <a:lnTo>
                  <a:pt x="89433" y="1350683"/>
                </a:lnTo>
                <a:lnTo>
                  <a:pt x="111785" y="1391056"/>
                </a:lnTo>
                <a:lnTo>
                  <a:pt x="134150" y="1430261"/>
                </a:lnTo>
                <a:lnTo>
                  <a:pt x="158991" y="1468234"/>
                </a:lnTo>
                <a:lnTo>
                  <a:pt x="186321" y="1504911"/>
                </a:lnTo>
                <a:lnTo>
                  <a:pt x="216128" y="1540268"/>
                </a:lnTo>
                <a:lnTo>
                  <a:pt x="243611" y="1571561"/>
                </a:lnTo>
                <a:lnTo>
                  <a:pt x="419671" y="1571561"/>
                </a:lnTo>
                <a:lnTo>
                  <a:pt x="397484" y="1552651"/>
                </a:lnTo>
                <a:lnTo>
                  <a:pt x="365188" y="1521193"/>
                </a:lnTo>
                <a:lnTo>
                  <a:pt x="335368" y="1488008"/>
                </a:lnTo>
                <a:lnTo>
                  <a:pt x="305562" y="1453210"/>
                </a:lnTo>
                <a:lnTo>
                  <a:pt x="278231" y="1416888"/>
                </a:lnTo>
                <a:lnTo>
                  <a:pt x="253390" y="1379118"/>
                </a:lnTo>
                <a:lnTo>
                  <a:pt x="231038" y="1340015"/>
                </a:lnTo>
                <a:lnTo>
                  <a:pt x="211162" y="1299667"/>
                </a:lnTo>
                <a:lnTo>
                  <a:pt x="191287" y="1258163"/>
                </a:lnTo>
                <a:lnTo>
                  <a:pt x="173888" y="1215605"/>
                </a:lnTo>
                <a:lnTo>
                  <a:pt x="158991" y="1172083"/>
                </a:lnTo>
                <a:lnTo>
                  <a:pt x="146570" y="1127696"/>
                </a:lnTo>
                <a:lnTo>
                  <a:pt x="136626" y="1082522"/>
                </a:lnTo>
                <a:lnTo>
                  <a:pt x="129171" y="1036675"/>
                </a:lnTo>
                <a:lnTo>
                  <a:pt x="124206" y="990244"/>
                </a:lnTo>
                <a:lnTo>
                  <a:pt x="124206" y="895134"/>
                </a:lnTo>
                <a:lnTo>
                  <a:pt x="126695" y="847750"/>
                </a:lnTo>
                <a:lnTo>
                  <a:pt x="141605" y="755662"/>
                </a:lnTo>
                <a:lnTo>
                  <a:pt x="154025" y="711098"/>
                </a:lnTo>
                <a:lnTo>
                  <a:pt x="168922" y="667613"/>
                </a:lnTo>
                <a:lnTo>
                  <a:pt x="186321" y="625284"/>
                </a:lnTo>
                <a:lnTo>
                  <a:pt x="203708" y="584161"/>
                </a:lnTo>
                <a:lnTo>
                  <a:pt x="226060" y="544334"/>
                </a:lnTo>
                <a:lnTo>
                  <a:pt x="250901" y="505866"/>
                </a:lnTo>
                <a:lnTo>
                  <a:pt x="275755" y="468807"/>
                </a:lnTo>
                <a:lnTo>
                  <a:pt x="303072" y="433260"/>
                </a:lnTo>
                <a:lnTo>
                  <a:pt x="332892" y="399262"/>
                </a:lnTo>
                <a:lnTo>
                  <a:pt x="365188" y="366915"/>
                </a:lnTo>
                <a:lnTo>
                  <a:pt x="397484" y="336257"/>
                </a:lnTo>
                <a:lnTo>
                  <a:pt x="432257" y="307365"/>
                </a:lnTo>
                <a:lnTo>
                  <a:pt x="469519" y="280327"/>
                </a:lnTo>
                <a:lnTo>
                  <a:pt x="506793" y="255193"/>
                </a:lnTo>
                <a:lnTo>
                  <a:pt x="546531" y="232041"/>
                </a:lnTo>
                <a:lnTo>
                  <a:pt x="586282" y="210934"/>
                </a:lnTo>
                <a:lnTo>
                  <a:pt x="628523" y="191947"/>
                </a:lnTo>
                <a:lnTo>
                  <a:pt x="670750" y="175145"/>
                </a:lnTo>
                <a:lnTo>
                  <a:pt x="712978" y="160591"/>
                </a:lnTo>
                <a:lnTo>
                  <a:pt x="757707" y="148374"/>
                </a:lnTo>
                <a:lnTo>
                  <a:pt x="802424" y="138544"/>
                </a:lnTo>
                <a:lnTo>
                  <a:pt x="849617" y="131191"/>
                </a:lnTo>
                <a:lnTo>
                  <a:pt x="896823" y="126352"/>
                </a:lnTo>
                <a:lnTo>
                  <a:pt x="944016" y="124129"/>
                </a:lnTo>
                <a:lnTo>
                  <a:pt x="991222" y="126377"/>
                </a:lnTo>
                <a:lnTo>
                  <a:pt x="1038428" y="131229"/>
                </a:lnTo>
                <a:lnTo>
                  <a:pt x="1085621" y="138607"/>
                </a:lnTo>
                <a:lnTo>
                  <a:pt x="1130338" y="148450"/>
                </a:lnTo>
                <a:lnTo>
                  <a:pt x="1175054" y="160680"/>
                </a:lnTo>
                <a:lnTo>
                  <a:pt x="1219784" y="175247"/>
                </a:lnTo>
                <a:lnTo>
                  <a:pt x="1262011" y="192049"/>
                </a:lnTo>
                <a:lnTo>
                  <a:pt x="1301762" y="211035"/>
                </a:lnTo>
                <a:lnTo>
                  <a:pt x="1341513" y="232156"/>
                </a:lnTo>
                <a:lnTo>
                  <a:pt x="1381252" y="255308"/>
                </a:lnTo>
                <a:lnTo>
                  <a:pt x="1418526" y="280441"/>
                </a:lnTo>
                <a:lnTo>
                  <a:pt x="1453299" y="307479"/>
                </a:lnTo>
                <a:lnTo>
                  <a:pt x="1488084" y="336359"/>
                </a:lnTo>
                <a:lnTo>
                  <a:pt x="1520380" y="367004"/>
                </a:lnTo>
                <a:lnTo>
                  <a:pt x="1550187" y="399351"/>
                </a:lnTo>
                <a:lnTo>
                  <a:pt x="1579994" y="433336"/>
                </a:lnTo>
                <a:lnTo>
                  <a:pt x="1607324" y="468884"/>
                </a:lnTo>
                <a:lnTo>
                  <a:pt x="1632165" y="505929"/>
                </a:lnTo>
                <a:lnTo>
                  <a:pt x="1654530" y="544385"/>
                </a:lnTo>
                <a:lnTo>
                  <a:pt x="1674406" y="584212"/>
                </a:lnTo>
                <a:lnTo>
                  <a:pt x="1694281" y="625322"/>
                </a:lnTo>
                <a:lnTo>
                  <a:pt x="1711667" y="667651"/>
                </a:lnTo>
                <a:lnTo>
                  <a:pt x="1726577" y="711123"/>
                </a:lnTo>
                <a:lnTo>
                  <a:pt x="1738998" y="755675"/>
                </a:lnTo>
                <a:lnTo>
                  <a:pt x="1748929" y="801243"/>
                </a:lnTo>
                <a:lnTo>
                  <a:pt x="1756384" y="847750"/>
                </a:lnTo>
                <a:lnTo>
                  <a:pt x="1761350" y="895134"/>
                </a:lnTo>
                <a:lnTo>
                  <a:pt x="1763839" y="943317"/>
                </a:lnTo>
                <a:lnTo>
                  <a:pt x="1758873" y="1038872"/>
                </a:lnTo>
                <a:lnTo>
                  <a:pt x="1743964" y="1130935"/>
                </a:lnTo>
                <a:lnTo>
                  <a:pt x="1731543" y="1175499"/>
                </a:lnTo>
                <a:lnTo>
                  <a:pt x="1716633" y="1218971"/>
                </a:lnTo>
                <a:lnTo>
                  <a:pt x="1699247" y="1261300"/>
                </a:lnTo>
                <a:lnTo>
                  <a:pt x="1681861" y="1302410"/>
                </a:lnTo>
                <a:lnTo>
                  <a:pt x="1659496" y="1342237"/>
                </a:lnTo>
                <a:lnTo>
                  <a:pt x="1634655" y="1380718"/>
                </a:lnTo>
                <a:lnTo>
                  <a:pt x="1609813" y="1417764"/>
                </a:lnTo>
                <a:lnTo>
                  <a:pt x="1582483" y="1453311"/>
                </a:lnTo>
                <a:lnTo>
                  <a:pt x="1552676" y="1487309"/>
                </a:lnTo>
                <a:lnTo>
                  <a:pt x="1520380" y="1519669"/>
                </a:lnTo>
                <a:lnTo>
                  <a:pt x="1488084" y="1550327"/>
                </a:lnTo>
                <a:lnTo>
                  <a:pt x="1462506" y="1571561"/>
                </a:lnTo>
                <a:lnTo>
                  <a:pt x="1640243" y="1571561"/>
                </a:lnTo>
                <a:lnTo>
                  <a:pt x="1666951" y="1540408"/>
                </a:lnTo>
                <a:lnTo>
                  <a:pt x="1694281" y="1504264"/>
                </a:lnTo>
                <a:lnTo>
                  <a:pt x="1721599" y="1466824"/>
                </a:lnTo>
                <a:lnTo>
                  <a:pt x="1746440" y="1428165"/>
                </a:lnTo>
                <a:lnTo>
                  <a:pt x="1768805" y="1388364"/>
                </a:lnTo>
                <a:lnTo>
                  <a:pt x="1788680" y="1347482"/>
                </a:lnTo>
                <a:lnTo>
                  <a:pt x="1808556" y="1305610"/>
                </a:lnTo>
                <a:lnTo>
                  <a:pt x="1825942" y="1262799"/>
                </a:lnTo>
                <a:lnTo>
                  <a:pt x="1840852" y="1219149"/>
                </a:lnTo>
                <a:lnTo>
                  <a:pt x="1865693" y="1129550"/>
                </a:lnTo>
                <a:lnTo>
                  <a:pt x="1880603" y="1037412"/>
                </a:lnTo>
                <a:lnTo>
                  <a:pt x="1885569" y="990574"/>
                </a:lnTo>
                <a:lnTo>
                  <a:pt x="1888045" y="943317"/>
                </a:lnTo>
                <a:close/>
              </a:path>
            </a:pathLst>
          </a:custGeom>
          <a:solidFill>
            <a:srgbClr val="AAC7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8227589" y="9051374"/>
            <a:ext cx="60960" cy="374015"/>
          </a:xfrm>
          <a:custGeom>
            <a:avLst/>
            <a:gdLst/>
            <a:ahLst/>
            <a:cxnLst/>
            <a:rect l="l" t="t" r="r" b="b"/>
            <a:pathLst>
              <a:path w="60959" h="374015">
                <a:moveTo>
                  <a:pt x="60407" y="0"/>
                </a:moveTo>
                <a:lnTo>
                  <a:pt x="60407" y="373540"/>
                </a:lnTo>
                <a:lnTo>
                  <a:pt x="51311" y="362316"/>
                </a:lnTo>
                <a:lnTo>
                  <a:pt x="28012" y="322698"/>
                </a:lnTo>
                <a:lnTo>
                  <a:pt x="11169" y="279534"/>
                </a:lnTo>
                <a:lnTo>
                  <a:pt x="1568" y="233156"/>
                </a:lnTo>
                <a:lnTo>
                  <a:pt x="0" y="183893"/>
                </a:lnTo>
                <a:lnTo>
                  <a:pt x="5706" y="134552"/>
                </a:lnTo>
                <a:lnTo>
                  <a:pt x="17196" y="88160"/>
                </a:lnTo>
                <a:lnTo>
                  <a:pt x="34154" y="45031"/>
                </a:lnTo>
                <a:lnTo>
                  <a:pt x="56266" y="5479"/>
                </a:lnTo>
                <a:lnTo>
                  <a:pt x="60407" y="0"/>
                </a:lnTo>
                <a:close/>
              </a:path>
            </a:pathLst>
          </a:custGeom>
          <a:solidFill>
            <a:srgbClr val="AAC7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7778920" y="3460800"/>
            <a:ext cx="509270" cy="1664335"/>
          </a:xfrm>
          <a:custGeom>
            <a:avLst/>
            <a:gdLst/>
            <a:ahLst/>
            <a:cxnLst/>
            <a:rect l="l" t="t" r="r" b="b"/>
            <a:pathLst>
              <a:path w="509269" h="1664335">
                <a:moveTo>
                  <a:pt x="509066" y="306451"/>
                </a:moveTo>
                <a:lnTo>
                  <a:pt x="475183" y="327355"/>
                </a:lnTo>
                <a:lnTo>
                  <a:pt x="441032" y="354342"/>
                </a:lnTo>
                <a:lnTo>
                  <a:pt x="410298" y="385051"/>
                </a:lnTo>
                <a:lnTo>
                  <a:pt x="383286" y="419176"/>
                </a:lnTo>
                <a:lnTo>
                  <a:pt x="360273" y="456425"/>
                </a:lnTo>
                <a:lnTo>
                  <a:pt x="341579" y="496506"/>
                </a:lnTo>
                <a:lnTo>
                  <a:pt x="327482" y="539115"/>
                </a:lnTo>
                <a:lnTo>
                  <a:pt x="318274" y="583958"/>
                </a:lnTo>
                <a:lnTo>
                  <a:pt x="314261" y="630758"/>
                </a:lnTo>
                <a:lnTo>
                  <a:pt x="322529" y="664146"/>
                </a:lnTo>
                <a:lnTo>
                  <a:pt x="344982" y="684149"/>
                </a:lnTo>
                <a:lnTo>
                  <a:pt x="374688" y="690803"/>
                </a:lnTo>
                <a:lnTo>
                  <a:pt x="404787" y="684098"/>
                </a:lnTo>
                <a:lnTo>
                  <a:pt x="428345" y="664083"/>
                </a:lnTo>
                <a:lnTo>
                  <a:pt x="438480" y="630758"/>
                </a:lnTo>
                <a:lnTo>
                  <a:pt x="444550" y="580542"/>
                </a:lnTo>
                <a:lnTo>
                  <a:pt x="459409" y="534149"/>
                </a:lnTo>
                <a:lnTo>
                  <a:pt x="482231" y="492417"/>
                </a:lnTo>
                <a:lnTo>
                  <a:pt x="509066" y="459955"/>
                </a:lnTo>
                <a:lnTo>
                  <a:pt x="509066" y="306451"/>
                </a:lnTo>
                <a:close/>
              </a:path>
              <a:path w="509269" h="1664335">
                <a:moveTo>
                  <a:pt x="509066" y="0"/>
                </a:moveTo>
                <a:lnTo>
                  <a:pt x="454621" y="30441"/>
                </a:lnTo>
                <a:lnTo>
                  <a:pt x="417360" y="54940"/>
                </a:lnTo>
                <a:lnTo>
                  <a:pt x="380098" y="81140"/>
                </a:lnTo>
                <a:lnTo>
                  <a:pt x="345313" y="108991"/>
                </a:lnTo>
                <a:lnTo>
                  <a:pt x="310540" y="138455"/>
                </a:lnTo>
                <a:lnTo>
                  <a:pt x="278244" y="169481"/>
                </a:lnTo>
                <a:lnTo>
                  <a:pt x="248424" y="201993"/>
                </a:lnTo>
                <a:lnTo>
                  <a:pt x="218617" y="235953"/>
                </a:lnTo>
                <a:lnTo>
                  <a:pt x="191287" y="271297"/>
                </a:lnTo>
                <a:lnTo>
                  <a:pt x="163969" y="307975"/>
                </a:lnTo>
                <a:lnTo>
                  <a:pt x="139115" y="345948"/>
                </a:lnTo>
                <a:lnTo>
                  <a:pt x="124218" y="372071"/>
                </a:lnTo>
                <a:lnTo>
                  <a:pt x="116763" y="385140"/>
                </a:lnTo>
                <a:lnTo>
                  <a:pt x="96888" y="425513"/>
                </a:lnTo>
                <a:lnTo>
                  <a:pt x="77012" y="467004"/>
                </a:lnTo>
                <a:lnTo>
                  <a:pt x="59626" y="509562"/>
                </a:lnTo>
                <a:lnTo>
                  <a:pt x="44716" y="553123"/>
                </a:lnTo>
                <a:lnTo>
                  <a:pt x="19875" y="643089"/>
                </a:lnTo>
                <a:lnTo>
                  <a:pt x="4965" y="736473"/>
                </a:lnTo>
                <a:lnTo>
                  <a:pt x="0" y="784301"/>
                </a:lnTo>
                <a:lnTo>
                  <a:pt x="0" y="881354"/>
                </a:lnTo>
                <a:lnTo>
                  <a:pt x="2489" y="929182"/>
                </a:lnTo>
                <a:lnTo>
                  <a:pt x="7454" y="976274"/>
                </a:lnTo>
                <a:lnTo>
                  <a:pt x="14909" y="1022565"/>
                </a:lnTo>
                <a:lnTo>
                  <a:pt x="39751" y="1112545"/>
                </a:lnTo>
                <a:lnTo>
                  <a:pt x="54660" y="1156131"/>
                </a:lnTo>
                <a:lnTo>
                  <a:pt x="72047" y="1198689"/>
                </a:lnTo>
                <a:lnTo>
                  <a:pt x="89433" y="1240193"/>
                </a:lnTo>
                <a:lnTo>
                  <a:pt x="111798" y="1280566"/>
                </a:lnTo>
                <a:lnTo>
                  <a:pt x="134150" y="1319771"/>
                </a:lnTo>
                <a:lnTo>
                  <a:pt x="158991" y="1357744"/>
                </a:lnTo>
                <a:lnTo>
                  <a:pt x="186321" y="1394434"/>
                </a:lnTo>
                <a:lnTo>
                  <a:pt x="216128" y="1429791"/>
                </a:lnTo>
                <a:lnTo>
                  <a:pt x="245948" y="1463751"/>
                </a:lnTo>
                <a:lnTo>
                  <a:pt x="278244" y="1496275"/>
                </a:lnTo>
                <a:lnTo>
                  <a:pt x="310540" y="1527302"/>
                </a:lnTo>
                <a:lnTo>
                  <a:pt x="345313" y="1556766"/>
                </a:lnTo>
                <a:lnTo>
                  <a:pt x="382587" y="1584629"/>
                </a:lnTo>
                <a:lnTo>
                  <a:pt x="419849" y="1610829"/>
                </a:lnTo>
                <a:lnTo>
                  <a:pt x="457111" y="1635328"/>
                </a:lnTo>
                <a:lnTo>
                  <a:pt x="496862" y="1658048"/>
                </a:lnTo>
                <a:lnTo>
                  <a:pt x="509066" y="1664093"/>
                </a:lnTo>
                <a:lnTo>
                  <a:pt x="509066" y="1528102"/>
                </a:lnTo>
                <a:lnTo>
                  <a:pt x="504317" y="1525270"/>
                </a:lnTo>
                <a:lnTo>
                  <a:pt x="467042" y="1499527"/>
                </a:lnTo>
                <a:lnTo>
                  <a:pt x="432269" y="1471777"/>
                </a:lnTo>
                <a:lnTo>
                  <a:pt x="397484" y="1442123"/>
                </a:lnTo>
                <a:lnTo>
                  <a:pt x="365188" y="1410665"/>
                </a:lnTo>
                <a:lnTo>
                  <a:pt x="335381" y="1377480"/>
                </a:lnTo>
                <a:lnTo>
                  <a:pt x="305574" y="1342682"/>
                </a:lnTo>
                <a:lnTo>
                  <a:pt x="278244" y="1306347"/>
                </a:lnTo>
                <a:lnTo>
                  <a:pt x="253403" y="1268590"/>
                </a:lnTo>
                <a:lnTo>
                  <a:pt x="231038" y="1229487"/>
                </a:lnTo>
                <a:lnTo>
                  <a:pt x="211162" y="1189139"/>
                </a:lnTo>
                <a:lnTo>
                  <a:pt x="191287" y="1147635"/>
                </a:lnTo>
                <a:lnTo>
                  <a:pt x="173901" y="1105077"/>
                </a:lnTo>
                <a:lnTo>
                  <a:pt x="158991" y="1061554"/>
                </a:lnTo>
                <a:lnTo>
                  <a:pt x="146570" y="1017168"/>
                </a:lnTo>
                <a:lnTo>
                  <a:pt x="136639" y="972007"/>
                </a:lnTo>
                <a:lnTo>
                  <a:pt x="129184" y="926172"/>
                </a:lnTo>
                <a:lnTo>
                  <a:pt x="124218" y="879741"/>
                </a:lnTo>
                <a:lnTo>
                  <a:pt x="124218" y="784669"/>
                </a:lnTo>
                <a:lnTo>
                  <a:pt x="126695" y="737298"/>
                </a:lnTo>
                <a:lnTo>
                  <a:pt x="141605" y="645236"/>
                </a:lnTo>
                <a:lnTo>
                  <a:pt x="154025" y="600684"/>
                </a:lnTo>
                <a:lnTo>
                  <a:pt x="168935" y="557212"/>
                </a:lnTo>
                <a:lnTo>
                  <a:pt x="186321" y="514883"/>
                </a:lnTo>
                <a:lnTo>
                  <a:pt x="203708" y="473760"/>
                </a:lnTo>
                <a:lnTo>
                  <a:pt x="226072" y="433933"/>
                </a:lnTo>
                <a:lnTo>
                  <a:pt x="250913" y="395465"/>
                </a:lnTo>
                <a:lnTo>
                  <a:pt x="275755" y="358406"/>
                </a:lnTo>
                <a:lnTo>
                  <a:pt x="303085" y="322846"/>
                </a:lnTo>
                <a:lnTo>
                  <a:pt x="332892" y="288848"/>
                </a:lnTo>
                <a:lnTo>
                  <a:pt x="365188" y="256489"/>
                </a:lnTo>
                <a:lnTo>
                  <a:pt x="397484" y="225818"/>
                </a:lnTo>
                <a:lnTo>
                  <a:pt x="432269" y="196926"/>
                </a:lnTo>
                <a:lnTo>
                  <a:pt x="469531" y="169875"/>
                </a:lnTo>
                <a:lnTo>
                  <a:pt x="506793" y="144741"/>
                </a:lnTo>
                <a:lnTo>
                  <a:pt x="509066" y="143408"/>
                </a:lnTo>
                <a:lnTo>
                  <a:pt x="509066" y="0"/>
                </a:lnTo>
                <a:close/>
              </a:path>
            </a:pathLst>
          </a:custGeom>
          <a:solidFill>
            <a:srgbClr val="AAC7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4872907" y="6936244"/>
            <a:ext cx="1176020" cy="1174750"/>
          </a:xfrm>
          <a:custGeom>
            <a:avLst/>
            <a:gdLst/>
            <a:ahLst/>
            <a:cxnLst/>
            <a:rect l="l" t="t" r="r" b="b"/>
            <a:pathLst>
              <a:path w="1176019" h="1174750">
                <a:moveTo>
                  <a:pt x="494499" y="280327"/>
                </a:moveTo>
                <a:lnTo>
                  <a:pt x="487857" y="250634"/>
                </a:lnTo>
                <a:lnTo>
                  <a:pt x="467842" y="228206"/>
                </a:lnTo>
                <a:lnTo>
                  <a:pt x="434454" y="219938"/>
                </a:lnTo>
                <a:lnTo>
                  <a:pt x="384606" y="225933"/>
                </a:lnTo>
                <a:lnTo>
                  <a:pt x="338493" y="240741"/>
                </a:lnTo>
                <a:lnTo>
                  <a:pt x="296951" y="263499"/>
                </a:lnTo>
                <a:lnTo>
                  <a:pt x="260819" y="293370"/>
                </a:lnTo>
                <a:lnTo>
                  <a:pt x="230949" y="329488"/>
                </a:lnTo>
                <a:lnTo>
                  <a:pt x="208178" y="371030"/>
                </a:lnTo>
                <a:lnTo>
                  <a:pt x="193344" y="417131"/>
                </a:lnTo>
                <a:lnTo>
                  <a:pt x="187286" y="466953"/>
                </a:lnTo>
                <a:lnTo>
                  <a:pt x="195554" y="500240"/>
                </a:lnTo>
                <a:lnTo>
                  <a:pt x="218008" y="520192"/>
                </a:lnTo>
                <a:lnTo>
                  <a:pt x="247726" y="526808"/>
                </a:lnTo>
                <a:lnTo>
                  <a:pt x="277812" y="520128"/>
                </a:lnTo>
                <a:lnTo>
                  <a:pt x="301371" y="500176"/>
                </a:lnTo>
                <a:lnTo>
                  <a:pt x="311505" y="466953"/>
                </a:lnTo>
                <a:lnTo>
                  <a:pt x="321805" y="418985"/>
                </a:lnTo>
                <a:lnTo>
                  <a:pt x="347903" y="380377"/>
                </a:lnTo>
                <a:lnTo>
                  <a:pt x="386537" y="354330"/>
                </a:lnTo>
                <a:lnTo>
                  <a:pt x="434454" y="344068"/>
                </a:lnTo>
                <a:lnTo>
                  <a:pt x="467791" y="333946"/>
                </a:lnTo>
                <a:lnTo>
                  <a:pt x="487807" y="310400"/>
                </a:lnTo>
                <a:lnTo>
                  <a:pt x="494499" y="280327"/>
                </a:lnTo>
                <a:close/>
              </a:path>
              <a:path w="1176019" h="1174750">
                <a:moveTo>
                  <a:pt x="1175461" y="587108"/>
                </a:moveTo>
                <a:lnTo>
                  <a:pt x="1174851" y="538619"/>
                </a:lnTo>
                <a:lnTo>
                  <a:pt x="1170000" y="491426"/>
                </a:lnTo>
                <a:lnTo>
                  <a:pt x="1161084" y="445630"/>
                </a:lnTo>
                <a:lnTo>
                  <a:pt x="1148321" y="401358"/>
                </a:lnTo>
                <a:lnTo>
                  <a:pt x="1131925" y="358736"/>
                </a:lnTo>
                <a:lnTo>
                  <a:pt x="1112088" y="317868"/>
                </a:lnTo>
                <a:lnTo>
                  <a:pt x="1089012" y="278904"/>
                </a:lnTo>
                <a:lnTo>
                  <a:pt x="1062913" y="241960"/>
                </a:lnTo>
                <a:lnTo>
                  <a:pt x="1051255" y="227914"/>
                </a:lnTo>
                <a:lnTo>
                  <a:pt x="1051255" y="587108"/>
                </a:lnTo>
                <a:lnTo>
                  <a:pt x="1050124" y="634885"/>
                </a:lnTo>
                <a:lnTo>
                  <a:pt x="1043838" y="681024"/>
                </a:lnTo>
                <a:lnTo>
                  <a:pt x="1032687" y="725322"/>
                </a:lnTo>
                <a:lnTo>
                  <a:pt x="1016990" y="767600"/>
                </a:lnTo>
                <a:lnTo>
                  <a:pt x="997064" y="807681"/>
                </a:lnTo>
                <a:lnTo>
                  <a:pt x="973213" y="845362"/>
                </a:lnTo>
                <a:lnTo>
                  <a:pt x="945756" y="880478"/>
                </a:lnTo>
                <a:lnTo>
                  <a:pt x="915009" y="912837"/>
                </a:lnTo>
                <a:lnTo>
                  <a:pt x="881265" y="942251"/>
                </a:lnTo>
                <a:lnTo>
                  <a:pt x="844867" y="968552"/>
                </a:lnTo>
                <a:lnTo>
                  <a:pt x="806094" y="991527"/>
                </a:lnTo>
                <a:lnTo>
                  <a:pt x="765276" y="1011021"/>
                </a:lnTo>
                <a:lnTo>
                  <a:pt x="722731" y="1026820"/>
                </a:lnTo>
                <a:lnTo>
                  <a:pt x="678751" y="1038771"/>
                </a:lnTo>
                <a:lnTo>
                  <a:pt x="633666" y="1046670"/>
                </a:lnTo>
                <a:lnTo>
                  <a:pt x="587781" y="1050340"/>
                </a:lnTo>
                <a:lnTo>
                  <a:pt x="539991" y="1049235"/>
                </a:lnTo>
                <a:lnTo>
                  <a:pt x="493852" y="1042962"/>
                </a:lnTo>
                <a:lnTo>
                  <a:pt x="449541" y="1031824"/>
                </a:lnTo>
                <a:lnTo>
                  <a:pt x="407238" y="1016152"/>
                </a:lnTo>
                <a:lnTo>
                  <a:pt x="367144" y="996238"/>
                </a:lnTo>
                <a:lnTo>
                  <a:pt x="329425" y="972413"/>
                </a:lnTo>
                <a:lnTo>
                  <a:pt x="294259" y="944943"/>
                </a:lnTo>
                <a:lnTo>
                  <a:pt x="261886" y="914234"/>
                </a:lnTo>
                <a:lnTo>
                  <a:pt x="232435" y="880516"/>
                </a:lnTo>
                <a:lnTo>
                  <a:pt x="206121" y="844118"/>
                </a:lnTo>
                <a:lnTo>
                  <a:pt x="183108" y="805370"/>
                </a:lnTo>
                <a:lnTo>
                  <a:pt x="163588" y="764565"/>
                </a:lnTo>
                <a:lnTo>
                  <a:pt x="147764" y="722020"/>
                </a:lnTo>
                <a:lnTo>
                  <a:pt x="135801" y="678065"/>
                </a:lnTo>
                <a:lnTo>
                  <a:pt x="127889" y="632980"/>
                </a:lnTo>
                <a:lnTo>
                  <a:pt x="124218" y="587108"/>
                </a:lnTo>
                <a:lnTo>
                  <a:pt x="125336" y="539407"/>
                </a:lnTo>
                <a:lnTo>
                  <a:pt x="131635" y="493344"/>
                </a:lnTo>
                <a:lnTo>
                  <a:pt x="142786" y="449097"/>
                </a:lnTo>
                <a:lnTo>
                  <a:pt x="158496" y="406857"/>
                </a:lnTo>
                <a:lnTo>
                  <a:pt x="178422" y="366814"/>
                </a:lnTo>
                <a:lnTo>
                  <a:pt x="202285" y="329145"/>
                </a:lnTo>
                <a:lnTo>
                  <a:pt x="229743" y="294030"/>
                </a:lnTo>
                <a:lnTo>
                  <a:pt x="260515" y="261683"/>
                </a:lnTo>
                <a:lnTo>
                  <a:pt x="294259" y="232257"/>
                </a:lnTo>
                <a:lnTo>
                  <a:pt x="330669" y="205955"/>
                </a:lnTo>
                <a:lnTo>
                  <a:pt x="369443" y="182968"/>
                </a:lnTo>
                <a:lnTo>
                  <a:pt x="410273" y="163474"/>
                </a:lnTo>
                <a:lnTo>
                  <a:pt x="452831" y="147650"/>
                </a:lnTo>
                <a:lnTo>
                  <a:pt x="496811" y="135699"/>
                </a:lnTo>
                <a:lnTo>
                  <a:pt x="541896" y="127787"/>
                </a:lnTo>
                <a:lnTo>
                  <a:pt x="587781" y="124117"/>
                </a:lnTo>
                <a:lnTo>
                  <a:pt x="635558" y="127825"/>
                </a:lnTo>
                <a:lnTo>
                  <a:pt x="636295" y="127952"/>
                </a:lnTo>
                <a:lnTo>
                  <a:pt x="681685" y="135750"/>
                </a:lnTo>
                <a:lnTo>
                  <a:pt x="725982" y="147726"/>
                </a:lnTo>
                <a:lnTo>
                  <a:pt x="768248" y="163537"/>
                </a:lnTo>
                <a:lnTo>
                  <a:pt x="808316" y="183032"/>
                </a:lnTo>
                <a:lnTo>
                  <a:pt x="846010" y="206006"/>
                </a:lnTo>
                <a:lnTo>
                  <a:pt x="881113" y="232283"/>
                </a:lnTo>
                <a:lnTo>
                  <a:pt x="913472" y="261683"/>
                </a:lnTo>
                <a:lnTo>
                  <a:pt x="942898" y="294017"/>
                </a:lnTo>
                <a:lnTo>
                  <a:pt x="969200" y="329095"/>
                </a:lnTo>
                <a:lnTo>
                  <a:pt x="992212" y="366750"/>
                </a:lnTo>
                <a:lnTo>
                  <a:pt x="1011720" y="406781"/>
                </a:lnTo>
                <a:lnTo>
                  <a:pt x="1027569" y="449021"/>
                </a:lnTo>
                <a:lnTo>
                  <a:pt x="1039558" y="493280"/>
                </a:lnTo>
                <a:lnTo>
                  <a:pt x="1047508" y="539369"/>
                </a:lnTo>
                <a:lnTo>
                  <a:pt x="1051255" y="587108"/>
                </a:lnTo>
                <a:lnTo>
                  <a:pt x="1051255" y="227914"/>
                </a:lnTo>
                <a:lnTo>
                  <a:pt x="1002449" y="174574"/>
                </a:lnTo>
                <a:lnTo>
                  <a:pt x="968476" y="144399"/>
                </a:lnTo>
                <a:lnTo>
                  <a:pt x="932307" y="116713"/>
                </a:lnTo>
                <a:lnTo>
                  <a:pt x="894130" y="91655"/>
                </a:lnTo>
                <a:lnTo>
                  <a:pt x="854138" y="69354"/>
                </a:lnTo>
                <a:lnTo>
                  <a:pt x="812558" y="49911"/>
                </a:lnTo>
                <a:lnTo>
                  <a:pt x="769569" y="33451"/>
                </a:lnTo>
                <a:lnTo>
                  <a:pt x="725398" y="20116"/>
                </a:lnTo>
                <a:lnTo>
                  <a:pt x="680237" y="10007"/>
                </a:lnTo>
                <a:lnTo>
                  <a:pt x="647763" y="5245"/>
                </a:lnTo>
                <a:lnTo>
                  <a:pt x="634301" y="3263"/>
                </a:lnTo>
                <a:lnTo>
                  <a:pt x="633666" y="3225"/>
                </a:lnTo>
                <a:lnTo>
                  <a:pt x="587781" y="0"/>
                </a:lnTo>
                <a:lnTo>
                  <a:pt x="539242" y="3327"/>
                </a:lnTo>
                <a:lnTo>
                  <a:pt x="527735" y="4991"/>
                </a:lnTo>
                <a:lnTo>
                  <a:pt x="491998" y="10134"/>
                </a:lnTo>
                <a:lnTo>
                  <a:pt x="446163" y="20281"/>
                </a:lnTo>
                <a:lnTo>
                  <a:pt x="401866" y="33642"/>
                </a:lnTo>
                <a:lnTo>
                  <a:pt x="359206" y="50114"/>
                </a:lnTo>
                <a:lnTo>
                  <a:pt x="318338" y="69570"/>
                </a:lnTo>
                <a:lnTo>
                  <a:pt x="279361" y="91884"/>
                </a:lnTo>
                <a:lnTo>
                  <a:pt x="242392" y="116928"/>
                </a:lnTo>
                <a:lnTo>
                  <a:pt x="207568" y="144602"/>
                </a:lnTo>
                <a:lnTo>
                  <a:pt x="175006" y="174764"/>
                </a:lnTo>
                <a:lnTo>
                  <a:pt x="144805" y="207302"/>
                </a:lnTo>
                <a:lnTo>
                  <a:pt x="117119" y="242100"/>
                </a:lnTo>
                <a:lnTo>
                  <a:pt x="92036" y="279031"/>
                </a:lnTo>
                <a:lnTo>
                  <a:pt x="69710" y="317969"/>
                </a:lnTo>
                <a:lnTo>
                  <a:pt x="50228" y="358800"/>
                </a:lnTo>
                <a:lnTo>
                  <a:pt x="33743" y="401408"/>
                </a:lnTo>
                <a:lnTo>
                  <a:pt x="20345" y="445655"/>
                </a:lnTo>
                <a:lnTo>
                  <a:pt x="10185" y="491439"/>
                </a:lnTo>
                <a:lnTo>
                  <a:pt x="3365" y="538632"/>
                </a:lnTo>
                <a:lnTo>
                  <a:pt x="0" y="587108"/>
                </a:lnTo>
                <a:lnTo>
                  <a:pt x="609" y="635584"/>
                </a:lnTo>
                <a:lnTo>
                  <a:pt x="5473" y="682790"/>
                </a:lnTo>
                <a:lnTo>
                  <a:pt x="14389" y="728599"/>
                </a:lnTo>
                <a:lnTo>
                  <a:pt x="27139" y="772883"/>
                </a:lnTo>
                <a:lnTo>
                  <a:pt x="43548" y="815517"/>
                </a:lnTo>
                <a:lnTo>
                  <a:pt x="63385" y="856386"/>
                </a:lnTo>
                <a:lnTo>
                  <a:pt x="86448" y="895375"/>
                </a:lnTo>
                <a:lnTo>
                  <a:pt x="112560" y="932345"/>
                </a:lnTo>
                <a:lnTo>
                  <a:pt x="141490" y="967181"/>
                </a:lnTo>
                <a:lnTo>
                  <a:pt x="173037" y="999756"/>
                </a:lnTo>
                <a:lnTo>
                  <a:pt x="206997" y="1029957"/>
                </a:lnTo>
                <a:lnTo>
                  <a:pt x="243179" y="1057656"/>
                </a:lnTo>
                <a:lnTo>
                  <a:pt x="281368" y="1082725"/>
                </a:lnTo>
                <a:lnTo>
                  <a:pt x="321360" y="1105052"/>
                </a:lnTo>
                <a:lnTo>
                  <a:pt x="362953" y="1124508"/>
                </a:lnTo>
                <a:lnTo>
                  <a:pt x="405942" y="1140968"/>
                </a:lnTo>
                <a:lnTo>
                  <a:pt x="450126" y="1154328"/>
                </a:lnTo>
                <a:lnTo>
                  <a:pt x="495300" y="1164437"/>
                </a:lnTo>
                <a:lnTo>
                  <a:pt x="541248" y="1171194"/>
                </a:lnTo>
                <a:lnTo>
                  <a:pt x="541896" y="1171232"/>
                </a:lnTo>
                <a:lnTo>
                  <a:pt x="587781" y="1174457"/>
                </a:lnTo>
                <a:lnTo>
                  <a:pt x="636295" y="1173873"/>
                </a:lnTo>
                <a:lnTo>
                  <a:pt x="683526" y="1169022"/>
                </a:lnTo>
                <a:lnTo>
                  <a:pt x="729361" y="1160119"/>
                </a:lnTo>
                <a:lnTo>
                  <a:pt x="773671" y="1147381"/>
                </a:lnTo>
                <a:lnTo>
                  <a:pt x="816317" y="1130998"/>
                </a:lnTo>
                <a:lnTo>
                  <a:pt x="857211" y="1111186"/>
                </a:lnTo>
                <a:lnTo>
                  <a:pt x="896213" y="1088136"/>
                </a:lnTo>
                <a:lnTo>
                  <a:pt x="933196" y="1062050"/>
                </a:lnTo>
                <a:lnTo>
                  <a:pt x="968032" y="1033145"/>
                </a:lnTo>
                <a:lnTo>
                  <a:pt x="1000633" y="1001623"/>
                </a:lnTo>
                <a:lnTo>
                  <a:pt x="1030833" y="967676"/>
                </a:lnTo>
                <a:lnTo>
                  <a:pt x="1058545" y="931519"/>
                </a:lnTo>
                <a:lnTo>
                  <a:pt x="1083627" y="893356"/>
                </a:lnTo>
                <a:lnTo>
                  <a:pt x="1105966" y="853389"/>
                </a:lnTo>
                <a:lnTo>
                  <a:pt x="1125423" y="811822"/>
                </a:lnTo>
                <a:lnTo>
                  <a:pt x="1141907" y="768845"/>
                </a:lnTo>
                <a:lnTo>
                  <a:pt x="1155268" y="724687"/>
                </a:lnTo>
                <a:lnTo>
                  <a:pt x="1165402" y="679551"/>
                </a:lnTo>
                <a:lnTo>
                  <a:pt x="1172171" y="633615"/>
                </a:lnTo>
                <a:lnTo>
                  <a:pt x="1175461" y="587108"/>
                </a:lnTo>
                <a:close/>
              </a:path>
            </a:pathLst>
          </a:custGeom>
          <a:solidFill>
            <a:srgbClr val="AAC7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6144444" y="4011612"/>
            <a:ext cx="1175385" cy="1174750"/>
          </a:xfrm>
          <a:custGeom>
            <a:avLst/>
            <a:gdLst/>
            <a:ahLst/>
            <a:cxnLst/>
            <a:rect l="l" t="t" r="r" b="b"/>
            <a:pathLst>
              <a:path w="1175384" h="1174750">
                <a:moveTo>
                  <a:pt x="494411" y="280339"/>
                </a:moveTo>
                <a:lnTo>
                  <a:pt x="487756" y="250647"/>
                </a:lnTo>
                <a:lnTo>
                  <a:pt x="467753" y="228219"/>
                </a:lnTo>
                <a:lnTo>
                  <a:pt x="434378" y="219951"/>
                </a:lnTo>
                <a:lnTo>
                  <a:pt x="384556" y="226021"/>
                </a:lnTo>
                <a:lnTo>
                  <a:pt x="338455" y="240855"/>
                </a:lnTo>
                <a:lnTo>
                  <a:pt x="296913" y="263613"/>
                </a:lnTo>
                <a:lnTo>
                  <a:pt x="260781" y="293471"/>
                </a:lnTo>
                <a:lnTo>
                  <a:pt x="230886" y="329565"/>
                </a:lnTo>
                <a:lnTo>
                  <a:pt x="208102" y="371081"/>
                </a:lnTo>
                <a:lnTo>
                  <a:pt x="193243" y="417156"/>
                </a:lnTo>
                <a:lnTo>
                  <a:pt x="187185" y="466966"/>
                </a:lnTo>
                <a:lnTo>
                  <a:pt x="195503" y="500265"/>
                </a:lnTo>
                <a:lnTo>
                  <a:pt x="217982" y="520255"/>
                </a:lnTo>
                <a:lnTo>
                  <a:pt x="247713" y="526910"/>
                </a:lnTo>
                <a:lnTo>
                  <a:pt x="277787" y="520255"/>
                </a:lnTo>
                <a:lnTo>
                  <a:pt x="301320" y="500265"/>
                </a:lnTo>
                <a:lnTo>
                  <a:pt x="311404" y="466966"/>
                </a:lnTo>
                <a:lnTo>
                  <a:pt x="321754" y="419100"/>
                </a:lnTo>
                <a:lnTo>
                  <a:pt x="347853" y="380479"/>
                </a:lnTo>
                <a:lnTo>
                  <a:pt x="386473" y="354380"/>
                </a:lnTo>
                <a:lnTo>
                  <a:pt x="434378" y="344081"/>
                </a:lnTo>
                <a:lnTo>
                  <a:pt x="467690" y="333959"/>
                </a:lnTo>
                <a:lnTo>
                  <a:pt x="487718" y="310413"/>
                </a:lnTo>
                <a:lnTo>
                  <a:pt x="494411" y="280339"/>
                </a:lnTo>
                <a:close/>
              </a:path>
              <a:path w="1175384" h="1174750">
                <a:moveTo>
                  <a:pt x="1175385" y="587362"/>
                </a:moveTo>
                <a:lnTo>
                  <a:pt x="1174788" y="538886"/>
                </a:lnTo>
                <a:lnTo>
                  <a:pt x="1169936" y="491680"/>
                </a:lnTo>
                <a:lnTo>
                  <a:pt x="1161034" y="445871"/>
                </a:lnTo>
                <a:lnTo>
                  <a:pt x="1148283" y="401586"/>
                </a:lnTo>
                <a:lnTo>
                  <a:pt x="1131900" y="358952"/>
                </a:lnTo>
                <a:lnTo>
                  <a:pt x="1112062" y="318084"/>
                </a:lnTo>
                <a:lnTo>
                  <a:pt x="1088999" y="279095"/>
                </a:lnTo>
                <a:lnTo>
                  <a:pt x="1062901" y="242125"/>
                </a:lnTo>
                <a:lnTo>
                  <a:pt x="1051166" y="228003"/>
                </a:lnTo>
                <a:lnTo>
                  <a:pt x="1051166" y="587362"/>
                </a:lnTo>
                <a:lnTo>
                  <a:pt x="1050061" y="635101"/>
                </a:lnTo>
                <a:lnTo>
                  <a:pt x="1043787" y="681202"/>
                </a:lnTo>
                <a:lnTo>
                  <a:pt x="1032637" y="725462"/>
                </a:lnTo>
                <a:lnTo>
                  <a:pt x="1016952" y="767715"/>
                </a:lnTo>
                <a:lnTo>
                  <a:pt x="997026" y="807770"/>
                </a:lnTo>
                <a:lnTo>
                  <a:pt x="973175" y="845439"/>
                </a:lnTo>
                <a:lnTo>
                  <a:pt x="945718" y="880529"/>
                </a:lnTo>
                <a:lnTo>
                  <a:pt x="914958" y="912876"/>
                </a:lnTo>
                <a:lnTo>
                  <a:pt x="881227" y="942289"/>
                </a:lnTo>
                <a:lnTo>
                  <a:pt x="844804" y="968565"/>
                </a:lnTo>
                <a:lnTo>
                  <a:pt x="806030" y="991552"/>
                </a:lnTo>
                <a:lnTo>
                  <a:pt x="765213" y="1011034"/>
                </a:lnTo>
                <a:lnTo>
                  <a:pt x="722655" y="1026833"/>
                </a:lnTo>
                <a:lnTo>
                  <a:pt x="678675" y="1038783"/>
                </a:lnTo>
                <a:lnTo>
                  <a:pt x="633590" y="1046683"/>
                </a:lnTo>
                <a:lnTo>
                  <a:pt x="587705" y="1050353"/>
                </a:lnTo>
                <a:lnTo>
                  <a:pt x="539927" y="1049235"/>
                </a:lnTo>
                <a:lnTo>
                  <a:pt x="493801" y="1042962"/>
                </a:lnTo>
                <a:lnTo>
                  <a:pt x="449503" y="1031836"/>
                </a:lnTo>
                <a:lnTo>
                  <a:pt x="407212" y="1016165"/>
                </a:lnTo>
                <a:lnTo>
                  <a:pt x="367118" y="996251"/>
                </a:lnTo>
                <a:lnTo>
                  <a:pt x="329412" y="972439"/>
                </a:lnTo>
                <a:lnTo>
                  <a:pt x="294182" y="944905"/>
                </a:lnTo>
                <a:lnTo>
                  <a:pt x="261886" y="914273"/>
                </a:lnTo>
                <a:lnTo>
                  <a:pt x="232448" y="880567"/>
                </a:lnTo>
                <a:lnTo>
                  <a:pt x="206121" y="844194"/>
                </a:lnTo>
                <a:lnTo>
                  <a:pt x="183108" y="805459"/>
                </a:lnTo>
                <a:lnTo>
                  <a:pt x="163601" y="764679"/>
                </a:lnTo>
                <a:lnTo>
                  <a:pt x="147764" y="722172"/>
                </a:lnTo>
                <a:lnTo>
                  <a:pt x="135801" y="678230"/>
                </a:lnTo>
                <a:lnTo>
                  <a:pt x="127889" y="633196"/>
                </a:lnTo>
                <a:lnTo>
                  <a:pt x="124206" y="587362"/>
                </a:lnTo>
                <a:lnTo>
                  <a:pt x="125323" y="539623"/>
                </a:lnTo>
                <a:lnTo>
                  <a:pt x="131610" y="493522"/>
                </a:lnTo>
                <a:lnTo>
                  <a:pt x="142748" y="449237"/>
                </a:lnTo>
                <a:lnTo>
                  <a:pt x="158445" y="406971"/>
                </a:lnTo>
                <a:lnTo>
                  <a:pt x="178371" y="366903"/>
                </a:lnTo>
                <a:lnTo>
                  <a:pt x="202222" y="329209"/>
                </a:lnTo>
                <a:lnTo>
                  <a:pt x="229679" y="294093"/>
                </a:lnTo>
                <a:lnTo>
                  <a:pt x="260438" y="261721"/>
                </a:lnTo>
                <a:lnTo>
                  <a:pt x="294182" y="232295"/>
                </a:lnTo>
                <a:lnTo>
                  <a:pt x="330593" y="205981"/>
                </a:lnTo>
                <a:lnTo>
                  <a:pt x="369366" y="182994"/>
                </a:lnTo>
                <a:lnTo>
                  <a:pt x="410197" y="163487"/>
                </a:lnTo>
                <a:lnTo>
                  <a:pt x="452755" y="147662"/>
                </a:lnTo>
                <a:lnTo>
                  <a:pt x="496722" y="135712"/>
                </a:lnTo>
                <a:lnTo>
                  <a:pt x="541820" y="127800"/>
                </a:lnTo>
                <a:lnTo>
                  <a:pt x="587705" y="124129"/>
                </a:lnTo>
                <a:lnTo>
                  <a:pt x="635495" y="127876"/>
                </a:lnTo>
                <a:lnTo>
                  <a:pt x="636219" y="128003"/>
                </a:lnTo>
                <a:lnTo>
                  <a:pt x="681621" y="135839"/>
                </a:lnTo>
                <a:lnTo>
                  <a:pt x="725919" y="147828"/>
                </a:lnTo>
                <a:lnTo>
                  <a:pt x="768197" y="163664"/>
                </a:lnTo>
                <a:lnTo>
                  <a:pt x="808253" y="183159"/>
                </a:lnTo>
                <a:lnTo>
                  <a:pt x="845934" y="206133"/>
                </a:lnTo>
                <a:lnTo>
                  <a:pt x="881037" y="232422"/>
                </a:lnTo>
                <a:lnTo>
                  <a:pt x="913384" y="261810"/>
                </a:lnTo>
                <a:lnTo>
                  <a:pt x="942809" y="294144"/>
                </a:lnTo>
                <a:lnTo>
                  <a:pt x="969098" y="329234"/>
                </a:lnTo>
                <a:lnTo>
                  <a:pt x="992098" y="366890"/>
                </a:lnTo>
                <a:lnTo>
                  <a:pt x="1011605" y="406933"/>
                </a:lnTo>
                <a:lnTo>
                  <a:pt x="1027455" y="449186"/>
                </a:lnTo>
                <a:lnTo>
                  <a:pt x="1039456" y="493471"/>
                </a:lnTo>
                <a:lnTo>
                  <a:pt x="1047419" y="539584"/>
                </a:lnTo>
                <a:lnTo>
                  <a:pt x="1051166" y="587362"/>
                </a:lnTo>
                <a:lnTo>
                  <a:pt x="1051166" y="228003"/>
                </a:lnTo>
                <a:lnTo>
                  <a:pt x="1002423" y="174713"/>
                </a:lnTo>
                <a:lnTo>
                  <a:pt x="968463" y="144513"/>
                </a:lnTo>
                <a:lnTo>
                  <a:pt x="932294" y="116814"/>
                </a:lnTo>
                <a:lnTo>
                  <a:pt x="894105" y="91744"/>
                </a:lnTo>
                <a:lnTo>
                  <a:pt x="854113" y="69418"/>
                </a:lnTo>
                <a:lnTo>
                  <a:pt x="812520" y="49961"/>
                </a:lnTo>
                <a:lnTo>
                  <a:pt x="769531" y="33489"/>
                </a:lnTo>
                <a:lnTo>
                  <a:pt x="725347" y="20142"/>
                </a:lnTo>
                <a:lnTo>
                  <a:pt x="680186" y="10033"/>
                </a:lnTo>
                <a:lnTo>
                  <a:pt x="647700" y="5257"/>
                </a:lnTo>
                <a:lnTo>
                  <a:pt x="634238" y="3276"/>
                </a:lnTo>
                <a:lnTo>
                  <a:pt x="633590" y="3225"/>
                </a:lnTo>
                <a:lnTo>
                  <a:pt x="587705" y="0"/>
                </a:lnTo>
                <a:lnTo>
                  <a:pt x="539178" y="3378"/>
                </a:lnTo>
                <a:lnTo>
                  <a:pt x="491947" y="10210"/>
                </a:lnTo>
                <a:lnTo>
                  <a:pt x="446112" y="20370"/>
                </a:lnTo>
                <a:lnTo>
                  <a:pt x="401828" y="33756"/>
                </a:lnTo>
                <a:lnTo>
                  <a:pt x="359181" y="50241"/>
                </a:lnTo>
                <a:lnTo>
                  <a:pt x="318312" y="69697"/>
                </a:lnTo>
                <a:lnTo>
                  <a:pt x="279349" y="92011"/>
                </a:lnTo>
                <a:lnTo>
                  <a:pt x="242379" y="117068"/>
                </a:lnTo>
                <a:lnTo>
                  <a:pt x="207556" y="144729"/>
                </a:lnTo>
                <a:lnTo>
                  <a:pt x="174993" y="174891"/>
                </a:lnTo>
                <a:lnTo>
                  <a:pt x="144805" y="207441"/>
                </a:lnTo>
                <a:lnTo>
                  <a:pt x="124206" y="233311"/>
                </a:lnTo>
                <a:lnTo>
                  <a:pt x="117106" y="242227"/>
                </a:lnTo>
                <a:lnTo>
                  <a:pt x="92036" y="279158"/>
                </a:lnTo>
                <a:lnTo>
                  <a:pt x="69710" y="318109"/>
                </a:lnTo>
                <a:lnTo>
                  <a:pt x="50228" y="358952"/>
                </a:lnTo>
                <a:lnTo>
                  <a:pt x="33743" y="401561"/>
                </a:lnTo>
                <a:lnTo>
                  <a:pt x="20345" y="445833"/>
                </a:lnTo>
                <a:lnTo>
                  <a:pt x="10185" y="491642"/>
                </a:lnTo>
                <a:lnTo>
                  <a:pt x="3352" y="538848"/>
                </a:lnTo>
                <a:lnTo>
                  <a:pt x="0" y="587362"/>
                </a:lnTo>
                <a:lnTo>
                  <a:pt x="609" y="635838"/>
                </a:lnTo>
                <a:lnTo>
                  <a:pt x="5473" y="683044"/>
                </a:lnTo>
                <a:lnTo>
                  <a:pt x="14389" y="728840"/>
                </a:lnTo>
                <a:lnTo>
                  <a:pt x="27152" y="773112"/>
                </a:lnTo>
                <a:lnTo>
                  <a:pt x="43548" y="815733"/>
                </a:lnTo>
                <a:lnTo>
                  <a:pt x="63385" y="856589"/>
                </a:lnTo>
                <a:lnTo>
                  <a:pt x="86461" y="895565"/>
                </a:lnTo>
                <a:lnTo>
                  <a:pt x="112560" y="932510"/>
                </a:lnTo>
                <a:lnTo>
                  <a:pt x="141490" y="967333"/>
                </a:lnTo>
                <a:lnTo>
                  <a:pt x="173037" y="999896"/>
                </a:lnTo>
                <a:lnTo>
                  <a:pt x="206997" y="1030071"/>
                </a:lnTo>
                <a:lnTo>
                  <a:pt x="243179" y="1057757"/>
                </a:lnTo>
                <a:lnTo>
                  <a:pt x="281355" y="1082802"/>
                </a:lnTo>
                <a:lnTo>
                  <a:pt x="321348" y="1105115"/>
                </a:lnTo>
                <a:lnTo>
                  <a:pt x="362927" y="1124559"/>
                </a:lnTo>
                <a:lnTo>
                  <a:pt x="405917" y="1141006"/>
                </a:lnTo>
                <a:lnTo>
                  <a:pt x="450088" y="1154353"/>
                </a:lnTo>
                <a:lnTo>
                  <a:pt x="495236" y="1164450"/>
                </a:lnTo>
                <a:lnTo>
                  <a:pt x="541185" y="1171206"/>
                </a:lnTo>
                <a:lnTo>
                  <a:pt x="541820" y="1171244"/>
                </a:lnTo>
                <a:lnTo>
                  <a:pt x="587705" y="1174470"/>
                </a:lnTo>
                <a:lnTo>
                  <a:pt x="636219" y="1173873"/>
                </a:lnTo>
                <a:lnTo>
                  <a:pt x="683450" y="1169035"/>
                </a:lnTo>
                <a:lnTo>
                  <a:pt x="729284" y="1160132"/>
                </a:lnTo>
                <a:lnTo>
                  <a:pt x="773595" y="1147394"/>
                </a:lnTo>
                <a:lnTo>
                  <a:pt x="816254" y="1131011"/>
                </a:lnTo>
                <a:lnTo>
                  <a:pt x="857148" y="1111199"/>
                </a:lnTo>
                <a:lnTo>
                  <a:pt x="896150" y="1088148"/>
                </a:lnTo>
                <a:lnTo>
                  <a:pt x="933145" y="1062075"/>
                </a:lnTo>
                <a:lnTo>
                  <a:pt x="967994" y="1033183"/>
                </a:lnTo>
                <a:lnTo>
                  <a:pt x="1000594" y="1001661"/>
                </a:lnTo>
                <a:lnTo>
                  <a:pt x="1030808" y="967727"/>
                </a:lnTo>
                <a:lnTo>
                  <a:pt x="1058519" y="931583"/>
                </a:lnTo>
                <a:lnTo>
                  <a:pt x="1083602" y="893432"/>
                </a:lnTo>
                <a:lnTo>
                  <a:pt x="1105941" y="853478"/>
                </a:lnTo>
                <a:lnTo>
                  <a:pt x="1125410" y="811936"/>
                </a:lnTo>
                <a:lnTo>
                  <a:pt x="1141882" y="768985"/>
                </a:lnTo>
                <a:lnTo>
                  <a:pt x="1155242" y="724852"/>
                </a:lnTo>
                <a:lnTo>
                  <a:pt x="1165352" y="679742"/>
                </a:lnTo>
                <a:lnTo>
                  <a:pt x="1172108" y="633844"/>
                </a:lnTo>
                <a:lnTo>
                  <a:pt x="1175385" y="587362"/>
                </a:lnTo>
                <a:close/>
              </a:path>
            </a:pathLst>
          </a:custGeom>
          <a:solidFill>
            <a:srgbClr val="AAC7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7082161" y="7859223"/>
            <a:ext cx="658495" cy="657860"/>
          </a:xfrm>
          <a:custGeom>
            <a:avLst/>
            <a:gdLst/>
            <a:ahLst/>
            <a:cxnLst/>
            <a:rect l="l" t="t" r="r" b="b"/>
            <a:pathLst>
              <a:path w="658494" h="657859">
                <a:moveTo>
                  <a:pt x="658012" y="328929"/>
                </a:moveTo>
                <a:lnTo>
                  <a:pt x="652462" y="375305"/>
                </a:lnTo>
                <a:lnTo>
                  <a:pt x="641047" y="420745"/>
                </a:lnTo>
                <a:lnTo>
                  <a:pt x="624099" y="464461"/>
                </a:lnTo>
                <a:lnTo>
                  <a:pt x="601950" y="505666"/>
                </a:lnTo>
                <a:lnTo>
                  <a:pt x="574929" y="543573"/>
                </a:lnTo>
                <a:lnTo>
                  <a:pt x="543370" y="577392"/>
                </a:lnTo>
                <a:lnTo>
                  <a:pt x="507604" y="606337"/>
                </a:lnTo>
                <a:lnTo>
                  <a:pt x="467961" y="629619"/>
                </a:lnTo>
                <a:lnTo>
                  <a:pt x="424774" y="646450"/>
                </a:lnTo>
                <a:lnTo>
                  <a:pt x="378374" y="656044"/>
                </a:lnTo>
                <a:lnTo>
                  <a:pt x="329093" y="657611"/>
                </a:lnTo>
                <a:lnTo>
                  <a:pt x="282623" y="652065"/>
                </a:lnTo>
                <a:lnTo>
                  <a:pt x="237101" y="640659"/>
                </a:lnTo>
                <a:lnTo>
                  <a:pt x="193316" y="623723"/>
                </a:lnTo>
                <a:lnTo>
                  <a:pt x="152054" y="601589"/>
                </a:lnTo>
                <a:lnTo>
                  <a:pt x="114102" y="574589"/>
                </a:lnTo>
                <a:lnTo>
                  <a:pt x="80248" y="543052"/>
                </a:lnTo>
                <a:lnTo>
                  <a:pt x="51279" y="507311"/>
                </a:lnTo>
                <a:lnTo>
                  <a:pt x="27982" y="467697"/>
                </a:lnTo>
                <a:lnTo>
                  <a:pt x="11145" y="424542"/>
                </a:lnTo>
                <a:lnTo>
                  <a:pt x="1555" y="378175"/>
                </a:lnTo>
                <a:lnTo>
                  <a:pt x="0" y="328929"/>
                </a:lnTo>
                <a:lnTo>
                  <a:pt x="5721" y="279588"/>
                </a:lnTo>
                <a:lnTo>
                  <a:pt x="17218" y="233195"/>
                </a:lnTo>
                <a:lnTo>
                  <a:pt x="34178" y="190062"/>
                </a:lnTo>
                <a:lnTo>
                  <a:pt x="56288" y="150504"/>
                </a:lnTo>
                <a:lnTo>
                  <a:pt x="83238" y="114834"/>
                </a:lnTo>
                <a:lnTo>
                  <a:pt x="114715" y="83364"/>
                </a:lnTo>
                <a:lnTo>
                  <a:pt x="131443" y="70731"/>
                </a:lnTo>
                <a:lnTo>
                  <a:pt x="131443" y="339418"/>
                </a:lnTo>
                <a:lnTo>
                  <a:pt x="133824" y="373260"/>
                </a:lnTo>
                <a:lnTo>
                  <a:pt x="153244" y="436789"/>
                </a:lnTo>
                <a:lnTo>
                  <a:pt x="192238" y="489162"/>
                </a:lnTo>
                <a:lnTo>
                  <a:pt x="250843" y="523641"/>
                </a:lnTo>
                <a:lnTo>
                  <a:pt x="329093" y="533487"/>
                </a:lnTo>
                <a:lnTo>
                  <a:pt x="370622" y="527859"/>
                </a:lnTo>
                <a:lnTo>
                  <a:pt x="407265" y="516195"/>
                </a:lnTo>
                <a:lnTo>
                  <a:pt x="465894" y="477777"/>
                </a:lnTo>
                <a:lnTo>
                  <a:pt x="504980" y="424266"/>
                </a:lnTo>
                <a:lnTo>
                  <a:pt x="524523" y="361696"/>
                </a:lnTo>
                <a:lnTo>
                  <a:pt x="526966" y="328898"/>
                </a:lnTo>
                <a:lnTo>
                  <a:pt x="526966" y="71098"/>
                </a:lnTo>
                <a:lnTo>
                  <a:pt x="543891" y="83146"/>
                </a:lnTo>
                <a:lnTo>
                  <a:pt x="577735" y="114683"/>
                </a:lnTo>
                <a:lnTo>
                  <a:pt x="606700" y="150426"/>
                </a:lnTo>
                <a:lnTo>
                  <a:pt x="629999" y="190049"/>
                </a:lnTo>
                <a:lnTo>
                  <a:pt x="646843" y="233225"/>
                </a:lnTo>
                <a:lnTo>
                  <a:pt x="656443" y="279628"/>
                </a:lnTo>
                <a:lnTo>
                  <a:pt x="658012" y="328929"/>
                </a:lnTo>
                <a:close/>
              </a:path>
              <a:path w="658494" h="657859">
                <a:moveTo>
                  <a:pt x="329093" y="124124"/>
                </a:moveTo>
                <a:lnTo>
                  <a:pt x="287711" y="130001"/>
                </a:lnTo>
                <a:lnTo>
                  <a:pt x="251175" y="142355"/>
                </a:lnTo>
                <a:lnTo>
                  <a:pt x="192654" y="183123"/>
                </a:lnTo>
                <a:lnTo>
                  <a:pt x="153564" y="239689"/>
                </a:lnTo>
                <a:lnTo>
                  <a:pt x="133824" y="305853"/>
                </a:lnTo>
                <a:lnTo>
                  <a:pt x="133824" y="306932"/>
                </a:lnTo>
                <a:lnTo>
                  <a:pt x="131443" y="339418"/>
                </a:lnTo>
                <a:lnTo>
                  <a:pt x="131443" y="70731"/>
                </a:lnTo>
                <a:lnTo>
                  <a:pt x="150407" y="56409"/>
                </a:lnTo>
                <a:lnTo>
                  <a:pt x="190003" y="34282"/>
                </a:lnTo>
                <a:lnTo>
                  <a:pt x="233191" y="17296"/>
                </a:lnTo>
                <a:lnTo>
                  <a:pt x="269097" y="8385"/>
                </a:lnTo>
                <a:lnTo>
                  <a:pt x="269097" y="58897"/>
                </a:lnTo>
                <a:lnTo>
                  <a:pt x="275708" y="88633"/>
                </a:lnTo>
                <a:lnTo>
                  <a:pt x="275708" y="88997"/>
                </a:lnTo>
                <a:lnTo>
                  <a:pt x="295831" y="113171"/>
                </a:lnTo>
                <a:lnTo>
                  <a:pt x="329093" y="124124"/>
                </a:lnTo>
                <a:close/>
              </a:path>
              <a:path w="658494" h="657859">
                <a:moveTo>
                  <a:pt x="388902" y="58897"/>
                </a:moveTo>
                <a:lnTo>
                  <a:pt x="382201" y="89130"/>
                </a:lnTo>
                <a:lnTo>
                  <a:pt x="362251" y="113171"/>
                </a:lnTo>
                <a:lnTo>
                  <a:pt x="329093" y="124124"/>
                </a:lnTo>
                <a:lnTo>
                  <a:pt x="295831" y="113171"/>
                </a:lnTo>
                <a:lnTo>
                  <a:pt x="275708" y="88997"/>
                </a:lnTo>
                <a:lnTo>
                  <a:pt x="275708" y="88633"/>
                </a:lnTo>
                <a:lnTo>
                  <a:pt x="269097" y="58897"/>
                </a:lnTo>
                <a:lnTo>
                  <a:pt x="275708" y="29366"/>
                </a:lnTo>
                <a:lnTo>
                  <a:pt x="295693" y="7435"/>
                </a:lnTo>
                <a:lnTo>
                  <a:pt x="329093" y="0"/>
                </a:lnTo>
                <a:lnTo>
                  <a:pt x="362251" y="7405"/>
                </a:lnTo>
                <a:lnTo>
                  <a:pt x="362389" y="7435"/>
                </a:lnTo>
                <a:lnTo>
                  <a:pt x="382201" y="29245"/>
                </a:lnTo>
                <a:lnTo>
                  <a:pt x="382201" y="28872"/>
                </a:lnTo>
                <a:lnTo>
                  <a:pt x="388902" y="58897"/>
                </a:lnTo>
                <a:close/>
              </a:path>
              <a:path w="658494" h="657859">
                <a:moveTo>
                  <a:pt x="329093" y="0"/>
                </a:moveTo>
                <a:lnTo>
                  <a:pt x="295831" y="7405"/>
                </a:lnTo>
                <a:lnTo>
                  <a:pt x="295693" y="7435"/>
                </a:lnTo>
                <a:lnTo>
                  <a:pt x="275708" y="29366"/>
                </a:lnTo>
                <a:lnTo>
                  <a:pt x="269097" y="58897"/>
                </a:lnTo>
                <a:lnTo>
                  <a:pt x="269097" y="8385"/>
                </a:lnTo>
                <a:lnTo>
                  <a:pt x="279658" y="5764"/>
                </a:lnTo>
                <a:lnTo>
                  <a:pt x="329093" y="0"/>
                </a:lnTo>
                <a:close/>
              </a:path>
              <a:path w="658494" h="657859">
                <a:moveTo>
                  <a:pt x="526966" y="71098"/>
                </a:moveTo>
                <a:lnTo>
                  <a:pt x="526966" y="328898"/>
                </a:lnTo>
                <a:lnTo>
                  <a:pt x="524523" y="296099"/>
                </a:lnTo>
                <a:lnTo>
                  <a:pt x="517194" y="264051"/>
                </a:lnTo>
                <a:lnTo>
                  <a:pt x="487880" y="205229"/>
                </a:lnTo>
                <a:lnTo>
                  <a:pt x="439022" y="158464"/>
                </a:lnTo>
                <a:lnTo>
                  <a:pt x="370622" y="129791"/>
                </a:lnTo>
                <a:lnTo>
                  <a:pt x="329093" y="124124"/>
                </a:lnTo>
                <a:lnTo>
                  <a:pt x="362251" y="113171"/>
                </a:lnTo>
                <a:lnTo>
                  <a:pt x="382201" y="89130"/>
                </a:lnTo>
                <a:lnTo>
                  <a:pt x="388902" y="58897"/>
                </a:lnTo>
                <a:lnTo>
                  <a:pt x="388902" y="8973"/>
                </a:lnTo>
                <a:lnTo>
                  <a:pt x="420974" y="17044"/>
                </a:lnTo>
                <a:lnTo>
                  <a:pt x="464722" y="34000"/>
                </a:lnTo>
                <a:lnTo>
                  <a:pt x="505957" y="56143"/>
                </a:lnTo>
                <a:lnTo>
                  <a:pt x="526966" y="71098"/>
                </a:lnTo>
                <a:close/>
              </a:path>
              <a:path w="658494" h="657859">
                <a:moveTo>
                  <a:pt x="388902" y="8973"/>
                </a:moveTo>
                <a:lnTo>
                  <a:pt x="388902" y="58897"/>
                </a:lnTo>
                <a:lnTo>
                  <a:pt x="382201" y="28872"/>
                </a:lnTo>
                <a:lnTo>
                  <a:pt x="382201" y="29245"/>
                </a:lnTo>
                <a:lnTo>
                  <a:pt x="362389" y="7435"/>
                </a:lnTo>
                <a:lnTo>
                  <a:pt x="329093" y="0"/>
                </a:lnTo>
                <a:lnTo>
                  <a:pt x="375502" y="5601"/>
                </a:lnTo>
                <a:lnTo>
                  <a:pt x="388902" y="8973"/>
                </a:lnTo>
                <a:close/>
              </a:path>
            </a:pathLst>
          </a:custGeom>
          <a:solidFill>
            <a:srgbClr val="AAC7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6581330" y="2816789"/>
            <a:ext cx="658495" cy="657860"/>
          </a:xfrm>
          <a:custGeom>
            <a:avLst/>
            <a:gdLst/>
            <a:ahLst/>
            <a:cxnLst/>
            <a:rect l="l" t="t" r="r" b="b"/>
            <a:pathLst>
              <a:path w="658494" h="657860">
                <a:moveTo>
                  <a:pt x="658012" y="328929"/>
                </a:moveTo>
                <a:lnTo>
                  <a:pt x="652461" y="375305"/>
                </a:lnTo>
                <a:lnTo>
                  <a:pt x="641043" y="420745"/>
                </a:lnTo>
                <a:lnTo>
                  <a:pt x="624089" y="464461"/>
                </a:lnTo>
                <a:lnTo>
                  <a:pt x="601931" y="505666"/>
                </a:lnTo>
                <a:lnTo>
                  <a:pt x="574901" y="543572"/>
                </a:lnTo>
                <a:lnTo>
                  <a:pt x="543330" y="577392"/>
                </a:lnTo>
                <a:lnTo>
                  <a:pt x="507549" y="606336"/>
                </a:lnTo>
                <a:lnTo>
                  <a:pt x="467892" y="629618"/>
                </a:lnTo>
                <a:lnTo>
                  <a:pt x="424688" y="646450"/>
                </a:lnTo>
                <a:lnTo>
                  <a:pt x="378269" y="656043"/>
                </a:lnTo>
                <a:lnTo>
                  <a:pt x="328968" y="657611"/>
                </a:lnTo>
                <a:lnTo>
                  <a:pt x="282546" y="652065"/>
                </a:lnTo>
                <a:lnTo>
                  <a:pt x="237060" y="640659"/>
                </a:lnTo>
                <a:lnTo>
                  <a:pt x="193300" y="623723"/>
                </a:lnTo>
                <a:lnTo>
                  <a:pt x="152054" y="601589"/>
                </a:lnTo>
                <a:lnTo>
                  <a:pt x="114112" y="574588"/>
                </a:lnTo>
                <a:lnTo>
                  <a:pt x="80261" y="543052"/>
                </a:lnTo>
                <a:lnTo>
                  <a:pt x="51292" y="507311"/>
                </a:lnTo>
                <a:lnTo>
                  <a:pt x="27992" y="467697"/>
                </a:lnTo>
                <a:lnTo>
                  <a:pt x="11151" y="424542"/>
                </a:lnTo>
                <a:lnTo>
                  <a:pt x="1557" y="378175"/>
                </a:lnTo>
                <a:lnTo>
                  <a:pt x="0" y="328929"/>
                </a:lnTo>
                <a:lnTo>
                  <a:pt x="5748" y="279588"/>
                </a:lnTo>
                <a:lnTo>
                  <a:pt x="17268" y="233195"/>
                </a:lnTo>
                <a:lnTo>
                  <a:pt x="34246" y="190062"/>
                </a:lnTo>
                <a:lnTo>
                  <a:pt x="56370" y="150504"/>
                </a:lnTo>
                <a:lnTo>
                  <a:pt x="83325" y="114834"/>
                </a:lnTo>
                <a:lnTo>
                  <a:pt x="114799" y="83364"/>
                </a:lnTo>
                <a:lnTo>
                  <a:pt x="131449" y="70785"/>
                </a:lnTo>
                <a:lnTo>
                  <a:pt x="131449" y="339418"/>
                </a:lnTo>
                <a:lnTo>
                  <a:pt x="133832" y="373260"/>
                </a:lnTo>
                <a:lnTo>
                  <a:pt x="153247" y="436789"/>
                </a:lnTo>
                <a:lnTo>
                  <a:pt x="192219" y="489162"/>
                </a:lnTo>
                <a:lnTo>
                  <a:pt x="250781" y="523641"/>
                </a:lnTo>
                <a:lnTo>
                  <a:pt x="328968" y="533486"/>
                </a:lnTo>
                <a:lnTo>
                  <a:pt x="370517" y="527859"/>
                </a:lnTo>
                <a:lnTo>
                  <a:pt x="407177" y="516195"/>
                </a:lnTo>
                <a:lnTo>
                  <a:pt x="465834" y="477777"/>
                </a:lnTo>
                <a:lnTo>
                  <a:pt x="504938" y="424266"/>
                </a:lnTo>
                <a:lnTo>
                  <a:pt x="524491" y="361696"/>
                </a:lnTo>
                <a:lnTo>
                  <a:pt x="526935" y="328898"/>
                </a:lnTo>
                <a:lnTo>
                  <a:pt x="526935" y="70974"/>
                </a:lnTo>
                <a:lnTo>
                  <a:pt x="543891" y="83045"/>
                </a:lnTo>
                <a:lnTo>
                  <a:pt x="577740" y="114599"/>
                </a:lnTo>
                <a:lnTo>
                  <a:pt x="606707" y="150363"/>
                </a:lnTo>
                <a:lnTo>
                  <a:pt x="630005" y="190009"/>
                </a:lnTo>
                <a:lnTo>
                  <a:pt x="646846" y="233205"/>
                </a:lnTo>
                <a:lnTo>
                  <a:pt x="656444" y="279622"/>
                </a:lnTo>
                <a:lnTo>
                  <a:pt x="658012" y="328929"/>
                </a:lnTo>
                <a:close/>
              </a:path>
              <a:path w="658494" h="657860">
                <a:moveTo>
                  <a:pt x="328968" y="124124"/>
                </a:moveTo>
                <a:lnTo>
                  <a:pt x="287608" y="130001"/>
                </a:lnTo>
                <a:lnTo>
                  <a:pt x="251091" y="142355"/>
                </a:lnTo>
                <a:lnTo>
                  <a:pt x="192605" y="183123"/>
                </a:lnTo>
                <a:lnTo>
                  <a:pt x="153545" y="239688"/>
                </a:lnTo>
                <a:lnTo>
                  <a:pt x="133832" y="305816"/>
                </a:lnTo>
                <a:lnTo>
                  <a:pt x="133832" y="306824"/>
                </a:lnTo>
                <a:lnTo>
                  <a:pt x="131449" y="339418"/>
                </a:lnTo>
                <a:lnTo>
                  <a:pt x="131449" y="70785"/>
                </a:lnTo>
                <a:lnTo>
                  <a:pt x="150477" y="56409"/>
                </a:lnTo>
                <a:lnTo>
                  <a:pt x="190047" y="34282"/>
                </a:lnTo>
                <a:lnTo>
                  <a:pt x="233194" y="17296"/>
                </a:lnTo>
                <a:lnTo>
                  <a:pt x="269075" y="8380"/>
                </a:lnTo>
                <a:lnTo>
                  <a:pt x="269075" y="58896"/>
                </a:lnTo>
                <a:lnTo>
                  <a:pt x="275689" y="88756"/>
                </a:lnTo>
                <a:lnTo>
                  <a:pt x="275689" y="89030"/>
                </a:lnTo>
                <a:lnTo>
                  <a:pt x="295643" y="113046"/>
                </a:lnTo>
                <a:lnTo>
                  <a:pt x="328968" y="124124"/>
                </a:lnTo>
                <a:close/>
              </a:path>
              <a:path w="658494" h="657860">
                <a:moveTo>
                  <a:pt x="388871" y="58896"/>
                </a:moveTo>
                <a:lnTo>
                  <a:pt x="382171" y="89130"/>
                </a:lnTo>
                <a:lnTo>
                  <a:pt x="362192" y="113171"/>
                </a:lnTo>
                <a:lnTo>
                  <a:pt x="328968" y="124124"/>
                </a:lnTo>
                <a:lnTo>
                  <a:pt x="295643" y="113046"/>
                </a:lnTo>
                <a:lnTo>
                  <a:pt x="275689" y="89030"/>
                </a:lnTo>
                <a:lnTo>
                  <a:pt x="275689" y="88756"/>
                </a:lnTo>
                <a:lnTo>
                  <a:pt x="269075" y="58896"/>
                </a:lnTo>
                <a:lnTo>
                  <a:pt x="275689" y="29366"/>
                </a:lnTo>
                <a:lnTo>
                  <a:pt x="295643" y="7435"/>
                </a:lnTo>
                <a:lnTo>
                  <a:pt x="328968" y="0"/>
                </a:lnTo>
                <a:lnTo>
                  <a:pt x="362192" y="7411"/>
                </a:lnTo>
                <a:lnTo>
                  <a:pt x="382171" y="29269"/>
                </a:lnTo>
                <a:lnTo>
                  <a:pt x="382171" y="28972"/>
                </a:lnTo>
                <a:lnTo>
                  <a:pt x="388871" y="58896"/>
                </a:lnTo>
                <a:close/>
              </a:path>
              <a:path w="658494" h="657860">
                <a:moveTo>
                  <a:pt x="328968" y="0"/>
                </a:moveTo>
                <a:lnTo>
                  <a:pt x="295643" y="7435"/>
                </a:lnTo>
                <a:lnTo>
                  <a:pt x="275689" y="29366"/>
                </a:lnTo>
                <a:lnTo>
                  <a:pt x="269075" y="58896"/>
                </a:lnTo>
                <a:lnTo>
                  <a:pt x="269075" y="8380"/>
                </a:lnTo>
                <a:lnTo>
                  <a:pt x="279606" y="5764"/>
                </a:lnTo>
                <a:lnTo>
                  <a:pt x="328968" y="0"/>
                </a:lnTo>
                <a:close/>
              </a:path>
              <a:path w="658494" h="657860">
                <a:moveTo>
                  <a:pt x="526935" y="70974"/>
                </a:moveTo>
                <a:lnTo>
                  <a:pt x="526935" y="328898"/>
                </a:lnTo>
                <a:lnTo>
                  <a:pt x="524491" y="296099"/>
                </a:lnTo>
                <a:lnTo>
                  <a:pt x="517159" y="264051"/>
                </a:lnTo>
                <a:lnTo>
                  <a:pt x="487830" y="205229"/>
                </a:lnTo>
                <a:lnTo>
                  <a:pt x="438950" y="158464"/>
                </a:lnTo>
                <a:lnTo>
                  <a:pt x="370517" y="129791"/>
                </a:lnTo>
                <a:lnTo>
                  <a:pt x="328968" y="124124"/>
                </a:lnTo>
                <a:lnTo>
                  <a:pt x="362192" y="113171"/>
                </a:lnTo>
                <a:lnTo>
                  <a:pt x="382171" y="89130"/>
                </a:lnTo>
                <a:lnTo>
                  <a:pt x="388871" y="58896"/>
                </a:lnTo>
                <a:lnTo>
                  <a:pt x="388871" y="8918"/>
                </a:lnTo>
                <a:lnTo>
                  <a:pt x="420924" y="16953"/>
                </a:lnTo>
                <a:lnTo>
                  <a:pt x="464696" y="33892"/>
                </a:lnTo>
                <a:lnTo>
                  <a:pt x="505947" y="56033"/>
                </a:lnTo>
                <a:lnTo>
                  <a:pt x="526935" y="70974"/>
                </a:lnTo>
                <a:close/>
              </a:path>
              <a:path w="658494" h="657860">
                <a:moveTo>
                  <a:pt x="388871" y="8918"/>
                </a:moveTo>
                <a:lnTo>
                  <a:pt x="388871" y="58896"/>
                </a:lnTo>
                <a:lnTo>
                  <a:pt x="382171" y="28972"/>
                </a:lnTo>
                <a:lnTo>
                  <a:pt x="382171" y="29269"/>
                </a:lnTo>
                <a:lnTo>
                  <a:pt x="362192" y="7411"/>
                </a:lnTo>
                <a:lnTo>
                  <a:pt x="328968" y="0"/>
                </a:lnTo>
                <a:lnTo>
                  <a:pt x="375419" y="5545"/>
                </a:lnTo>
                <a:lnTo>
                  <a:pt x="388871" y="8918"/>
                </a:lnTo>
                <a:close/>
              </a:path>
            </a:pathLst>
          </a:custGeom>
          <a:solidFill>
            <a:srgbClr val="AAC7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6581330" y="6144071"/>
            <a:ext cx="658495" cy="657860"/>
          </a:xfrm>
          <a:custGeom>
            <a:avLst/>
            <a:gdLst/>
            <a:ahLst/>
            <a:cxnLst/>
            <a:rect l="l" t="t" r="r" b="b"/>
            <a:pathLst>
              <a:path w="658494" h="657859">
                <a:moveTo>
                  <a:pt x="658012" y="328929"/>
                </a:moveTo>
                <a:lnTo>
                  <a:pt x="652461" y="375305"/>
                </a:lnTo>
                <a:lnTo>
                  <a:pt x="641043" y="420745"/>
                </a:lnTo>
                <a:lnTo>
                  <a:pt x="624089" y="464461"/>
                </a:lnTo>
                <a:lnTo>
                  <a:pt x="601931" y="505666"/>
                </a:lnTo>
                <a:lnTo>
                  <a:pt x="574901" y="543573"/>
                </a:lnTo>
                <a:lnTo>
                  <a:pt x="543330" y="577392"/>
                </a:lnTo>
                <a:lnTo>
                  <a:pt x="507549" y="606337"/>
                </a:lnTo>
                <a:lnTo>
                  <a:pt x="467892" y="629619"/>
                </a:lnTo>
                <a:lnTo>
                  <a:pt x="424688" y="646450"/>
                </a:lnTo>
                <a:lnTo>
                  <a:pt x="378269" y="656044"/>
                </a:lnTo>
                <a:lnTo>
                  <a:pt x="328968" y="657611"/>
                </a:lnTo>
                <a:lnTo>
                  <a:pt x="282546" y="652066"/>
                </a:lnTo>
                <a:lnTo>
                  <a:pt x="237060" y="640659"/>
                </a:lnTo>
                <a:lnTo>
                  <a:pt x="193300" y="623723"/>
                </a:lnTo>
                <a:lnTo>
                  <a:pt x="152054" y="601589"/>
                </a:lnTo>
                <a:lnTo>
                  <a:pt x="114112" y="574589"/>
                </a:lnTo>
                <a:lnTo>
                  <a:pt x="80261" y="543052"/>
                </a:lnTo>
                <a:lnTo>
                  <a:pt x="51292" y="507311"/>
                </a:lnTo>
                <a:lnTo>
                  <a:pt x="27992" y="467697"/>
                </a:lnTo>
                <a:lnTo>
                  <a:pt x="11151" y="424542"/>
                </a:lnTo>
                <a:lnTo>
                  <a:pt x="1557" y="378175"/>
                </a:lnTo>
                <a:lnTo>
                  <a:pt x="0" y="328929"/>
                </a:lnTo>
                <a:lnTo>
                  <a:pt x="5748" y="279588"/>
                </a:lnTo>
                <a:lnTo>
                  <a:pt x="17268" y="233195"/>
                </a:lnTo>
                <a:lnTo>
                  <a:pt x="34246" y="190062"/>
                </a:lnTo>
                <a:lnTo>
                  <a:pt x="56370" y="150504"/>
                </a:lnTo>
                <a:lnTo>
                  <a:pt x="83325" y="114834"/>
                </a:lnTo>
                <a:lnTo>
                  <a:pt x="114799" y="83364"/>
                </a:lnTo>
                <a:lnTo>
                  <a:pt x="131449" y="70785"/>
                </a:lnTo>
                <a:lnTo>
                  <a:pt x="131449" y="339511"/>
                </a:lnTo>
                <a:lnTo>
                  <a:pt x="133832" y="373342"/>
                </a:lnTo>
                <a:lnTo>
                  <a:pt x="153247" y="436845"/>
                </a:lnTo>
                <a:lnTo>
                  <a:pt x="192219" y="489191"/>
                </a:lnTo>
                <a:lnTo>
                  <a:pt x="250781" y="523649"/>
                </a:lnTo>
                <a:lnTo>
                  <a:pt x="328968" y="533487"/>
                </a:lnTo>
                <a:lnTo>
                  <a:pt x="370517" y="527859"/>
                </a:lnTo>
                <a:lnTo>
                  <a:pt x="407177" y="516196"/>
                </a:lnTo>
                <a:lnTo>
                  <a:pt x="465834" y="477777"/>
                </a:lnTo>
                <a:lnTo>
                  <a:pt x="504938" y="424266"/>
                </a:lnTo>
                <a:lnTo>
                  <a:pt x="524491" y="361696"/>
                </a:lnTo>
                <a:lnTo>
                  <a:pt x="526935" y="328898"/>
                </a:lnTo>
                <a:lnTo>
                  <a:pt x="526935" y="71109"/>
                </a:lnTo>
                <a:lnTo>
                  <a:pt x="543851" y="83146"/>
                </a:lnTo>
                <a:lnTo>
                  <a:pt x="577706" y="114683"/>
                </a:lnTo>
                <a:lnTo>
                  <a:pt x="606682" y="150426"/>
                </a:lnTo>
                <a:lnTo>
                  <a:pt x="629988" y="190049"/>
                </a:lnTo>
                <a:lnTo>
                  <a:pt x="646838" y="233225"/>
                </a:lnTo>
                <a:lnTo>
                  <a:pt x="656442" y="279628"/>
                </a:lnTo>
                <a:lnTo>
                  <a:pt x="658012" y="328929"/>
                </a:lnTo>
                <a:close/>
              </a:path>
              <a:path w="658494" h="657859">
                <a:moveTo>
                  <a:pt x="328968" y="124124"/>
                </a:moveTo>
                <a:lnTo>
                  <a:pt x="287608" y="130038"/>
                </a:lnTo>
                <a:lnTo>
                  <a:pt x="251091" y="142421"/>
                </a:lnTo>
                <a:lnTo>
                  <a:pt x="192605" y="183223"/>
                </a:lnTo>
                <a:lnTo>
                  <a:pt x="153545" y="239799"/>
                </a:lnTo>
                <a:lnTo>
                  <a:pt x="133832" y="305919"/>
                </a:lnTo>
                <a:lnTo>
                  <a:pt x="133832" y="306926"/>
                </a:lnTo>
                <a:lnTo>
                  <a:pt x="131449" y="339511"/>
                </a:lnTo>
                <a:lnTo>
                  <a:pt x="131449" y="70785"/>
                </a:lnTo>
                <a:lnTo>
                  <a:pt x="150477" y="56409"/>
                </a:lnTo>
                <a:lnTo>
                  <a:pt x="190047" y="34282"/>
                </a:lnTo>
                <a:lnTo>
                  <a:pt x="233194" y="17296"/>
                </a:lnTo>
                <a:lnTo>
                  <a:pt x="269075" y="8380"/>
                </a:lnTo>
                <a:lnTo>
                  <a:pt x="269075" y="58897"/>
                </a:lnTo>
                <a:lnTo>
                  <a:pt x="275689" y="88756"/>
                </a:lnTo>
                <a:lnTo>
                  <a:pt x="275689" y="89030"/>
                </a:lnTo>
                <a:lnTo>
                  <a:pt x="295643" y="113047"/>
                </a:lnTo>
                <a:lnTo>
                  <a:pt x="328968" y="124124"/>
                </a:lnTo>
                <a:close/>
              </a:path>
              <a:path w="658494" h="657859">
                <a:moveTo>
                  <a:pt x="388871" y="58897"/>
                </a:moveTo>
                <a:lnTo>
                  <a:pt x="382171" y="89130"/>
                </a:lnTo>
                <a:lnTo>
                  <a:pt x="362192" y="113171"/>
                </a:lnTo>
                <a:lnTo>
                  <a:pt x="328968" y="124124"/>
                </a:lnTo>
                <a:lnTo>
                  <a:pt x="295643" y="113047"/>
                </a:lnTo>
                <a:lnTo>
                  <a:pt x="275689" y="89030"/>
                </a:lnTo>
                <a:lnTo>
                  <a:pt x="275689" y="88756"/>
                </a:lnTo>
                <a:lnTo>
                  <a:pt x="269075" y="58897"/>
                </a:lnTo>
                <a:lnTo>
                  <a:pt x="275689" y="29366"/>
                </a:lnTo>
                <a:lnTo>
                  <a:pt x="295643" y="7435"/>
                </a:lnTo>
                <a:lnTo>
                  <a:pt x="328968" y="0"/>
                </a:lnTo>
                <a:lnTo>
                  <a:pt x="362192" y="7411"/>
                </a:lnTo>
                <a:lnTo>
                  <a:pt x="382171" y="29269"/>
                </a:lnTo>
                <a:lnTo>
                  <a:pt x="382171" y="28972"/>
                </a:lnTo>
                <a:lnTo>
                  <a:pt x="388871" y="58897"/>
                </a:lnTo>
                <a:close/>
              </a:path>
              <a:path w="658494" h="657859">
                <a:moveTo>
                  <a:pt x="328968" y="0"/>
                </a:moveTo>
                <a:lnTo>
                  <a:pt x="295643" y="7435"/>
                </a:lnTo>
                <a:lnTo>
                  <a:pt x="275689" y="29366"/>
                </a:lnTo>
                <a:lnTo>
                  <a:pt x="269075" y="58897"/>
                </a:lnTo>
                <a:lnTo>
                  <a:pt x="269075" y="8380"/>
                </a:lnTo>
                <a:lnTo>
                  <a:pt x="279606" y="5764"/>
                </a:lnTo>
                <a:lnTo>
                  <a:pt x="328968" y="0"/>
                </a:lnTo>
                <a:close/>
              </a:path>
              <a:path w="658494" h="657859">
                <a:moveTo>
                  <a:pt x="526935" y="71109"/>
                </a:moveTo>
                <a:lnTo>
                  <a:pt x="526935" y="328898"/>
                </a:lnTo>
                <a:lnTo>
                  <a:pt x="524491" y="296099"/>
                </a:lnTo>
                <a:lnTo>
                  <a:pt x="517159" y="264051"/>
                </a:lnTo>
                <a:lnTo>
                  <a:pt x="487830" y="205229"/>
                </a:lnTo>
                <a:lnTo>
                  <a:pt x="438950" y="158464"/>
                </a:lnTo>
                <a:lnTo>
                  <a:pt x="370517" y="129791"/>
                </a:lnTo>
                <a:lnTo>
                  <a:pt x="328968" y="124124"/>
                </a:lnTo>
                <a:lnTo>
                  <a:pt x="362192" y="113171"/>
                </a:lnTo>
                <a:lnTo>
                  <a:pt x="382171" y="89130"/>
                </a:lnTo>
                <a:lnTo>
                  <a:pt x="388871" y="58897"/>
                </a:lnTo>
                <a:lnTo>
                  <a:pt x="388871" y="8991"/>
                </a:lnTo>
                <a:lnTo>
                  <a:pt x="420888" y="17044"/>
                </a:lnTo>
                <a:lnTo>
                  <a:pt x="464653" y="34000"/>
                </a:lnTo>
                <a:lnTo>
                  <a:pt x="505903" y="56143"/>
                </a:lnTo>
                <a:lnTo>
                  <a:pt x="526935" y="71109"/>
                </a:lnTo>
                <a:close/>
              </a:path>
              <a:path w="658494" h="657859">
                <a:moveTo>
                  <a:pt x="388871" y="8991"/>
                </a:moveTo>
                <a:lnTo>
                  <a:pt x="388871" y="58897"/>
                </a:lnTo>
                <a:lnTo>
                  <a:pt x="382171" y="28972"/>
                </a:lnTo>
                <a:lnTo>
                  <a:pt x="382171" y="29269"/>
                </a:lnTo>
                <a:lnTo>
                  <a:pt x="362192" y="7411"/>
                </a:lnTo>
                <a:lnTo>
                  <a:pt x="328968" y="0"/>
                </a:lnTo>
                <a:lnTo>
                  <a:pt x="375397" y="5601"/>
                </a:lnTo>
                <a:lnTo>
                  <a:pt x="388871" y="8991"/>
                </a:lnTo>
                <a:close/>
              </a:path>
            </a:pathLst>
          </a:custGeom>
          <a:solidFill>
            <a:srgbClr val="AAC7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4978395" y="4270287"/>
            <a:ext cx="658495" cy="657860"/>
          </a:xfrm>
          <a:custGeom>
            <a:avLst/>
            <a:gdLst/>
            <a:ahLst/>
            <a:cxnLst/>
            <a:rect l="l" t="t" r="r" b="b"/>
            <a:pathLst>
              <a:path w="658494" h="657860">
                <a:moveTo>
                  <a:pt x="657937" y="328681"/>
                </a:moveTo>
                <a:lnTo>
                  <a:pt x="652382" y="375056"/>
                </a:lnTo>
                <a:lnTo>
                  <a:pt x="640966" y="420496"/>
                </a:lnTo>
                <a:lnTo>
                  <a:pt x="624017" y="464213"/>
                </a:lnTo>
                <a:lnTo>
                  <a:pt x="601868" y="505418"/>
                </a:lnTo>
                <a:lnTo>
                  <a:pt x="574848" y="543324"/>
                </a:lnTo>
                <a:lnTo>
                  <a:pt x="543289" y="577143"/>
                </a:lnTo>
                <a:lnTo>
                  <a:pt x="507521" y="606088"/>
                </a:lnTo>
                <a:lnTo>
                  <a:pt x="467874" y="629370"/>
                </a:lnTo>
                <a:lnTo>
                  <a:pt x="424679" y="646201"/>
                </a:lnTo>
                <a:lnTo>
                  <a:pt x="378267" y="655795"/>
                </a:lnTo>
                <a:lnTo>
                  <a:pt x="328968" y="657362"/>
                </a:lnTo>
                <a:lnTo>
                  <a:pt x="282540" y="651817"/>
                </a:lnTo>
                <a:lnTo>
                  <a:pt x="237051" y="640410"/>
                </a:lnTo>
                <a:lnTo>
                  <a:pt x="193289" y="623475"/>
                </a:lnTo>
                <a:lnTo>
                  <a:pt x="152043" y="601341"/>
                </a:lnTo>
                <a:lnTo>
                  <a:pt x="114102" y="574340"/>
                </a:lnTo>
                <a:lnTo>
                  <a:pt x="80253" y="542804"/>
                </a:lnTo>
                <a:lnTo>
                  <a:pt x="51285" y="507063"/>
                </a:lnTo>
                <a:lnTo>
                  <a:pt x="27988" y="467449"/>
                </a:lnTo>
                <a:lnTo>
                  <a:pt x="11149" y="424293"/>
                </a:lnTo>
                <a:lnTo>
                  <a:pt x="1556" y="377927"/>
                </a:lnTo>
                <a:lnTo>
                  <a:pt x="0" y="328681"/>
                </a:lnTo>
                <a:lnTo>
                  <a:pt x="5717" y="279340"/>
                </a:lnTo>
                <a:lnTo>
                  <a:pt x="17214" y="232948"/>
                </a:lnTo>
                <a:lnTo>
                  <a:pt x="34176" y="189819"/>
                </a:lnTo>
                <a:lnTo>
                  <a:pt x="56290" y="150268"/>
                </a:lnTo>
                <a:lnTo>
                  <a:pt x="83241" y="114609"/>
                </a:lnTo>
                <a:lnTo>
                  <a:pt x="114717" y="83156"/>
                </a:lnTo>
                <a:lnTo>
                  <a:pt x="131403" y="70563"/>
                </a:lnTo>
                <a:lnTo>
                  <a:pt x="131403" y="339201"/>
                </a:lnTo>
                <a:lnTo>
                  <a:pt x="133781" y="373034"/>
                </a:lnTo>
                <a:lnTo>
                  <a:pt x="153191" y="436550"/>
                </a:lnTo>
                <a:lnTo>
                  <a:pt x="192169" y="488917"/>
                </a:lnTo>
                <a:lnTo>
                  <a:pt x="250749" y="523393"/>
                </a:lnTo>
                <a:lnTo>
                  <a:pt x="328968" y="533239"/>
                </a:lnTo>
                <a:lnTo>
                  <a:pt x="370517" y="527611"/>
                </a:lnTo>
                <a:lnTo>
                  <a:pt x="407177" y="515948"/>
                </a:lnTo>
                <a:lnTo>
                  <a:pt x="465834" y="477532"/>
                </a:lnTo>
                <a:lnTo>
                  <a:pt x="504939" y="424027"/>
                </a:lnTo>
                <a:lnTo>
                  <a:pt x="524491" y="361469"/>
                </a:lnTo>
                <a:lnTo>
                  <a:pt x="526935" y="328681"/>
                </a:lnTo>
                <a:lnTo>
                  <a:pt x="526935" y="70915"/>
                </a:lnTo>
                <a:lnTo>
                  <a:pt x="543844" y="82938"/>
                </a:lnTo>
                <a:lnTo>
                  <a:pt x="577694" y="114457"/>
                </a:lnTo>
                <a:lnTo>
                  <a:pt x="606662" y="150189"/>
                </a:lnTo>
                <a:lnTo>
                  <a:pt x="629960" y="189805"/>
                </a:lnTo>
                <a:lnTo>
                  <a:pt x="646797" y="232978"/>
                </a:lnTo>
                <a:lnTo>
                  <a:pt x="656386" y="279379"/>
                </a:lnTo>
                <a:lnTo>
                  <a:pt x="657937" y="328681"/>
                </a:lnTo>
                <a:close/>
              </a:path>
              <a:path w="658494" h="657860">
                <a:moveTo>
                  <a:pt x="328968" y="124124"/>
                </a:moveTo>
                <a:lnTo>
                  <a:pt x="287607" y="129962"/>
                </a:lnTo>
                <a:lnTo>
                  <a:pt x="251087" y="142281"/>
                </a:lnTo>
                <a:lnTo>
                  <a:pt x="192591" y="182991"/>
                </a:lnTo>
                <a:lnTo>
                  <a:pt x="153517" y="239514"/>
                </a:lnTo>
                <a:lnTo>
                  <a:pt x="133781" y="305656"/>
                </a:lnTo>
                <a:lnTo>
                  <a:pt x="133781" y="306754"/>
                </a:lnTo>
                <a:lnTo>
                  <a:pt x="131403" y="339201"/>
                </a:lnTo>
                <a:lnTo>
                  <a:pt x="131403" y="70563"/>
                </a:lnTo>
                <a:lnTo>
                  <a:pt x="150402" y="56225"/>
                </a:lnTo>
                <a:lnTo>
                  <a:pt x="189984" y="34129"/>
                </a:lnTo>
                <a:lnTo>
                  <a:pt x="233148" y="17183"/>
                </a:lnTo>
                <a:lnTo>
                  <a:pt x="269029" y="8311"/>
                </a:lnTo>
                <a:lnTo>
                  <a:pt x="269029" y="58710"/>
                </a:lnTo>
                <a:lnTo>
                  <a:pt x="275634" y="88467"/>
                </a:lnTo>
                <a:lnTo>
                  <a:pt x="275634" y="88831"/>
                </a:lnTo>
                <a:lnTo>
                  <a:pt x="295738" y="113068"/>
                </a:lnTo>
                <a:lnTo>
                  <a:pt x="328968" y="124124"/>
                </a:lnTo>
                <a:close/>
              </a:path>
              <a:path w="658494" h="657860">
                <a:moveTo>
                  <a:pt x="388833" y="58710"/>
                </a:moveTo>
                <a:lnTo>
                  <a:pt x="382127" y="88965"/>
                </a:lnTo>
                <a:lnTo>
                  <a:pt x="362158" y="113068"/>
                </a:lnTo>
                <a:lnTo>
                  <a:pt x="328968" y="124124"/>
                </a:lnTo>
                <a:lnTo>
                  <a:pt x="295738" y="113068"/>
                </a:lnTo>
                <a:lnTo>
                  <a:pt x="275634" y="88831"/>
                </a:lnTo>
                <a:lnTo>
                  <a:pt x="275634" y="88467"/>
                </a:lnTo>
                <a:lnTo>
                  <a:pt x="269029" y="58710"/>
                </a:lnTo>
                <a:lnTo>
                  <a:pt x="275634" y="29201"/>
                </a:lnTo>
                <a:lnTo>
                  <a:pt x="295600" y="7332"/>
                </a:lnTo>
                <a:lnTo>
                  <a:pt x="328968" y="0"/>
                </a:lnTo>
                <a:lnTo>
                  <a:pt x="362158" y="7302"/>
                </a:lnTo>
                <a:lnTo>
                  <a:pt x="362296" y="7332"/>
                </a:lnTo>
                <a:lnTo>
                  <a:pt x="382127" y="29080"/>
                </a:lnTo>
                <a:lnTo>
                  <a:pt x="382127" y="28707"/>
                </a:lnTo>
                <a:lnTo>
                  <a:pt x="388833" y="58710"/>
                </a:lnTo>
                <a:close/>
              </a:path>
              <a:path w="658494" h="657860">
                <a:moveTo>
                  <a:pt x="328968" y="0"/>
                </a:moveTo>
                <a:lnTo>
                  <a:pt x="295738" y="7302"/>
                </a:lnTo>
                <a:lnTo>
                  <a:pt x="295600" y="7332"/>
                </a:lnTo>
                <a:lnTo>
                  <a:pt x="275634" y="29201"/>
                </a:lnTo>
                <a:lnTo>
                  <a:pt x="269029" y="58710"/>
                </a:lnTo>
                <a:lnTo>
                  <a:pt x="269029" y="8311"/>
                </a:lnTo>
                <a:lnTo>
                  <a:pt x="279581" y="5702"/>
                </a:lnTo>
                <a:lnTo>
                  <a:pt x="328968" y="0"/>
                </a:lnTo>
                <a:close/>
              </a:path>
              <a:path w="658494" h="657860">
                <a:moveTo>
                  <a:pt x="526935" y="70915"/>
                </a:moveTo>
                <a:lnTo>
                  <a:pt x="526935" y="328681"/>
                </a:lnTo>
                <a:lnTo>
                  <a:pt x="524491" y="295893"/>
                </a:lnTo>
                <a:lnTo>
                  <a:pt x="517159" y="263860"/>
                </a:lnTo>
                <a:lnTo>
                  <a:pt x="487830" y="205074"/>
                </a:lnTo>
                <a:lnTo>
                  <a:pt x="438950" y="158359"/>
                </a:lnTo>
                <a:lnTo>
                  <a:pt x="370517" y="129752"/>
                </a:lnTo>
                <a:lnTo>
                  <a:pt x="328968" y="124124"/>
                </a:lnTo>
                <a:lnTo>
                  <a:pt x="362158" y="113068"/>
                </a:lnTo>
                <a:lnTo>
                  <a:pt x="382127" y="88965"/>
                </a:lnTo>
                <a:lnTo>
                  <a:pt x="388833" y="58710"/>
                </a:lnTo>
                <a:lnTo>
                  <a:pt x="388833" y="8904"/>
                </a:lnTo>
                <a:lnTo>
                  <a:pt x="420888" y="16931"/>
                </a:lnTo>
                <a:lnTo>
                  <a:pt x="464651" y="33847"/>
                </a:lnTo>
                <a:lnTo>
                  <a:pt x="505900" y="55958"/>
                </a:lnTo>
                <a:lnTo>
                  <a:pt x="526935" y="70915"/>
                </a:lnTo>
                <a:close/>
              </a:path>
              <a:path w="658494" h="657860">
                <a:moveTo>
                  <a:pt x="388833" y="8904"/>
                </a:moveTo>
                <a:lnTo>
                  <a:pt x="388833" y="58710"/>
                </a:lnTo>
                <a:lnTo>
                  <a:pt x="382127" y="28707"/>
                </a:lnTo>
                <a:lnTo>
                  <a:pt x="382127" y="29080"/>
                </a:lnTo>
                <a:lnTo>
                  <a:pt x="362296" y="7332"/>
                </a:lnTo>
                <a:lnTo>
                  <a:pt x="328968" y="0"/>
                </a:lnTo>
                <a:lnTo>
                  <a:pt x="375397" y="5540"/>
                </a:lnTo>
                <a:lnTo>
                  <a:pt x="388833" y="8904"/>
                </a:lnTo>
                <a:close/>
              </a:path>
            </a:pathLst>
          </a:custGeom>
          <a:solidFill>
            <a:srgbClr val="AAC7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5084349" y="11"/>
            <a:ext cx="2914650" cy="2270760"/>
          </a:xfrm>
          <a:custGeom>
            <a:avLst/>
            <a:gdLst/>
            <a:ahLst/>
            <a:cxnLst/>
            <a:rect l="l" t="t" r="r" b="b"/>
            <a:pathLst>
              <a:path w="2914650" h="2270760">
                <a:moveTo>
                  <a:pt x="558774" y="0"/>
                </a:moveTo>
                <a:lnTo>
                  <a:pt x="382181" y="0"/>
                </a:lnTo>
                <a:lnTo>
                  <a:pt x="360146" y="35687"/>
                </a:lnTo>
                <a:lnTo>
                  <a:pt x="341464" y="75793"/>
                </a:lnTo>
                <a:lnTo>
                  <a:pt x="327380" y="118427"/>
                </a:lnTo>
                <a:lnTo>
                  <a:pt x="318211" y="163322"/>
                </a:lnTo>
                <a:lnTo>
                  <a:pt x="314236" y="210172"/>
                </a:lnTo>
                <a:lnTo>
                  <a:pt x="322503" y="243459"/>
                </a:lnTo>
                <a:lnTo>
                  <a:pt x="344944" y="263398"/>
                </a:lnTo>
                <a:lnTo>
                  <a:pt x="374662" y="270027"/>
                </a:lnTo>
                <a:lnTo>
                  <a:pt x="404749" y="263347"/>
                </a:lnTo>
                <a:lnTo>
                  <a:pt x="428307" y="243382"/>
                </a:lnTo>
                <a:lnTo>
                  <a:pt x="438442" y="210172"/>
                </a:lnTo>
                <a:lnTo>
                  <a:pt x="444500" y="159956"/>
                </a:lnTo>
                <a:lnTo>
                  <a:pt x="459359" y="113563"/>
                </a:lnTo>
                <a:lnTo>
                  <a:pt x="482180" y="71831"/>
                </a:lnTo>
                <a:lnTo>
                  <a:pt x="512152" y="35585"/>
                </a:lnTo>
                <a:lnTo>
                  <a:pt x="548424" y="5638"/>
                </a:lnTo>
                <a:lnTo>
                  <a:pt x="558774" y="0"/>
                </a:lnTo>
                <a:close/>
              </a:path>
              <a:path w="2914650" h="2270760">
                <a:moveTo>
                  <a:pt x="1888045" y="412000"/>
                </a:moveTo>
                <a:lnTo>
                  <a:pt x="1883079" y="315633"/>
                </a:lnTo>
                <a:lnTo>
                  <a:pt x="1878114" y="268541"/>
                </a:lnTo>
                <a:lnTo>
                  <a:pt x="1870659" y="222250"/>
                </a:lnTo>
                <a:lnTo>
                  <a:pt x="1860727" y="176809"/>
                </a:lnTo>
                <a:lnTo>
                  <a:pt x="1845818" y="132270"/>
                </a:lnTo>
                <a:lnTo>
                  <a:pt x="1816011" y="46126"/>
                </a:lnTo>
                <a:lnTo>
                  <a:pt x="1796135" y="4635"/>
                </a:lnTo>
                <a:lnTo>
                  <a:pt x="1793557" y="0"/>
                </a:lnTo>
                <a:lnTo>
                  <a:pt x="1763839" y="0"/>
                </a:lnTo>
                <a:lnTo>
                  <a:pt x="1646885" y="0"/>
                </a:lnTo>
                <a:lnTo>
                  <a:pt x="1674406" y="52971"/>
                </a:lnTo>
                <a:lnTo>
                  <a:pt x="1694281" y="94081"/>
                </a:lnTo>
                <a:lnTo>
                  <a:pt x="1711667" y="136398"/>
                </a:lnTo>
                <a:lnTo>
                  <a:pt x="1726577" y="179870"/>
                </a:lnTo>
                <a:lnTo>
                  <a:pt x="1738998" y="224421"/>
                </a:lnTo>
                <a:lnTo>
                  <a:pt x="1748929" y="269976"/>
                </a:lnTo>
                <a:lnTo>
                  <a:pt x="1756384" y="316471"/>
                </a:lnTo>
                <a:lnTo>
                  <a:pt x="1761350" y="363829"/>
                </a:lnTo>
                <a:lnTo>
                  <a:pt x="1763839" y="412000"/>
                </a:lnTo>
                <a:lnTo>
                  <a:pt x="1758873" y="507568"/>
                </a:lnTo>
                <a:lnTo>
                  <a:pt x="1743964" y="599668"/>
                </a:lnTo>
                <a:lnTo>
                  <a:pt x="1731543" y="644232"/>
                </a:lnTo>
                <a:lnTo>
                  <a:pt x="1716633" y="687717"/>
                </a:lnTo>
                <a:lnTo>
                  <a:pt x="1699247" y="730046"/>
                </a:lnTo>
                <a:lnTo>
                  <a:pt x="1681861" y="771169"/>
                </a:lnTo>
                <a:lnTo>
                  <a:pt x="1659496" y="810996"/>
                </a:lnTo>
                <a:lnTo>
                  <a:pt x="1634655" y="849477"/>
                </a:lnTo>
                <a:lnTo>
                  <a:pt x="1609813" y="886523"/>
                </a:lnTo>
                <a:lnTo>
                  <a:pt x="1582483" y="922083"/>
                </a:lnTo>
                <a:lnTo>
                  <a:pt x="1552676" y="956068"/>
                </a:lnTo>
                <a:lnTo>
                  <a:pt x="1520380" y="988428"/>
                </a:lnTo>
                <a:lnTo>
                  <a:pt x="1488084" y="1019086"/>
                </a:lnTo>
                <a:lnTo>
                  <a:pt x="1453299" y="1047965"/>
                </a:lnTo>
                <a:lnTo>
                  <a:pt x="1416037" y="1075016"/>
                </a:lnTo>
                <a:lnTo>
                  <a:pt x="1378775" y="1100150"/>
                </a:lnTo>
                <a:lnTo>
                  <a:pt x="1339024" y="1123302"/>
                </a:lnTo>
                <a:lnTo>
                  <a:pt x="1299273" y="1144409"/>
                </a:lnTo>
                <a:lnTo>
                  <a:pt x="1257046" y="1163396"/>
                </a:lnTo>
                <a:lnTo>
                  <a:pt x="1214805" y="1180198"/>
                </a:lnTo>
                <a:lnTo>
                  <a:pt x="1172578" y="1194752"/>
                </a:lnTo>
                <a:lnTo>
                  <a:pt x="1127861" y="1206969"/>
                </a:lnTo>
                <a:lnTo>
                  <a:pt x="1083144" y="1216799"/>
                </a:lnTo>
                <a:lnTo>
                  <a:pt x="1035939" y="1224153"/>
                </a:lnTo>
                <a:lnTo>
                  <a:pt x="988745" y="1228991"/>
                </a:lnTo>
                <a:lnTo>
                  <a:pt x="944016" y="1231214"/>
                </a:lnTo>
                <a:lnTo>
                  <a:pt x="894334" y="1230642"/>
                </a:lnTo>
                <a:lnTo>
                  <a:pt x="847140" y="1227137"/>
                </a:lnTo>
                <a:lnTo>
                  <a:pt x="799934" y="1220774"/>
                </a:lnTo>
                <a:lnTo>
                  <a:pt x="755218" y="1211656"/>
                </a:lnTo>
                <a:lnTo>
                  <a:pt x="710501" y="1199883"/>
                </a:lnTo>
                <a:lnTo>
                  <a:pt x="665784" y="1185545"/>
                </a:lnTo>
                <a:lnTo>
                  <a:pt x="623544" y="1168742"/>
                </a:lnTo>
                <a:lnTo>
                  <a:pt x="583806" y="1149553"/>
                </a:lnTo>
                <a:lnTo>
                  <a:pt x="544055" y="1128090"/>
                </a:lnTo>
                <a:lnTo>
                  <a:pt x="504304" y="1104430"/>
                </a:lnTo>
                <a:lnTo>
                  <a:pt x="467042" y="1078687"/>
                </a:lnTo>
                <a:lnTo>
                  <a:pt x="432257" y="1050937"/>
                </a:lnTo>
                <a:lnTo>
                  <a:pt x="397484" y="1021283"/>
                </a:lnTo>
                <a:lnTo>
                  <a:pt x="365188" y="989825"/>
                </a:lnTo>
                <a:lnTo>
                  <a:pt x="335368" y="956640"/>
                </a:lnTo>
                <a:lnTo>
                  <a:pt x="305562" y="921842"/>
                </a:lnTo>
                <a:lnTo>
                  <a:pt x="278231" y="885520"/>
                </a:lnTo>
                <a:lnTo>
                  <a:pt x="253390" y="847750"/>
                </a:lnTo>
                <a:lnTo>
                  <a:pt x="231038" y="808647"/>
                </a:lnTo>
                <a:lnTo>
                  <a:pt x="211162" y="768299"/>
                </a:lnTo>
                <a:lnTo>
                  <a:pt x="191287" y="726795"/>
                </a:lnTo>
                <a:lnTo>
                  <a:pt x="173888" y="684250"/>
                </a:lnTo>
                <a:lnTo>
                  <a:pt x="158991" y="640727"/>
                </a:lnTo>
                <a:lnTo>
                  <a:pt x="146570" y="596341"/>
                </a:lnTo>
                <a:lnTo>
                  <a:pt x="136626" y="551180"/>
                </a:lnTo>
                <a:lnTo>
                  <a:pt x="129171" y="505333"/>
                </a:lnTo>
                <a:lnTo>
                  <a:pt x="124206" y="458914"/>
                </a:lnTo>
                <a:lnTo>
                  <a:pt x="124206" y="363829"/>
                </a:lnTo>
                <a:lnTo>
                  <a:pt x="126695" y="316458"/>
                </a:lnTo>
                <a:lnTo>
                  <a:pt x="141605" y="224409"/>
                </a:lnTo>
                <a:lnTo>
                  <a:pt x="154025" y="179857"/>
                </a:lnTo>
                <a:lnTo>
                  <a:pt x="168922" y="136372"/>
                </a:lnTo>
                <a:lnTo>
                  <a:pt x="186321" y="94043"/>
                </a:lnTo>
                <a:lnTo>
                  <a:pt x="203708" y="52933"/>
                </a:lnTo>
                <a:lnTo>
                  <a:pt x="226060" y="13106"/>
                </a:lnTo>
                <a:lnTo>
                  <a:pt x="234530" y="0"/>
                </a:lnTo>
                <a:lnTo>
                  <a:pt x="124206" y="0"/>
                </a:lnTo>
                <a:lnTo>
                  <a:pt x="99187" y="0"/>
                </a:lnTo>
                <a:lnTo>
                  <a:pt x="96875" y="4673"/>
                </a:lnTo>
                <a:lnTo>
                  <a:pt x="77012" y="46164"/>
                </a:lnTo>
                <a:lnTo>
                  <a:pt x="59613" y="88722"/>
                </a:lnTo>
                <a:lnTo>
                  <a:pt x="44716" y="132295"/>
                </a:lnTo>
                <a:lnTo>
                  <a:pt x="19862" y="222262"/>
                </a:lnTo>
                <a:lnTo>
                  <a:pt x="4965" y="315633"/>
                </a:lnTo>
                <a:lnTo>
                  <a:pt x="0" y="363474"/>
                </a:lnTo>
                <a:lnTo>
                  <a:pt x="0" y="460514"/>
                </a:lnTo>
                <a:lnTo>
                  <a:pt x="2476" y="508355"/>
                </a:lnTo>
                <a:lnTo>
                  <a:pt x="7442" y="555447"/>
                </a:lnTo>
                <a:lnTo>
                  <a:pt x="14897" y="601738"/>
                </a:lnTo>
                <a:lnTo>
                  <a:pt x="24841" y="647179"/>
                </a:lnTo>
                <a:lnTo>
                  <a:pt x="54648" y="735291"/>
                </a:lnTo>
                <a:lnTo>
                  <a:pt x="72034" y="777862"/>
                </a:lnTo>
                <a:lnTo>
                  <a:pt x="89433" y="819353"/>
                </a:lnTo>
                <a:lnTo>
                  <a:pt x="111785" y="859739"/>
                </a:lnTo>
                <a:lnTo>
                  <a:pt x="134150" y="898931"/>
                </a:lnTo>
                <a:lnTo>
                  <a:pt x="158991" y="936904"/>
                </a:lnTo>
                <a:lnTo>
                  <a:pt x="186321" y="973607"/>
                </a:lnTo>
                <a:lnTo>
                  <a:pt x="216128" y="1008951"/>
                </a:lnTo>
                <a:lnTo>
                  <a:pt x="245935" y="1042924"/>
                </a:lnTo>
                <a:lnTo>
                  <a:pt x="278231" y="1075436"/>
                </a:lnTo>
                <a:lnTo>
                  <a:pt x="310527" y="1106462"/>
                </a:lnTo>
                <a:lnTo>
                  <a:pt x="345313" y="1135926"/>
                </a:lnTo>
                <a:lnTo>
                  <a:pt x="382574" y="1163789"/>
                </a:lnTo>
                <a:lnTo>
                  <a:pt x="419836" y="1190002"/>
                </a:lnTo>
                <a:lnTo>
                  <a:pt x="457098" y="1214488"/>
                </a:lnTo>
                <a:lnTo>
                  <a:pt x="496849" y="1237208"/>
                </a:lnTo>
                <a:lnTo>
                  <a:pt x="539089" y="1258112"/>
                </a:lnTo>
                <a:lnTo>
                  <a:pt x="581317" y="1277137"/>
                </a:lnTo>
                <a:lnTo>
                  <a:pt x="623544" y="1294231"/>
                </a:lnTo>
                <a:lnTo>
                  <a:pt x="665784" y="1309344"/>
                </a:lnTo>
                <a:lnTo>
                  <a:pt x="710501" y="1322412"/>
                </a:lnTo>
                <a:lnTo>
                  <a:pt x="755218" y="1333398"/>
                </a:lnTo>
                <a:lnTo>
                  <a:pt x="802424" y="1342237"/>
                </a:lnTo>
                <a:lnTo>
                  <a:pt x="849617" y="1348879"/>
                </a:lnTo>
                <a:lnTo>
                  <a:pt x="894334" y="1353261"/>
                </a:lnTo>
                <a:lnTo>
                  <a:pt x="896823" y="1353362"/>
                </a:lnTo>
                <a:lnTo>
                  <a:pt x="944016" y="1355344"/>
                </a:lnTo>
                <a:lnTo>
                  <a:pt x="991222" y="1354950"/>
                </a:lnTo>
                <a:lnTo>
                  <a:pt x="1038428" y="1351940"/>
                </a:lnTo>
                <a:lnTo>
                  <a:pt x="1085621" y="1346415"/>
                </a:lnTo>
                <a:lnTo>
                  <a:pt x="1132827" y="1338414"/>
                </a:lnTo>
                <a:lnTo>
                  <a:pt x="1177544" y="1328039"/>
                </a:lnTo>
                <a:lnTo>
                  <a:pt x="1222260" y="1315351"/>
                </a:lnTo>
                <a:lnTo>
                  <a:pt x="1266977" y="1300416"/>
                </a:lnTo>
                <a:lnTo>
                  <a:pt x="1309217" y="1283309"/>
                </a:lnTo>
                <a:lnTo>
                  <a:pt x="1351445" y="1264119"/>
                </a:lnTo>
                <a:lnTo>
                  <a:pt x="1391196" y="1242898"/>
                </a:lnTo>
                <a:lnTo>
                  <a:pt x="1430947" y="1219733"/>
                </a:lnTo>
                <a:lnTo>
                  <a:pt x="1468208" y="1194689"/>
                </a:lnTo>
                <a:lnTo>
                  <a:pt x="1505470" y="1167841"/>
                </a:lnTo>
                <a:lnTo>
                  <a:pt x="1540256" y="1139266"/>
                </a:lnTo>
                <a:lnTo>
                  <a:pt x="1575028" y="1109027"/>
                </a:lnTo>
                <a:lnTo>
                  <a:pt x="1607324" y="1077214"/>
                </a:lnTo>
                <a:lnTo>
                  <a:pt x="1637131" y="1043876"/>
                </a:lnTo>
                <a:lnTo>
                  <a:pt x="1666951" y="1009103"/>
                </a:lnTo>
                <a:lnTo>
                  <a:pt x="1694281" y="972972"/>
                </a:lnTo>
                <a:lnTo>
                  <a:pt x="1721599" y="935532"/>
                </a:lnTo>
                <a:lnTo>
                  <a:pt x="1746440" y="896886"/>
                </a:lnTo>
                <a:lnTo>
                  <a:pt x="1768805" y="857084"/>
                </a:lnTo>
                <a:lnTo>
                  <a:pt x="1788680" y="816203"/>
                </a:lnTo>
                <a:lnTo>
                  <a:pt x="1808556" y="774331"/>
                </a:lnTo>
                <a:lnTo>
                  <a:pt x="1825942" y="731532"/>
                </a:lnTo>
                <a:lnTo>
                  <a:pt x="1840852" y="687870"/>
                </a:lnTo>
                <a:lnTo>
                  <a:pt x="1865693" y="598271"/>
                </a:lnTo>
                <a:lnTo>
                  <a:pt x="1880603" y="506107"/>
                </a:lnTo>
                <a:lnTo>
                  <a:pt x="1885569" y="459270"/>
                </a:lnTo>
                <a:lnTo>
                  <a:pt x="1888045" y="412000"/>
                </a:lnTo>
                <a:close/>
              </a:path>
              <a:path w="2914650" h="2270760">
                <a:moveTo>
                  <a:pt x="2233460" y="1376197"/>
                </a:moveTo>
                <a:lnTo>
                  <a:pt x="2226818" y="1346479"/>
                </a:lnTo>
                <a:lnTo>
                  <a:pt x="2206790" y="1323987"/>
                </a:lnTo>
                <a:lnTo>
                  <a:pt x="2173376" y="1315618"/>
                </a:lnTo>
                <a:lnTo>
                  <a:pt x="2123554" y="1321689"/>
                </a:lnTo>
                <a:lnTo>
                  <a:pt x="2077453" y="1336560"/>
                </a:lnTo>
                <a:lnTo>
                  <a:pt x="2035924" y="1359357"/>
                </a:lnTo>
                <a:lnTo>
                  <a:pt x="1999780" y="1389253"/>
                </a:lnTo>
                <a:lnTo>
                  <a:pt x="1969897" y="1425409"/>
                </a:lnTo>
                <a:lnTo>
                  <a:pt x="1947113" y="1466951"/>
                </a:lnTo>
                <a:lnTo>
                  <a:pt x="1932266" y="1513065"/>
                </a:lnTo>
                <a:lnTo>
                  <a:pt x="1926209" y="1562874"/>
                </a:lnTo>
                <a:lnTo>
                  <a:pt x="1934527" y="1596186"/>
                </a:lnTo>
                <a:lnTo>
                  <a:pt x="1956993" y="1616163"/>
                </a:lnTo>
                <a:lnTo>
                  <a:pt x="1986711" y="1622831"/>
                </a:lnTo>
                <a:lnTo>
                  <a:pt x="2016798" y="1616163"/>
                </a:lnTo>
                <a:lnTo>
                  <a:pt x="2040331" y="1596186"/>
                </a:lnTo>
                <a:lnTo>
                  <a:pt x="2050427" y="1562874"/>
                </a:lnTo>
                <a:lnTo>
                  <a:pt x="2060816" y="1515008"/>
                </a:lnTo>
                <a:lnTo>
                  <a:pt x="2086914" y="1476362"/>
                </a:lnTo>
                <a:lnTo>
                  <a:pt x="2125510" y="1450187"/>
                </a:lnTo>
                <a:lnTo>
                  <a:pt x="2173376" y="1439748"/>
                </a:lnTo>
                <a:lnTo>
                  <a:pt x="2206714" y="1429727"/>
                </a:lnTo>
                <a:lnTo>
                  <a:pt x="2226754" y="1406245"/>
                </a:lnTo>
                <a:lnTo>
                  <a:pt x="2233460" y="1376197"/>
                </a:lnTo>
                <a:close/>
              </a:path>
              <a:path w="2914650" h="2270760">
                <a:moveTo>
                  <a:pt x="2914434" y="1683283"/>
                </a:moveTo>
                <a:lnTo>
                  <a:pt x="2913837" y="1634794"/>
                </a:lnTo>
                <a:lnTo>
                  <a:pt x="2908985" y="1587588"/>
                </a:lnTo>
                <a:lnTo>
                  <a:pt x="2900083" y="1541792"/>
                </a:lnTo>
                <a:lnTo>
                  <a:pt x="2887345" y="1497507"/>
                </a:lnTo>
                <a:lnTo>
                  <a:pt x="2870949" y="1454861"/>
                </a:lnTo>
                <a:lnTo>
                  <a:pt x="2851112" y="1413992"/>
                </a:lnTo>
                <a:lnTo>
                  <a:pt x="2828048" y="1375016"/>
                </a:lnTo>
                <a:lnTo>
                  <a:pt x="2801963" y="1338046"/>
                </a:lnTo>
                <a:lnTo>
                  <a:pt x="2790215" y="1323898"/>
                </a:lnTo>
                <a:lnTo>
                  <a:pt x="2790215" y="1683283"/>
                </a:lnTo>
                <a:lnTo>
                  <a:pt x="2789110" y="1730984"/>
                </a:lnTo>
                <a:lnTo>
                  <a:pt x="2782836" y="1777047"/>
                </a:lnTo>
                <a:lnTo>
                  <a:pt x="2771698" y="1821294"/>
                </a:lnTo>
                <a:lnTo>
                  <a:pt x="2756014" y="1863521"/>
                </a:lnTo>
                <a:lnTo>
                  <a:pt x="2736088" y="1903577"/>
                </a:lnTo>
                <a:lnTo>
                  <a:pt x="2712250" y="1941245"/>
                </a:lnTo>
                <a:lnTo>
                  <a:pt x="2684792" y="1976348"/>
                </a:lnTo>
                <a:lnTo>
                  <a:pt x="2654046" y="2008708"/>
                </a:lnTo>
                <a:lnTo>
                  <a:pt x="2620200" y="2038210"/>
                </a:lnTo>
                <a:lnTo>
                  <a:pt x="2583916" y="2064423"/>
                </a:lnTo>
                <a:lnTo>
                  <a:pt x="2545156" y="2087410"/>
                </a:lnTo>
                <a:lnTo>
                  <a:pt x="2504338" y="2106917"/>
                </a:lnTo>
                <a:lnTo>
                  <a:pt x="2461806" y="2122728"/>
                </a:lnTo>
                <a:lnTo>
                  <a:pt x="2417838" y="2134692"/>
                </a:lnTo>
                <a:lnTo>
                  <a:pt x="2372766" y="2142591"/>
                </a:lnTo>
                <a:lnTo>
                  <a:pt x="2326906" y="2146262"/>
                </a:lnTo>
                <a:lnTo>
                  <a:pt x="2279091" y="2145157"/>
                </a:lnTo>
                <a:lnTo>
                  <a:pt x="2232939" y="2138883"/>
                </a:lnTo>
                <a:lnTo>
                  <a:pt x="2188616" y="2127758"/>
                </a:lnTo>
                <a:lnTo>
                  <a:pt x="2146300" y="2112073"/>
                </a:lnTo>
                <a:lnTo>
                  <a:pt x="2106193" y="2092172"/>
                </a:lnTo>
                <a:lnTo>
                  <a:pt x="2068461" y="2068347"/>
                </a:lnTo>
                <a:lnTo>
                  <a:pt x="2033295" y="2040890"/>
                </a:lnTo>
                <a:lnTo>
                  <a:pt x="2000910" y="2010194"/>
                </a:lnTo>
                <a:lnTo>
                  <a:pt x="1971459" y="1976488"/>
                </a:lnTo>
                <a:lnTo>
                  <a:pt x="1945132" y="1940102"/>
                </a:lnTo>
                <a:lnTo>
                  <a:pt x="1922119" y="1901367"/>
                </a:lnTo>
                <a:lnTo>
                  <a:pt x="1902599" y="1860600"/>
                </a:lnTo>
                <a:lnTo>
                  <a:pt x="1886762" y="1818081"/>
                </a:lnTo>
                <a:lnTo>
                  <a:pt x="1874799" y="1774151"/>
                </a:lnTo>
                <a:lnTo>
                  <a:pt x="1866887" y="1729117"/>
                </a:lnTo>
                <a:lnTo>
                  <a:pt x="1863204" y="1683283"/>
                </a:lnTo>
                <a:lnTo>
                  <a:pt x="1864334" y="1635493"/>
                </a:lnTo>
                <a:lnTo>
                  <a:pt x="1870633" y="1589366"/>
                </a:lnTo>
                <a:lnTo>
                  <a:pt x="1881797" y="1545056"/>
                </a:lnTo>
                <a:lnTo>
                  <a:pt x="1897507" y="1502778"/>
                </a:lnTo>
                <a:lnTo>
                  <a:pt x="1917446" y="1462709"/>
                </a:lnTo>
                <a:lnTo>
                  <a:pt x="1941296" y="1425016"/>
                </a:lnTo>
                <a:lnTo>
                  <a:pt x="1968766" y="1389900"/>
                </a:lnTo>
                <a:lnTo>
                  <a:pt x="1999538" y="1357541"/>
                </a:lnTo>
                <a:lnTo>
                  <a:pt x="2033295" y="1328127"/>
                </a:lnTo>
                <a:lnTo>
                  <a:pt x="2069719" y="1301838"/>
                </a:lnTo>
                <a:lnTo>
                  <a:pt x="2108504" y="1278851"/>
                </a:lnTo>
                <a:lnTo>
                  <a:pt x="2149335" y="1259370"/>
                </a:lnTo>
                <a:lnTo>
                  <a:pt x="2191905" y="1243558"/>
                </a:lnTo>
                <a:lnTo>
                  <a:pt x="2235898" y="1231607"/>
                </a:lnTo>
                <a:lnTo>
                  <a:pt x="2280996" y="1223708"/>
                </a:lnTo>
                <a:lnTo>
                  <a:pt x="2326906" y="1220050"/>
                </a:lnTo>
                <a:lnTo>
                  <a:pt x="2374671" y="1223797"/>
                </a:lnTo>
                <a:lnTo>
                  <a:pt x="2420797" y="1231747"/>
                </a:lnTo>
                <a:lnTo>
                  <a:pt x="2465082" y="1243736"/>
                </a:lnTo>
                <a:lnTo>
                  <a:pt x="2507348" y="1259573"/>
                </a:lnTo>
                <a:lnTo>
                  <a:pt x="2547416" y="1279067"/>
                </a:lnTo>
                <a:lnTo>
                  <a:pt x="2585097" y="1302054"/>
                </a:lnTo>
                <a:lnTo>
                  <a:pt x="2620200" y="1328331"/>
                </a:lnTo>
                <a:lnTo>
                  <a:pt x="2652560" y="1357731"/>
                </a:lnTo>
                <a:lnTo>
                  <a:pt x="2681973" y="1390065"/>
                </a:lnTo>
                <a:lnTo>
                  <a:pt x="2708275" y="1425155"/>
                </a:lnTo>
                <a:lnTo>
                  <a:pt x="2731262" y="1462811"/>
                </a:lnTo>
                <a:lnTo>
                  <a:pt x="2750769" y="1502854"/>
                </a:lnTo>
                <a:lnTo>
                  <a:pt x="2766606" y="1545107"/>
                </a:lnTo>
                <a:lnTo>
                  <a:pt x="2778569" y="1589379"/>
                </a:lnTo>
                <a:lnTo>
                  <a:pt x="2786507" y="1635506"/>
                </a:lnTo>
                <a:lnTo>
                  <a:pt x="2790215" y="1683283"/>
                </a:lnTo>
                <a:lnTo>
                  <a:pt x="2790215" y="1323898"/>
                </a:lnTo>
                <a:lnTo>
                  <a:pt x="2741498" y="1270622"/>
                </a:lnTo>
                <a:lnTo>
                  <a:pt x="2707538" y="1240421"/>
                </a:lnTo>
                <a:lnTo>
                  <a:pt x="2671368" y="1212735"/>
                </a:lnTo>
                <a:lnTo>
                  <a:pt x="2633192" y="1187653"/>
                </a:lnTo>
                <a:lnTo>
                  <a:pt x="2593213" y="1165326"/>
                </a:lnTo>
                <a:lnTo>
                  <a:pt x="2551633" y="1145870"/>
                </a:lnTo>
                <a:lnTo>
                  <a:pt x="2508656" y="1129411"/>
                </a:lnTo>
                <a:lnTo>
                  <a:pt x="2464485" y="1116063"/>
                </a:lnTo>
                <a:lnTo>
                  <a:pt x="2419337" y="1105941"/>
                </a:lnTo>
                <a:lnTo>
                  <a:pt x="2386800" y="1101166"/>
                </a:lnTo>
                <a:lnTo>
                  <a:pt x="2373414" y="1099197"/>
                </a:lnTo>
                <a:lnTo>
                  <a:pt x="2372766" y="1099146"/>
                </a:lnTo>
                <a:lnTo>
                  <a:pt x="2326906" y="1095921"/>
                </a:lnTo>
                <a:lnTo>
                  <a:pt x="2278342" y="1099286"/>
                </a:lnTo>
                <a:lnTo>
                  <a:pt x="2266810" y="1100963"/>
                </a:lnTo>
                <a:lnTo>
                  <a:pt x="2231085" y="1106119"/>
                </a:lnTo>
                <a:lnTo>
                  <a:pt x="2185238" y="1116291"/>
                </a:lnTo>
                <a:lnTo>
                  <a:pt x="2140928" y="1129665"/>
                </a:lnTo>
                <a:lnTo>
                  <a:pt x="2098268" y="1146149"/>
                </a:lnTo>
                <a:lnTo>
                  <a:pt x="2057387" y="1165606"/>
                </a:lnTo>
                <a:lnTo>
                  <a:pt x="2018398" y="1187932"/>
                </a:lnTo>
                <a:lnTo>
                  <a:pt x="1981428" y="1212977"/>
                </a:lnTo>
                <a:lnTo>
                  <a:pt x="1946592" y="1240650"/>
                </a:lnTo>
                <a:lnTo>
                  <a:pt x="1914017" y="1270812"/>
                </a:lnTo>
                <a:lnTo>
                  <a:pt x="1883816" y="1303350"/>
                </a:lnTo>
                <a:lnTo>
                  <a:pt x="1856130" y="1338148"/>
                </a:lnTo>
                <a:lnTo>
                  <a:pt x="1831047" y="1375079"/>
                </a:lnTo>
                <a:lnTo>
                  <a:pt x="1808708" y="1414030"/>
                </a:lnTo>
                <a:lnTo>
                  <a:pt x="1789239" y="1454861"/>
                </a:lnTo>
                <a:lnTo>
                  <a:pt x="1772742" y="1497482"/>
                </a:lnTo>
                <a:lnTo>
                  <a:pt x="1759343" y="1541754"/>
                </a:lnTo>
                <a:lnTo>
                  <a:pt x="1749183" y="1587550"/>
                </a:lnTo>
                <a:lnTo>
                  <a:pt x="1742351" y="1634769"/>
                </a:lnTo>
                <a:lnTo>
                  <a:pt x="1738998" y="1683283"/>
                </a:lnTo>
                <a:lnTo>
                  <a:pt x="1739607" y="1731759"/>
                </a:lnTo>
                <a:lnTo>
                  <a:pt x="1744472" y="1778952"/>
                </a:lnTo>
                <a:lnTo>
                  <a:pt x="1753387" y="1824748"/>
                </a:lnTo>
                <a:lnTo>
                  <a:pt x="1766150" y="1869020"/>
                </a:lnTo>
                <a:lnTo>
                  <a:pt x="1782559" y="1911654"/>
                </a:lnTo>
                <a:lnTo>
                  <a:pt x="1802396" y="1952510"/>
                </a:lnTo>
                <a:lnTo>
                  <a:pt x="1825472" y="1991474"/>
                </a:lnTo>
                <a:lnTo>
                  <a:pt x="1851571" y="2028431"/>
                </a:lnTo>
                <a:lnTo>
                  <a:pt x="1880514" y="2063242"/>
                </a:lnTo>
                <a:lnTo>
                  <a:pt x="1912061" y="2095804"/>
                </a:lnTo>
                <a:lnTo>
                  <a:pt x="1946033" y="2125992"/>
                </a:lnTo>
                <a:lnTo>
                  <a:pt x="1982216" y="2153666"/>
                </a:lnTo>
                <a:lnTo>
                  <a:pt x="2020417" y="2178723"/>
                </a:lnTo>
                <a:lnTo>
                  <a:pt x="2060409" y="2201037"/>
                </a:lnTo>
                <a:lnTo>
                  <a:pt x="2102015" y="2220468"/>
                </a:lnTo>
                <a:lnTo>
                  <a:pt x="2145017" y="2236927"/>
                </a:lnTo>
                <a:lnTo>
                  <a:pt x="2189200" y="2250262"/>
                </a:lnTo>
                <a:lnTo>
                  <a:pt x="2234387" y="2260371"/>
                </a:lnTo>
                <a:lnTo>
                  <a:pt x="2280348" y="2267115"/>
                </a:lnTo>
                <a:lnTo>
                  <a:pt x="2326906" y="2270391"/>
                </a:lnTo>
                <a:lnTo>
                  <a:pt x="2375420" y="2269794"/>
                </a:lnTo>
                <a:lnTo>
                  <a:pt x="2422652" y="2264943"/>
                </a:lnTo>
                <a:lnTo>
                  <a:pt x="2468473" y="2256053"/>
                </a:lnTo>
                <a:lnTo>
                  <a:pt x="2512784" y="2243315"/>
                </a:lnTo>
                <a:lnTo>
                  <a:pt x="2555443" y="2226932"/>
                </a:lnTo>
                <a:lnTo>
                  <a:pt x="2596324" y="2207120"/>
                </a:lnTo>
                <a:lnTo>
                  <a:pt x="2635326" y="2184069"/>
                </a:lnTo>
                <a:lnTo>
                  <a:pt x="2672296" y="2157996"/>
                </a:lnTo>
                <a:lnTo>
                  <a:pt x="2707144" y="2129091"/>
                </a:lnTo>
                <a:lnTo>
                  <a:pt x="2739720" y="2097570"/>
                </a:lnTo>
                <a:lnTo>
                  <a:pt x="2769933" y="2063648"/>
                </a:lnTo>
                <a:lnTo>
                  <a:pt x="2797632" y="2027504"/>
                </a:lnTo>
                <a:lnTo>
                  <a:pt x="2822702" y="1989353"/>
                </a:lnTo>
                <a:lnTo>
                  <a:pt x="2845028" y="1949399"/>
                </a:lnTo>
                <a:lnTo>
                  <a:pt x="2864485" y="1907844"/>
                </a:lnTo>
                <a:lnTo>
                  <a:pt x="2880944" y="1864906"/>
                </a:lnTo>
                <a:lnTo>
                  <a:pt x="2894292" y="1820773"/>
                </a:lnTo>
                <a:lnTo>
                  <a:pt x="2904413" y="1775650"/>
                </a:lnTo>
                <a:lnTo>
                  <a:pt x="2911157" y="1729752"/>
                </a:lnTo>
                <a:lnTo>
                  <a:pt x="2914434" y="1683283"/>
                </a:lnTo>
                <a:close/>
              </a:path>
            </a:pathLst>
          </a:custGeom>
          <a:solidFill>
            <a:srgbClr val="AAC7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8227957" y="0"/>
            <a:ext cx="60325" cy="178435"/>
          </a:xfrm>
          <a:custGeom>
            <a:avLst/>
            <a:gdLst/>
            <a:ahLst/>
            <a:cxnLst/>
            <a:rect l="l" t="t" r="r" b="b"/>
            <a:pathLst>
              <a:path w="60325" h="178435">
                <a:moveTo>
                  <a:pt x="60041" y="0"/>
                </a:moveTo>
                <a:lnTo>
                  <a:pt x="60041" y="178216"/>
                </a:lnTo>
                <a:lnTo>
                  <a:pt x="50945" y="166991"/>
                </a:lnTo>
                <a:lnTo>
                  <a:pt x="27646" y="127368"/>
                </a:lnTo>
                <a:lnTo>
                  <a:pt x="10802" y="84192"/>
                </a:lnTo>
                <a:lnTo>
                  <a:pt x="1202" y="37790"/>
                </a:lnTo>
                <a:lnTo>
                  <a:pt x="0" y="0"/>
                </a:lnTo>
                <a:lnTo>
                  <a:pt x="60041" y="0"/>
                </a:lnTo>
                <a:close/>
              </a:path>
            </a:pathLst>
          </a:custGeom>
          <a:solidFill>
            <a:srgbClr val="AAC7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4697175" y="1879649"/>
            <a:ext cx="658495" cy="657860"/>
          </a:xfrm>
          <a:custGeom>
            <a:avLst/>
            <a:gdLst/>
            <a:ahLst/>
            <a:cxnLst/>
            <a:rect l="l" t="t" r="r" b="b"/>
            <a:pathLst>
              <a:path w="658494" h="657860">
                <a:moveTo>
                  <a:pt x="657937" y="328681"/>
                </a:moveTo>
                <a:lnTo>
                  <a:pt x="652382" y="375118"/>
                </a:lnTo>
                <a:lnTo>
                  <a:pt x="640964" y="420607"/>
                </a:lnTo>
                <a:lnTo>
                  <a:pt x="624013" y="464360"/>
                </a:lnTo>
                <a:lnTo>
                  <a:pt x="601862" y="505590"/>
                </a:lnTo>
                <a:lnTo>
                  <a:pt x="574840" y="543508"/>
                </a:lnTo>
                <a:lnTo>
                  <a:pt x="543279" y="577328"/>
                </a:lnTo>
                <a:lnTo>
                  <a:pt x="507510" y="606260"/>
                </a:lnTo>
                <a:lnTo>
                  <a:pt x="467863" y="629517"/>
                </a:lnTo>
                <a:lnTo>
                  <a:pt x="424670" y="646312"/>
                </a:lnTo>
                <a:lnTo>
                  <a:pt x="378262" y="655856"/>
                </a:lnTo>
                <a:lnTo>
                  <a:pt x="328968" y="657362"/>
                </a:lnTo>
                <a:lnTo>
                  <a:pt x="282518" y="651822"/>
                </a:lnTo>
                <a:lnTo>
                  <a:pt x="237013" y="640430"/>
                </a:lnTo>
                <a:lnTo>
                  <a:pt x="193243" y="623515"/>
                </a:lnTo>
                <a:lnTo>
                  <a:pt x="151994" y="601403"/>
                </a:lnTo>
                <a:lnTo>
                  <a:pt x="114055" y="574424"/>
                </a:lnTo>
                <a:lnTo>
                  <a:pt x="80211" y="542904"/>
                </a:lnTo>
                <a:lnTo>
                  <a:pt x="51251" y="507173"/>
                </a:lnTo>
                <a:lnTo>
                  <a:pt x="27963" y="467556"/>
                </a:lnTo>
                <a:lnTo>
                  <a:pt x="11133" y="424384"/>
                </a:lnTo>
                <a:lnTo>
                  <a:pt x="1550" y="377983"/>
                </a:lnTo>
                <a:lnTo>
                  <a:pt x="0" y="328681"/>
                </a:lnTo>
                <a:lnTo>
                  <a:pt x="5717" y="279346"/>
                </a:lnTo>
                <a:lnTo>
                  <a:pt x="17213" y="232968"/>
                </a:lnTo>
                <a:lnTo>
                  <a:pt x="34174" y="189859"/>
                </a:lnTo>
                <a:lnTo>
                  <a:pt x="56287" y="150331"/>
                </a:lnTo>
                <a:lnTo>
                  <a:pt x="83237" y="114693"/>
                </a:lnTo>
                <a:lnTo>
                  <a:pt x="114711" y="83257"/>
                </a:lnTo>
                <a:lnTo>
                  <a:pt x="131403" y="70665"/>
                </a:lnTo>
                <a:lnTo>
                  <a:pt x="131403" y="339387"/>
                </a:lnTo>
                <a:lnTo>
                  <a:pt x="133781" y="373218"/>
                </a:lnTo>
                <a:lnTo>
                  <a:pt x="153191" y="436716"/>
                </a:lnTo>
                <a:lnTo>
                  <a:pt x="192169" y="489045"/>
                </a:lnTo>
                <a:lnTo>
                  <a:pt x="250749" y="523467"/>
                </a:lnTo>
                <a:lnTo>
                  <a:pt x="328968" y="533239"/>
                </a:lnTo>
                <a:lnTo>
                  <a:pt x="370517" y="527611"/>
                </a:lnTo>
                <a:lnTo>
                  <a:pt x="407177" y="515948"/>
                </a:lnTo>
                <a:lnTo>
                  <a:pt x="465834" y="477532"/>
                </a:lnTo>
                <a:lnTo>
                  <a:pt x="504939" y="424027"/>
                </a:lnTo>
                <a:lnTo>
                  <a:pt x="524491" y="361469"/>
                </a:lnTo>
                <a:lnTo>
                  <a:pt x="526935" y="328681"/>
                </a:lnTo>
                <a:lnTo>
                  <a:pt x="526935" y="70995"/>
                </a:lnTo>
                <a:lnTo>
                  <a:pt x="543835" y="83022"/>
                </a:lnTo>
                <a:lnTo>
                  <a:pt x="577684" y="114558"/>
                </a:lnTo>
                <a:lnTo>
                  <a:pt x="606651" y="150299"/>
                </a:lnTo>
                <a:lnTo>
                  <a:pt x="629949" y="189913"/>
                </a:lnTo>
                <a:lnTo>
                  <a:pt x="646788" y="233069"/>
                </a:lnTo>
                <a:lnTo>
                  <a:pt x="656380" y="279435"/>
                </a:lnTo>
                <a:lnTo>
                  <a:pt x="657937" y="328681"/>
                </a:lnTo>
                <a:close/>
              </a:path>
              <a:path w="658494" h="657860">
                <a:moveTo>
                  <a:pt x="328968" y="124124"/>
                </a:moveTo>
                <a:lnTo>
                  <a:pt x="287607" y="130001"/>
                </a:lnTo>
                <a:lnTo>
                  <a:pt x="251087" y="142355"/>
                </a:lnTo>
                <a:lnTo>
                  <a:pt x="192591" y="183120"/>
                </a:lnTo>
                <a:lnTo>
                  <a:pt x="153517" y="239679"/>
                </a:lnTo>
                <a:lnTo>
                  <a:pt x="133781" y="305841"/>
                </a:lnTo>
                <a:lnTo>
                  <a:pt x="133781" y="306938"/>
                </a:lnTo>
                <a:lnTo>
                  <a:pt x="131403" y="339387"/>
                </a:lnTo>
                <a:lnTo>
                  <a:pt x="131403" y="70665"/>
                </a:lnTo>
                <a:lnTo>
                  <a:pt x="150396" y="56335"/>
                </a:lnTo>
                <a:lnTo>
                  <a:pt x="189978" y="34237"/>
                </a:lnTo>
                <a:lnTo>
                  <a:pt x="233143" y="17274"/>
                </a:lnTo>
                <a:lnTo>
                  <a:pt x="269029" y="8374"/>
                </a:lnTo>
                <a:lnTo>
                  <a:pt x="269029" y="58896"/>
                </a:lnTo>
                <a:lnTo>
                  <a:pt x="275634" y="88633"/>
                </a:lnTo>
                <a:lnTo>
                  <a:pt x="275634" y="88997"/>
                </a:lnTo>
                <a:lnTo>
                  <a:pt x="295738" y="113171"/>
                </a:lnTo>
                <a:lnTo>
                  <a:pt x="328968" y="124124"/>
                </a:lnTo>
                <a:close/>
              </a:path>
              <a:path w="658494" h="657860">
                <a:moveTo>
                  <a:pt x="388861" y="58896"/>
                </a:moveTo>
                <a:lnTo>
                  <a:pt x="382165" y="89130"/>
                </a:lnTo>
                <a:lnTo>
                  <a:pt x="362191" y="113171"/>
                </a:lnTo>
                <a:lnTo>
                  <a:pt x="328968" y="124124"/>
                </a:lnTo>
                <a:lnTo>
                  <a:pt x="295738" y="113171"/>
                </a:lnTo>
                <a:lnTo>
                  <a:pt x="275634" y="88997"/>
                </a:lnTo>
                <a:lnTo>
                  <a:pt x="275634" y="88633"/>
                </a:lnTo>
                <a:lnTo>
                  <a:pt x="269029" y="58896"/>
                </a:lnTo>
                <a:lnTo>
                  <a:pt x="275634" y="29366"/>
                </a:lnTo>
                <a:lnTo>
                  <a:pt x="295600" y="7435"/>
                </a:lnTo>
                <a:lnTo>
                  <a:pt x="328968" y="0"/>
                </a:lnTo>
                <a:lnTo>
                  <a:pt x="362191" y="7412"/>
                </a:lnTo>
                <a:lnTo>
                  <a:pt x="382165" y="29275"/>
                </a:lnTo>
                <a:lnTo>
                  <a:pt x="382165" y="28996"/>
                </a:lnTo>
                <a:lnTo>
                  <a:pt x="388861" y="58896"/>
                </a:lnTo>
                <a:close/>
              </a:path>
              <a:path w="658494" h="657860">
                <a:moveTo>
                  <a:pt x="328968" y="0"/>
                </a:moveTo>
                <a:lnTo>
                  <a:pt x="295738" y="7405"/>
                </a:lnTo>
                <a:lnTo>
                  <a:pt x="295600" y="7435"/>
                </a:lnTo>
                <a:lnTo>
                  <a:pt x="275634" y="29366"/>
                </a:lnTo>
                <a:lnTo>
                  <a:pt x="269029" y="58896"/>
                </a:lnTo>
                <a:lnTo>
                  <a:pt x="269029" y="8374"/>
                </a:lnTo>
                <a:lnTo>
                  <a:pt x="279578" y="5758"/>
                </a:lnTo>
                <a:lnTo>
                  <a:pt x="328968" y="0"/>
                </a:lnTo>
                <a:close/>
              </a:path>
              <a:path w="658494" h="657860">
                <a:moveTo>
                  <a:pt x="526935" y="70995"/>
                </a:moveTo>
                <a:lnTo>
                  <a:pt x="526935" y="328681"/>
                </a:lnTo>
                <a:lnTo>
                  <a:pt x="524491" y="295893"/>
                </a:lnTo>
                <a:lnTo>
                  <a:pt x="517159" y="263860"/>
                </a:lnTo>
                <a:lnTo>
                  <a:pt x="487830" y="205074"/>
                </a:lnTo>
                <a:lnTo>
                  <a:pt x="438950" y="158359"/>
                </a:lnTo>
                <a:lnTo>
                  <a:pt x="370517" y="129752"/>
                </a:lnTo>
                <a:lnTo>
                  <a:pt x="328968" y="124124"/>
                </a:lnTo>
                <a:lnTo>
                  <a:pt x="362191" y="113171"/>
                </a:lnTo>
                <a:lnTo>
                  <a:pt x="382165" y="89130"/>
                </a:lnTo>
                <a:lnTo>
                  <a:pt x="388861" y="58896"/>
                </a:lnTo>
                <a:lnTo>
                  <a:pt x="388861" y="8922"/>
                </a:lnTo>
                <a:lnTo>
                  <a:pt x="420886" y="16952"/>
                </a:lnTo>
                <a:lnTo>
                  <a:pt x="464647" y="33887"/>
                </a:lnTo>
                <a:lnTo>
                  <a:pt x="505893" y="56021"/>
                </a:lnTo>
                <a:lnTo>
                  <a:pt x="526935" y="70995"/>
                </a:lnTo>
                <a:close/>
              </a:path>
              <a:path w="658494" h="657860">
                <a:moveTo>
                  <a:pt x="388861" y="8922"/>
                </a:moveTo>
                <a:lnTo>
                  <a:pt x="388861" y="58896"/>
                </a:lnTo>
                <a:lnTo>
                  <a:pt x="382165" y="28996"/>
                </a:lnTo>
                <a:lnTo>
                  <a:pt x="382165" y="29275"/>
                </a:lnTo>
                <a:lnTo>
                  <a:pt x="362191" y="7412"/>
                </a:lnTo>
                <a:lnTo>
                  <a:pt x="328968" y="0"/>
                </a:lnTo>
                <a:lnTo>
                  <a:pt x="375396" y="5545"/>
                </a:lnTo>
                <a:lnTo>
                  <a:pt x="388861" y="8922"/>
                </a:lnTo>
                <a:close/>
              </a:path>
            </a:pathLst>
          </a:custGeom>
          <a:solidFill>
            <a:srgbClr val="AAC7E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bg object 2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3751" y="2727959"/>
            <a:ext cx="8564879" cy="485546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004050" y="2122382"/>
            <a:ext cx="8302625" cy="29044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12618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12618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12618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12618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EF5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084349" y="8715438"/>
            <a:ext cx="1888489" cy="1571625"/>
          </a:xfrm>
          <a:custGeom>
            <a:avLst/>
            <a:gdLst/>
            <a:ahLst/>
            <a:cxnLst/>
            <a:rect l="l" t="t" r="r" b="b"/>
            <a:pathLst>
              <a:path w="1888490" h="1571625">
                <a:moveTo>
                  <a:pt x="746848" y="429475"/>
                </a:moveTo>
                <a:lnTo>
                  <a:pt x="740206" y="399757"/>
                </a:lnTo>
                <a:lnTo>
                  <a:pt x="720229" y="377266"/>
                </a:lnTo>
                <a:lnTo>
                  <a:pt x="686879" y="368896"/>
                </a:lnTo>
                <a:lnTo>
                  <a:pt x="640029" y="372910"/>
                </a:lnTo>
                <a:lnTo>
                  <a:pt x="595122" y="382104"/>
                </a:lnTo>
                <a:lnTo>
                  <a:pt x="552462" y="396201"/>
                </a:lnTo>
                <a:lnTo>
                  <a:pt x="512343" y="414883"/>
                </a:lnTo>
                <a:lnTo>
                  <a:pt x="475056" y="437870"/>
                </a:lnTo>
                <a:lnTo>
                  <a:pt x="440893" y="464870"/>
                </a:lnTo>
                <a:lnTo>
                  <a:pt x="410159" y="495579"/>
                </a:lnTo>
                <a:lnTo>
                  <a:pt x="383146" y="529717"/>
                </a:lnTo>
                <a:lnTo>
                  <a:pt x="360146" y="566966"/>
                </a:lnTo>
                <a:lnTo>
                  <a:pt x="341464" y="607047"/>
                </a:lnTo>
                <a:lnTo>
                  <a:pt x="327380" y="649668"/>
                </a:lnTo>
                <a:lnTo>
                  <a:pt x="318211" y="694524"/>
                </a:lnTo>
                <a:lnTo>
                  <a:pt x="314236" y="741324"/>
                </a:lnTo>
                <a:lnTo>
                  <a:pt x="322503" y="774687"/>
                </a:lnTo>
                <a:lnTo>
                  <a:pt x="344944" y="794689"/>
                </a:lnTo>
                <a:lnTo>
                  <a:pt x="374662" y="801331"/>
                </a:lnTo>
                <a:lnTo>
                  <a:pt x="404749" y="794639"/>
                </a:lnTo>
                <a:lnTo>
                  <a:pt x="428320" y="774636"/>
                </a:lnTo>
                <a:lnTo>
                  <a:pt x="438442" y="741324"/>
                </a:lnTo>
                <a:lnTo>
                  <a:pt x="444500" y="691134"/>
                </a:lnTo>
                <a:lnTo>
                  <a:pt x="459359" y="644753"/>
                </a:lnTo>
                <a:lnTo>
                  <a:pt x="482180" y="603021"/>
                </a:lnTo>
                <a:lnTo>
                  <a:pt x="512152" y="566750"/>
                </a:lnTo>
                <a:lnTo>
                  <a:pt x="548436" y="536790"/>
                </a:lnTo>
                <a:lnTo>
                  <a:pt x="590194" y="513956"/>
                </a:lnTo>
                <a:lnTo>
                  <a:pt x="636625" y="499097"/>
                </a:lnTo>
                <a:lnTo>
                  <a:pt x="686879" y="493026"/>
                </a:lnTo>
                <a:lnTo>
                  <a:pt x="720166" y="483006"/>
                </a:lnTo>
                <a:lnTo>
                  <a:pt x="740168" y="459524"/>
                </a:lnTo>
                <a:lnTo>
                  <a:pt x="746848" y="429475"/>
                </a:lnTo>
                <a:close/>
              </a:path>
              <a:path w="1888490" h="1571625">
                <a:moveTo>
                  <a:pt x="1888045" y="943317"/>
                </a:moveTo>
                <a:lnTo>
                  <a:pt x="1883079" y="846975"/>
                </a:lnTo>
                <a:lnTo>
                  <a:pt x="1878114" y="799884"/>
                </a:lnTo>
                <a:lnTo>
                  <a:pt x="1870659" y="753592"/>
                </a:lnTo>
                <a:lnTo>
                  <a:pt x="1860727" y="708152"/>
                </a:lnTo>
                <a:lnTo>
                  <a:pt x="1845818" y="663613"/>
                </a:lnTo>
                <a:lnTo>
                  <a:pt x="1816011" y="577469"/>
                </a:lnTo>
                <a:lnTo>
                  <a:pt x="1796135" y="535978"/>
                </a:lnTo>
                <a:lnTo>
                  <a:pt x="1773770" y="495604"/>
                </a:lnTo>
                <a:lnTo>
                  <a:pt x="1751418" y="456399"/>
                </a:lnTo>
                <a:lnTo>
                  <a:pt x="1726577" y="418426"/>
                </a:lnTo>
                <a:lnTo>
                  <a:pt x="1699247" y="381736"/>
                </a:lnTo>
                <a:lnTo>
                  <a:pt x="1669427" y="346379"/>
                </a:lnTo>
                <a:lnTo>
                  <a:pt x="1639620" y="312420"/>
                </a:lnTo>
                <a:lnTo>
                  <a:pt x="1607324" y="279895"/>
                </a:lnTo>
                <a:lnTo>
                  <a:pt x="1575028" y="248881"/>
                </a:lnTo>
                <a:lnTo>
                  <a:pt x="1540256" y="219405"/>
                </a:lnTo>
                <a:lnTo>
                  <a:pt x="1502981" y="191541"/>
                </a:lnTo>
                <a:lnTo>
                  <a:pt x="1465719" y="165341"/>
                </a:lnTo>
                <a:lnTo>
                  <a:pt x="1428457" y="140855"/>
                </a:lnTo>
                <a:lnTo>
                  <a:pt x="1388706" y="118135"/>
                </a:lnTo>
                <a:lnTo>
                  <a:pt x="1346479" y="97231"/>
                </a:lnTo>
                <a:lnTo>
                  <a:pt x="1304239" y="78206"/>
                </a:lnTo>
                <a:lnTo>
                  <a:pt x="1262011" y="61112"/>
                </a:lnTo>
                <a:lnTo>
                  <a:pt x="1219784" y="45999"/>
                </a:lnTo>
                <a:lnTo>
                  <a:pt x="1175054" y="32931"/>
                </a:lnTo>
                <a:lnTo>
                  <a:pt x="1130338" y="21945"/>
                </a:lnTo>
                <a:lnTo>
                  <a:pt x="1083144" y="13106"/>
                </a:lnTo>
                <a:lnTo>
                  <a:pt x="1035939" y="6464"/>
                </a:lnTo>
                <a:lnTo>
                  <a:pt x="1003642" y="3302"/>
                </a:lnTo>
                <a:lnTo>
                  <a:pt x="991222" y="2082"/>
                </a:lnTo>
                <a:lnTo>
                  <a:pt x="988745" y="1968"/>
                </a:lnTo>
                <a:lnTo>
                  <a:pt x="944016" y="0"/>
                </a:lnTo>
                <a:lnTo>
                  <a:pt x="894334" y="2120"/>
                </a:lnTo>
                <a:lnTo>
                  <a:pt x="881913" y="3289"/>
                </a:lnTo>
                <a:lnTo>
                  <a:pt x="847140" y="6553"/>
                </a:lnTo>
                <a:lnTo>
                  <a:pt x="799934" y="13220"/>
                </a:lnTo>
                <a:lnTo>
                  <a:pt x="752729" y="22085"/>
                </a:lnTo>
                <a:lnTo>
                  <a:pt x="708012" y="33096"/>
                </a:lnTo>
                <a:lnTo>
                  <a:pt x="663295" y="46189"/>
                </a:lnTo>
                <a:lnTo>
                  <a:pt x="618578" y="61315"/>
                </a:lnTo>
                <a:lnTo>
                  <a:pt x="576351" y="78422"/>
                </a:lnTo>
                <a:lnTo>
                  <a:pt x="534111" y="97447"/>
                </a:lnTo>
                <a:lnTo>
                  <a:pt x="494372" y="118351"/>
                </a:lnTo>
                <a:lnTo>
                  <a:pt x="454621" y="141071"/>
                </a:lnTo>
                <a:lnTo>
                  <a:pt x="417360" y="165557"/>
                </a:lnTo>
                <a:lnTo>
                  <a:pt x="380085" y="191757"/>
                </a:lnTo>
                <a:lnTo>
                  <a:pt x="345313" y="219621"/>
                </a:lnTo>
                <a:lnTo>
                  <a:pt x="310527" y="249072"/>
                </a:lnTo>
                <a:lnTo>
                  <a:pt x="278231" y="280085"/>
                </a:lnTo>
                <a:lnTo>
                  <a:pt x="248424" y="312597"/>
                </a:lnTo>
                <a:lnTo>
                  <a:pt x="218617" y="346544"/>
                </a:lnTo>
                <a:lnTo>
                  <a:pt x="191287" y="381876"/>
                </a:lnTo>
                <a:lnTo>
                  <a:pt x="163957" y="418553"/>
                </a:lnTo>
                <a:lnTo>
                  <a:pt x="139115" y="456514"/>
                </a:lnTo>
                <a:lnTo>
                  <a:pt x="116751" y="495706"/>
                </a:lnTo>
                <a:lnTo>
                  <a:pt x="96875" y="536067"/>
                </a:lnTo>
                <a:lnTo>
                  <a:pt x="77012" y="577545"/>
                </a:lnTo>
                <a:lnTo>
                  <a:pt x="59613" y="620090"/>
                </a:lnTo>
                <a:lnTo>
                  <a:pt x="44716" y="663651"/>
                </a:lnTo>
                <a:lnTo>
                  <a:pt x="19862" y="753605"/>
                </a:lnTo>
                <a:lnTo>
                  <a:pt x="4965" y="846975"/>
                </a:lnTo>
                <a:lnTo>
                  <a:pt x="0" y="894803"/>
                </a:lnTo>
                <a:lnTo>
                  <a:pt x="0" y="991857"/>
                </a:lnTo>
                <a:lnTo>
                  <a:pt x="2476" y="1039685"/>
                </a:lnTo>
                <a:lnTo>
                  <a:pt x="7442" y="1086777"/>
                </a:lnTo>
                <a:lnTo>
                  <a:pt x="14897" y="1133081"/>
                </a:lnTo>
                <a:lnTo>
                  <a:pt x="24841" y="1178521"/>
                </a:lnTo>
                <a:lnTo>
                  <a:pt x="54648" y="1266634"/>
                </a:lnTo>
                <a:lnTo>
                  <a:pt x="72034" y="1309192"/>
                </a:lnTo>
                <a:lnTo>
                  <a:pt x="89433" y="1350683"/>
                </a:lnTo>
                <a:lnTo>
                  <a:pt x="111785" y="1391056"/>
                </a:lnTo>
                <a:lnTo>
                  <a:pt x="134150" y="1430261"/>
                </a:lnTo>
                <a:lnTo>
                  <a:pt x="158991" y="1468234"/>
                </a:lnTo>
                <a:lnTo>
                  <a:pt x="186321" y="1504911"/>
                </a:lnTo>
                <a:lnTo>
                  <a:pt x="216128" y="1540268"/>
                </a:lnTo>
                <a:lnTo>
                  <a:pt x="243611" y="1571561"/>
                </a:lnTo>
                <a:lnTo>
                  <a:pt x="419671" y="1571561"/>
                </a:lnTo>
                <a:lnTo>
                  <a:pt x="397484" y="1552651"/>
                </a:lnTo>
                <a:lnTo>
                  <a:pt x="365188" y="1521193"/>
                </a:lnTo>
                <a:lnTo>
                  <a:pt x="335368" y="1488008"/>
                </a:lnTo>
                <a:lnTo>
                  <a:pt x="305562" y="1453210"/>
                </a:lnTo>
                <a:lnTo>
                  <a:pt x="278231" y="1416888"/>
                </a:lnTo>
                <a:lnTo>
                  <a:pt x="253390" y="1379118"/>
                </a:lnTo>
                <a:lnTo>
                  <a:pt x="231038" y="1340015"/>
                </a:lnTo>
                <a:lnTo>
                  <a:pt x="211162" y="1299667"/>
                </a:lnTo>
                <a:lnTo>
                  <a:pt x="191287" y="1258163"/>
                </a:lnTo>
                <a:lnTo>
                  <a:pt x="173888" y="1215605"/>
                </a:lnTo>
                <a:lnTo>
                  <a:pt x="158991" y="1172083"/>
                </a:lnTo>
                <a:lnTo>
                  <a:pt x="146570" y="1127696"/>
                </a:lnTo>
                <a:lnTo>
                  <a:pt x="136626" y="1082522"/>
                </a:lnTo>
                <a:lnTo>
                  <a:pt x="129171" y="1036675"/>
                </a:lnTo>
                <a:lnTo>
                  <a:pt x="124206" y="990244"/>
                </a:lnTo>
                <a:lnTo>
                  <a:pt x="124206" y="895134"/>
                </a:lnTo>
                <a:lnTo>
                  <a:pt x="126695" y="847750"/>
                </a:lnTo>
                <a:lnTo>
                  <a:pt x="141605" y="755662"/>
                </a:lnTo>
                <a:lnTo>
                  <a:pt x="154025" y="711098"/>
                </a:lnTo>
                <a:lnTo>
                  <a:pt x="168922" y="667613"/>
                </a:lnTo>
                <a:lnTo>
                  <a:pt x="186321" y="625284"/>
                </a:lnTo>
                <a:lnTo>
                  <a:pt x="203708" y="584161"/>
                </a:lnTo>
                <a:lnTo>
                  <a:pt x="226060" y="544334"/>
                </a:lnTo>
                <a:lnTo>
                  <a:pt x="250901" y="505866"/>
                </a:lnTo>
                <a:lnTo>
                  <a:pt x="275755" y="468807"/>
                </a:lnTo>
                <a:lnTo>
                  <a:pt x="303072" y="433260"/>
                </a:lnTo>
                <a:lnTo>
                  <a:pt x="332892" y="399262"/>
                </a:lnTo>
                <a:lnTo>
                  <a:pt x="365188" y="366915"/>
                </a:lnTo>
                <a:lnTo>
                  <a:pt x="397484" y="336257"/>
                </a:lnTo>
                <a:lnTo>
                  <a:pt x="432257" y="307365"/>
                </a:lnTo>
                <a:lnTo>
                  <a:pt x="469519" y="280327"/>
                </a:lnTo>
                <a:lnTo>
                  <a:pt x="506793" y="255193"/>
                </a:lnTo>
                <a:lnTo>
                  <a:pt x="546531" y="232041"/>
                </a:lnTo>
                <a:lnTo>
                  <a:pt x="586282" y="210934"/>
                </a:lnTo>
                <a:lnTo>
                  <a:pt x="628523" y="191947"/>
                </a:lnTo>
                <a:lnTo>
                  <a:pt x="670750" y="175145"/>
                </a:lnTo>
                <a:lnTo>
                  <a:pt x="712978" y="160591"/>
                </a:lnTo>
                <a:lnTo>
                  <a:pt x="757707" y="148374"/>
                </a:lnTo>
                <a:lnTo>
                  <a:pt x="802424" y="138544"/>
                </a:lnTo>
                <a:lnTo>
                  <a:pt x="849617" y="131191"/>
                </a:lnTo>
                <a:lnTo>
                  <a:pt x="896823" y="126352"/>
                </a:lnTo>
                <a:lnTo>
                  <a:pt x="944016" y="124129"/>
                </a:lnTo>
                <a:lnTo>
                  <a:pt x="991222" y="126377"/>
                </a:lnTo>
                <a:lnTo>
                  <a:pt x="1038428" y="131229"/>
                </a:lnTo>
                <a:lnTo>
                  <a:pt x="1085621" y="138607"/>
                </a:lnTo>
                <a:lnTo>
                  <a:pt x="1130338" y="148450"/>
                </a:lnTo>
                <a:lnTo>
                  <a:pt x="1175054" y="160680"/>
                </a:lnTo>
                <a:lnTo>
                  <a:pt x="1219784" y="175247"/>
                </a:lnTo>
                <a:lnTo>
                  <a:pt x="1262011" y="192049"/>
                </a:lnTo>
                <a:lnTo>
                  <a:pt x="1301762" y="211035"/>
                </a:lnTo>
                <a:lnTo>
                  <a:pt x="1341513" y="232156"/>
                </a:lnTo>
                <a:lnTo>
                  <a:pt x="1381252" y="255308"/>
                </a:lnTo>
                <a:lnTo>
                  <a:pt x="1418526" y="280441"/>
                </a:lnTo>
                <a:lnTo>
                  <a:pt x="1453299" y="307479"/>
                </a:lnTo>
                <a:lnTo>
                  <a:pt x="1488084" y="336359"/>
                </a:lnTo>
                <a:lnTo>
                  <a:pt x="1520380" y="367004"/>
                </a:lnTo>
                <a:lnTo>
                  <a:pt x="1550187" y="399351"/>
                </a:lnTo>
                <a:lnTo>
                  <a:pt x="1579994" y="433336"/>
                </a:lnTo>
                <a:lnTo>
                  <a:pt x="1607324" y="468884"/>
                </a:lnTo>
                <a:lnTo>
                  <a:pt x="1632165" y="505929"/>
                </a:lnTo>
                <a:lnTo>
                  <a:pt x="1654530" y="544385"/>
                </a:lnTo>
                <a:lnTo>
                  <a:pt x="1674406" y="584212"/>
                </a:lnTo>
                <a:lnTo>
                  <a:pt x="1694281" y="625322"/>
                </a:lnTo>
                <a:lnTo>
                  <a:pt x="1711667" y="667651"/>
                </a:lnTo>
                <a:lnTo>
                  <a:pt x="1726577" y="711123"/>
                </a:lnTo>
                <a:lnTo>
                  <a:pt x="1738998" y="755675"/>
                </a:lnTo>
                <a:lnTo>
                  <a:pt x="1748929" y="801243"/>
                </a:lnTo>
                <a:lnTo>
                  <a:pt x="1756384" y="847750"/>
                </a:lnTo>
                <a:lnTo>
                  <a:pt x="1761350" y="895134"/>
                </a:lnTo>
                <a:lnTo>
                  <a:pt x="1763839" y="943317"/>
                </a:lnTo>
                <a:lnTo>
                  <a:pt x="1758873" y="1038872"/>
                </a:lnTo>
                <a:lnTo>
                  <a:pt x="1743964" y="1130935"/>
                </a:lnTo>
                <a:lnTo>
                  <a:pt x="1731543" y="1175499"/>
                </a:lnTo>
                <a:lnTo>
                  <a:pt x="1716633" y="1218971"/>
                </a:lnTo>
                <a:lnTo>
                  <a:pt x="1699247" y="1261300"/>
                </a:lnTo>
                <a:lnTo>
                  <a:pt x="1681861" y="1302410"/>
                </a:lnTo>
                <a:lnTo>
                  <a:pt x="1659496" y="1342237"/>
                </a:lnTo>
                <a:lnTo>
                  <a:pt x="1634655" y="1380718"/>
                </a:lnTo>
                <a:lnTo>
                  <a:pt x="1609813" y="1417764"/>
                </a:lnTo>
                <a:lnTo>
                  <a:pt x="1582483" y="1453311"/>
                </a:lnTo>
                <a:lnTo>
                  <a:pt x="1552676" y="1487309"/>
                </a:lnTo>
                <a:lnTo>
                  <a:pt x="1520380" y="1519669"/>
                </a:lnTo>
                <a:lnTo>
                  <a:pt x="1488084" y="1550327"/>
                </a:lnTo>
                <a:lnTo>
                  <a:pt x="1462506" y="1571561"/>
                </a:lnTo>
                <a:lnTo>
                  <a:pt x="1640243" y="1571561"/>
                </a:lnTo>
                <a:lnTo>
                  <a:pt x="1666951" y="1540408"/>
                </a:lnTo>
                <a:lnTo>
                  <a:pt x="1694281" y="1504264"/>
                </a:lnTo>
                <a:lnTo>
                  <a:pt x="1721599" y="1466824"/>
                </a:lnTo>
                <a:lnTo>
                  <a:pt x="1746440" y="1428165"/>
                </a:lnTo>
                <a:lnTo>
                  <a:pt x="1768805" y="1388364"/>
                </a:lnTo>
                <a:lnTo>
                  <a:pt x="1788680" y="1347482"/>
                </a:lnTo>
                <a:lnTo>
                  <a:pt x="1808556" y="1305610"/>
                </a:lnTo>
                <a:lnTo>
                  <a:pt x="1825942" y="1262799"/>
                </a:lnTo>
                <a:lnTo>
                  <a:pt x="1840852" y="1219149"/>
                </a:lnTo>
                <a:lnTo>
                  <a:pt x="1865693" y="1129550"/>
                </a:lnTo>
                <a:lnTo>
                  <a:pt x="1880603" y="1037412"/>
                </a:lnTo>
                <a:lnTo>
                  <a:pt x="1885569" y="990574"/>
                </a:lnTo>
                <a:lnTo>
                  <a:pt x="1888045" y="943317"/>
                </a:lnTo>
                <a:close/>
              </a:path>
            </a:pathLst>
          </a:custGeom>
          <a:solidFill>
            <a:srgbClr val="AAC7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8227589" y="9051374"/>
            <a:ext cx="60960" cy="374015"/>
          </a:xfrm>
          <a:custGeom>
            <a:avLst/>
            <a:gdLst/>
            <a:ahLst/>
            <a:cxnLst/>
            <a:rect l="l" t="t" r="r" b="b"/>
            <a:pathLst>
              <a:path w="60959" h="374015">
                <a:moveTo>
                  <a:pt x="60407" y="0"/>
                </a:moveTo>
                <a:lnTo>
                  <a:pt x="60407" y="373540"/>
                </a:lnTo>
                <a:lnTo>
                  <a:pt x="51311" y="362316"/>
                </a:lnTo>
                <a:lnTo>
                  <a:pt x="28012" y="322698"/>
                </a:lnTo>
                <a:lnTo>
                  <a:pt x="11169" y="279534"/>
                </a:lnTo>
                <a:lnTo>
                  <a:pt x="1568" y="233156"/>
                </a:lnTo>
                <a:lnTo>
                  <a:pt x="0" y="183893"/>
                </a:lnTo>
                <a:lnTo>
                  <a:pt x="5706" y="134552"/>
                </a:lnTo>
                <a:lnTo>
                  <a:pt x="17196" y="88160"/>
                </a:lnTo>
                <a:lnTo>
                  <a:pt x="34154" y="45031"/>
                </a:lnTo>
                <a:lnTo>
                  <a:pt x="56266" y="5479"/>
                </a:lnTo>
                <a:lnTo>
                  <a:pt x="60407" y="0"/>
                </a:lnTo>
                <a:close/>
              </a:path>
            </a:pathLst>
          </a:custGeom>
          <a:solidFill>
            <a:srgbClr val="AAC7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7778920" y="3460800"/>
            <a:ext cx="509270" cy="1664335"/>
          </a:xfrm>
          <a:custGeom>
            <a:avLst/>
            <a:gdLst/>
            <a:ahLst/>
            <a:cxnLst/>
            <a:rect l="l" t="t" r="r" b="b"/>
            <a:pathLst>
              <a:path w="509269" h="1664335">
                <a:moveTo>
                  <a:pt x="509066" y="306451"/>
                </a:moveTo>
                <a:lnTo>
                  <a:pt x="475183" y="327355"/>
                </a:lnTo>
                <a:lnTo>
                  <a:pt x="441032" y="354342"/>
                </a:lnTo>
                <a:lnTo>
                  <a:pt x="410298" y="385051"/>
                </a:lnTo>
                <a:lnTo>
                  <a:pt x="383286" y="419176"/>
                </a:lnTo>
                <a:lnTo>
                  <a:pt x="360273" y="456425"/>
                </a:lnTo>
                <a:lnTo>
                  <a:pt x="341579" y="496506"/>
                </a:lnTo>
                <a:lnTo>
                  <a:pt x="327482" y="539115"/>
                </a:lnTo>
                <a:lnTo>
                  <a:pt x="318274" y="583958"/>
                </a:lnTo>
                <a:lnTo>
                  <a:pt x="314261" y="630758"/>
                </a:lnTo>
                <a:lnTo>
                  <a:pt x="322529" y="664146"/>
                </a:lnTo>
                <a:lnTo>
                  <a:pt x="344982" y="684149"/>
                </a:lnTo>
                <a:lnTo>
                  <a:pt x="374688" y="690803"/>
                </a:lnTo>
                <a:lnTo>
                  <a:pt x="404787" y="684098"/>
                </a:lnTo>
                <a:lnTo>
                  <a:pt x="428345" y="664083"/>
                </a:lnTo>
                <a:lnTo>
                  <a:pt x="438480" y="630758"/>
                </a:lnTo>
                <a:lnTo>
                  <a:pt x="444550" y="580542"/>
                </a:lnTo>
                <a:lnTo>
                  <a:pt x="459409" y="534149"/>
                </a:lnTo>
                <a:lnTo>
                  <a:pt x="482231" y="492417"/>
                </a:lnTo>
                <a:lnTo>
                  <a:pt x="509066" y="459955"/>
                </a:lnTo>
                <a:lnTo>
                  <a:pt x="509066" y="306451"/>
                </a:lnTo>
                <a:close/>
              </a:path>
              <a:path w="509269" h="1664335">
                <a:moveTo>
                  <a:pt x="509066" y="0"/>
                </a:moveTo>
                <a:lnTo>
                  <a:pt x="454621" y="30441"/>
                </a:lnTo>
                <a:lnTo>
                  <a:pt x="417360" y="54940"/>
                </a:lnTo>
                <a:lnTo>
                  <a:pt x="380098" y="81140"/>
                </a:lnTo>
                <a:lnTo>
                  <a:pt x="345313" y="108991"/>
                </a:lnTo>
                <a:lnTo>
                  <a:pt x="310540" y="138455"/>
                </a:lnTo>
                <a:lnTo>
                  <a:pt x="278244" y="169481"/>
                </a:lnTo>
                <a:lnTo>
                  <a:pt x="248424" y="201993"/>
                </a:lnTo>
                <a:lnTo>
                  <a:pt x="218617" y="235953"/>
                </a:lnTo>
                <a:lnTo>
                  <a:pt x="191287" y="271297"/>
                </a:lnTo>
                <a:lnTo>
                  <a:pt x="163969" y="307975"/>
                </a:lnTo>
                <a:lnTo>
                  <a:pt x="139115" y="345948"/>
                </a:lnTo>
                <a:lnTo>
                  <a:pt x="124218" y="372071"/>
                </a:lnTo>
                <a:lnTo>
                  <a:pt x="116763" y="385140"/>
                </a:lnTo>
                <a:lnTo>
                  <a:pt x="96888" y="425513"/>
                </a:lnTo>
                <a:lnTo>
                  <a:pt x="77012" y="467004"/>
                </a:lnTo>
                <a:lnTo>
                  <a:pt x="59626" y="509562"/>
                </a:lnTo>
                <a:lnTo>
                  <a:pt x="44716" y="553123"/>
                </a:lnTo>
                <a:lnTo>
                  <a:pt x="19875" y="643089"/>
                </a:lnTo>
                <a:lnTo>
                  <a:pt x="4965" y="736473"/>
                </a:lnTo>
                <a:lnTo>
                  <a:pt x="0" y="784301"/>
                </a:lnTo>
                <a:lnTo>
                  <a:pt x="0" y="881354"/>
                </a:lnTo>
                <a:lnTo>
                  <a:pt x="2489" y="929182"/>
                </a:lnTo>
                <a:lnTo>
                  <a:pt x="7454" y="976274"/>
                </a:lnTo>
                <a:lnTo>
                  <a:pt x="14909" y="1022565"/>
                </a:lnTo>
                <a:lnTo>
                  <a:pt x="39751" y="1112545"/>
                </a:lnTo>
                <a:lnTo>
                  <a:pt x="54660" y="1156131"/>
                </a:lnTo>
                <a:lnTo>
                  <a:pt x="72047" y="1198689"/>
                </a:lnTo>
                <a:lnTo>
                  <a:pt x="89433" y="1240193"/>
                </a:lnTo>
                <a:lnTo>
                  <a:pt x="111798" y="1280566"/>
                </a:lnTo>
                <a:lnTo>
                  <a:pt x="134150" y="1319771"/>
                </a:lnTo>
                <a:lnTo>
                  <a:pt x="158991" y="1357744"/>
                </a:lnTo>
                <a:lnTo>
                  <a:pt x="186321" y="1394434"/>
                </a:lnTo>
                <a:lnTo>
                  <a:pt x="216128" y="1429791"/>
                </a:lnTo>
                <a:lnTo>
                  <a:pt x="245948" y="1463751"/>
                </a:lnTo>
                <a:lnTo>
                  <a:pt x="278244" y="1496275"/>
                </a:lnTo>
                <a:lnTo>
                  <a:pt x="310540" y="1527302"/>
                </a:lnTo>
                <a:lnTo>
                  <a:pt x="345313" y="1556766"/>
                </a:lnTo>
                <a:lnTo>
                  <a:pt x="382587" y="1584629"/>
                </a:lnTo>
                <a:lnTo>
                  <a:pt x="419849" y="1610829"/>
                </a:lnTo>
                <a:lnTo>
                  <a:pt x="457111" y="1635328"/>
                </a:lnTo>
                <a:lnTo>
                  <a:pt x="496862" y="1658048"/>
                </a:lnTo>
                <a:lnTo>
                  <a:pt x="509066" y="1664093"/>
                </a:lnTo>
                <a:lnTo>
                  <a:pt x="509066" y="1528102"/>
                </a:lnTo>
                <a:lnTo>
                  <a:pt x="504317" y="1525270"/>
                </a:lnTo>
                <a:lnTo>
                  <a:pt x="467042" y="1499527"/>
                </a:lnTo>
                <a:lnTo>
                  <a:pt x="432269" y="1471777"/>
                </a:lnTo>
                <a:lnTo>
                  <a:pt x="397484" y="1442123"/>
                </a:lnTo>
                <a:lnTo>
                  <a:pt x="365188" y="1410665"/>
                </a:lnTo>
                <a:lnTo>
                  <a:pt x="335381" y="1377480"/>
                </a:lnTo>
                <a:lnTo>
                  <a:pt x="305574" y="1342682"/>
                </a:lnTo>
                <a:lnTo>
                  <a:pt x="278244" y="1306347"/>
                </a:lnTo>
                <a:lnTo>
                  <a:pt x="253403" y="1268590"/>
                </a:lnTo>
                <a:lnTo>
                  <a:pt x="231038" y="1229487"/>
                </a:lnTo>
                <a:lnTo>
                  <a:pt x="211162" y="1189139"/>
                </a:lnTo>
                <a:lnTo>
                  <a:pt x="191287" y="1147635"/>
                </a:lnTo>
                <a:lnTo>
                  <a:pt x="173901" y="1105077"/>
                </a:lnTo>
                <a:lnTo>
                  <a:pt x="158991" y="1061554"/>
                </a:lnTo>
                <a:lnTo>
                  <a:pt x="146570" y="1017168"/>
                </a:lnTo>
                <a:lnTo>
                  <a:pt x="136639" y="972007"/>
                </a:lnTo>
                <a:lnTo>
                  <a:pt x="129184" y="926172"/>
                </a:lnTo>
                <a:lnTo>
                  <a:pt x="124218" y="879741"/>
                </a:lnTo>
                <a:lnTo>
                  <a:pt x="124218" y="784669"/>
                </a:lnTo>
                <a:lnTo>
                  <a:pt x="126695" y="737298"/>
                </a:lnTo>
                <a:lnTo>
                  <a:pt x="141605" y="645236"/>
                </a:lnTo>
                <a:lnTo>
                  <a:pt x="154025" y="600684"/>
                </a:lnTo>
                <a:lnTo>
                  <a:pt x="168935" y="557212"/>
                </a:lnTo>
                <a:lnTo>
                  <a:pt x="186321" y="514883"/>
                </a:lnTo>
                <a:lnTo>
                  <a:pt x="203708" y="473760"/>
                </a:lnTo>
                <a:lnTo>
                  <a:pt x="226072" y="433933"/>
                </a:lnTo>
                <a:lnTo>
                  <a:pt x="250913" y="395465"/>
                </a:lnTo>
                <a:lnTo>
                  <a:pt x="275755" y="358406"/>
                </a:lnTo>
                <a:lnTo>
                  <a:pt x="303085" y="322846"/>
                </a:lnTo>
                <a:lnTo>
                  <a:pt x="332892" y="288848"/>
                </a:lnTo>
                <a:lnTo>
                  <a:pt x="365188" y="256489"/>
                </a:lnTo>
                <a:lnTo>
                  <a:pt x="397484" y="225818"/>
                </a:lnTo>
                <a:lnTo>
                  <a:pt x="432269" y="196926"/>
                </a:lnTo>
                <a:lnTo>
                  <a:pt x="469531" y="169875"/>
                </a:lnTo>
                <a:lnTo>
                  <a:pt x="506793" y="144741"/>
                </a:lnTo>
                <a:lnTo>
                  <a:pt x="509066" y="143408"/>
                </a:lnTo>
                <a:lnTo>
                  <a:pt x="509066" y="0"/>
                </a:lnTo>
                <a:close/>
              </a:path>
            </a:pathLst>
          </a:custGeom>
          <a:solidFill>
            <a:srgbClr val="AAC7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4872907" y="6936244"/>
            <a:ext cx="1176020" cy="1174750"/>
          </a:xfrm>
          <a:custGeom>
            <a:avLst/>
            <a:gdLst/>
            <a:ahLst/>
            <a:cxnLst/>
            <a:rect l="l" t="t" r="r" b="b"/>
            <a:pathLst>
              <a:path w="1176019" h="1174750">
                <a:moveTo>
                  <a:pt x="494499" y="280327"/>
                </a:moveTo>
                <a:lnTo>
                  <a:pt x="487857" y="250634"/>
                </a:lnTo>
                <a:lnTo>
                  <a:pt x="467842" y="228206"/>
                </a:lnTo>
                <a:lnTo>
                  <a:pt x="434454" y="219938"/>
                </a:lnTo>
                <a:lnTo>
                  <a:pt x="384606" y="225933"/>
                </a:lnTo>
                <a:lnTo>
                  <a:pt x="338493" y="240741"/>
                </a:lnTo>
                <a:lnTo>
                  <a:pt x="296951" y="263499"/>
                </a:lnTo>
                <a:lnTo>
                  <a:pt x="260819" y="293370"/>
                </a:lnTo>
                <a:lnTo>
                  <a:pt x="230949" y="329488"/>
                </a:lnTo>
                <a:lnTo>
                  <a:pt x="208178" y="371030"/>
                </a:lnTo>
                <a:lnTo>
                  <a:pt x="193344" y="417131"/>
                </a:lnTo>
                <a:lnTo>
                  <a:pt x="187286" y="466953"/>
                </a:lnTo>
                <a:lnTo>
                  <a:pt x="195554" y="500240"/>
                </a:lnTo>
                <a:lnTo>
                  <a:pt x="218008" y="520192"/>
                </a:lnTo>
                <a:lnTo>
                  <a:pt x="247726" y="526808"/>
                </a:lnTo>
                <a:lnTo>
                  <a:pt x="277812" y="520128"/>
                </a:lnTo>
                <a:lnTo>
                  <a:pt x="301371" y="500176"/>
                </a:lnTo>
                <a:lnTo>
                  <a:pt x="311505" y="466953"/>
                </a:lnTo>
                <a:lnTo>
                  <a:pt x="321805" y="418985"/>
                </a:lnTo>
                <a:lnTo>
                  <a:pt x="347903" y="380377"/>
                </a:lnTo>
                <a:lnTo>
                  <a:pt x="386537" y="354330"/>
                </a:lnTo>
                <a:lnTo>
                  <a:pt x="434454" y="344068"/>
                </a:lnTo>
                <a:lnTo>
                  <a:pt x="467791" y="333946"/>
                </a:lnTo>
                <a:lnTo>
                  <a:pt x="487807" y="310400"/>
                </a:lnTo>
                <a:lnTo>
                  <a:pt x="494499" y="280327"/>
                </a:lnTo>
                <a:close/>
              </a:path>
              <a:path w="1176019" h="1174750">
                <a:moveTo>
                  <a:pt x="1175461" y="587108"/>
                </a:moveTo>
                <a:lnTo>
                  <a:pt x="1174851" y="538619"/>
                </a:lnTo>
                <a:lnTo>
                  <a:pt x="1170000" y="491426"/>
                </a:lnTo>
                <a:lnTo>
                  <a:pt x="1161084" y="445630"/>
                </a:lnTo>
                <a:lnTo>
                  <a:pt x="1148321" y="401358"/>
                </a:lnTo>
                <a:lnTo>
                  <a:pt x="1131925" y="358736"/>
                </a:lnTo>
                <a:lnTo>
                  <a:pt x="1112088" y="317868"/>
                </a:lnTo>
                <a:lnTo>
                  <a:pt x="1089012" y="278904"/>
                </a:lnTo>
                <a:lnTo>
                  <a:pt x="1062913" y="241960"/>
                </a:lnTo>
                <a:lnTo>
                  <a:pt x="1051255" y="227914"/>
                </a:lnTo>
                <a:lnTo>
                  <a:pt x="1051255" y="587108"/>
                </a:lnTo>
                <a:lnTo>
                  <a:pt x="1050124" y="634885"/>
                </a:lnTo>
                <a:lnTo>
                  <a:pt x="1043838" y="681024"/>
                </a:lnTo>
                <a:lnTo>
                  <a:pt x="1032687" y="725322"/>
                </a:lnTo>
                <a:lnTo>
                  <a:pt x="1016990" y="767600"/>
                </a:lnTo>
                <a:lnTo>
                  <a:pt x="997064" y="807681"/>
                </a:lnTo>
                <a:lnTo>
                  <a:pt x="973213" y="845362"/>
                </a:lnTo>
                <a:lnTo>
                  <a:pt x="945756" y="880478"/>
                </a:lnTo>
                <a:lnTo>
                  <a:pt x="915009" y="912837"/>
                </a:lnTo>
                <a:lnTo>
                  <a:pt x="881265" y="942251"/>
                </a:lnTo>
                <a:lnTo>
                  <a:pt x="844867" y="968552"/>
                </a:lnTo>
                <a:lnTo>
                  <a:pt x="806094" y="991527"/>
                </a:lnTo>
                <a:lnTo>
                  <a:pt x="765276" y="1011021"/>
                </a:lnTo>
                <a:lnTo>
                  <a:pt x="722731" y="1026820"/>
                </a:lnTo>
                <a:lnTo>
                  <a:pt x="678751" y="1038771"/>
                </a:lnTo>
                <a:lnTo>
                  <a:pt x="633666" y="1046670"/>
                </a:lnTo>
                <a:lnTo>
                  <a:pt x="587781" y="1050340"/>
                </a:lnTo>
                <a:lnTo>
                  <a:pt x="539991" y="1049235"/>
                </a:lnTo>
                <a:lnTo>
                  <a:pt x="493852" y="1042962"/>
                </a:lnTo>
                <a:lnTo>
                  <a:pt x="449541" y="1031824"/>
                </a:lnTo>
                <a:lnTo>
                  <a:pt x="407238" y="1016152"/>
                </a:lnTo>
                <a:lnTo>
                  <a:pt x="367144" y="996238"/>
                </a:lnTo>
                <a:lnTo>
                  <a:pt x="329425" y="972413"/>
                </a:lnTo>
                <a:lnTo>
                  <a:pt x="294259" y="944943"/>
                </a:lnTo>
                <a:lnTo>
                  <a:pt x="261886" y="914234"/>
                </a:lnTo>
                <a:lnTo>
                  <a:pt x="232435" y="880516"/>
                </a:lnTo>
                <a:lnTo>
                  <a:pt x="206121" y="844118"/>
                </a:lnTo>
                <a:lnTo>
                  <a:pt x="183108" y="805370"/>
                </a:lnTo>
                <a:lnTo>
                  <a:pt x="163588" y="764565"/>
                </a:lnTo>
                <a:lnTo>
                  <a:pt x="147764" y="722020"/>
                </a:lnTo>
                <a:lnTo>
                  <a:pt x="135801" y="678065"/>
                </a:lnTo>
                <a:lnTo>
                  <a:pt x="127889" y="632980"/>
                </a:lnTo>
                <a:lnTo>
                  <a:pt x="124218" y="587108"/>
                </a:lnTo>
                <a:lnTo>
                  <a:pt x="125336" y="539407"/>
                </a:lnTo>
                <a:lnTo>
                  <a:pt x="131635" y="493344"/>
                </a:lnTo>
                <a:lnTo>
                  <a:pt x="142786" y="449097"/>
                </a:lnTo>
                <a:lnTo>
                  <a:pt x="158496" y="406857"/>
                </a:lnTo>
                <a:lnTo>
                  <a:pt x="178422" y="366814"/>
                </a:lnTo>
                <a:lnTo>
                  <a:pt x="202285" y="329145"/>
                </a:lnTo>
                <a:lnTo>
                  <a:pt x="229743" y="294030"/>
                </a:lnTo>
                <a:lnTo>
                  <a:pt x="260515" y="261683"/>
                </a:lnTo>
                <a:lnTo>
                  <a:pt x="294259" y="232257"/>
                </a:lnTo>
                <a:lnTo>
                  <a:pt x="330669" y="205955"/>
                </a:lnTo>
                <a:lnTo>
                  <a:pt x="369443" y="182968"/>
                </a:lnTo>
                <a:lnTo>
                  <a:pt x="410273" y="163474"/>
                </a:lnTo>
                <a:lnTo>
                  <a:pt x="452831" y="147650"/>
                </a:lnTo>
                <a:lnTo>
                  <a:pt x="496811" y="135699"/>
                </a:lnTo>
                <a:lnTo>
                  <a:pt x="541896" y="127787"/>
                </a:lnTo>
                <a:lnTo>
                  <a:pt x="587781" y="124117"/>
                </a:lnTo>
                <a:lnTo>
                  <a:pt x="635558" y="127825"/>
                </a:lnTo>
                <a:lnTo>
                  <a:pt x="636295" y="127952"/>
                </a:lnTo>
                <a:lnTo>
                  <a:pt x="681685" y="135750"/>
                </a:lnTo>
                <a:lnTo>
                  <a:pt x="725982" y="147726"/>
                </a:lnTo>
                <a:lnTo>
                  <a:pt x="768248" y="163537"/>
                </a:lnTo>
                <a:lnTo>
                  <a:pt x="808316" y="183032"/>
                </a:lnTo>
                <a:lnTo>
                  <a:pt x="846010" y="206006"/>
                </a:lnTo>
                <a:lnTo>
                  <a:pt x="881113" y="232283"/>
                </a:lnTo>
                <a:lnTo>
                  <a:pt x="913472" y="261683"/>
                </a:lnTo>
                <a:lnTo>
                  <a:pt x="942898" y="294017"/>
                </a:lnTo>
                <a:lnTo>
                  <a:pt x="969200" y="329095"/>
                </a:lnTo>
                <a:lnTo>
                  <a:pt x="992212" y="366750"/>
                </a:lnTo>
                <a:lnTo>
                  <a:pt x="1011720" y="406781"/>
                </a:lnTo>
                <a:lnTo>
                  <a:pt x="1027569" y="449021"/>
                </a:lnTo>
                <a:lnTo>
                  <a:pt x="1039558" y="493280"/>
                </a:lnTo>
                <a:lnTo>
                  <a:pt x="1047508" y="539369"/>
                </a:lnTo>
                <a:lnTo>
                  <a:pt x="1051255" y="587108"/>
                </a:lnTo>
                <a:lnTo>
                  <a:pt x="1051255" y="227914"/>
                </a:lnTo>
                <a:lnTo>
                  <a:pt x="1002449" y="174574"/>
                </a:lnTo>
                <a:lnTo>
                  <a:pt x="968476" y="144399"/>
                </a:lnTo>
                <a:lnTo>
                  <a:pt x="932307" y="116713"/>
                </a:lnTo>
                <a:lnTo>
                  <a:pt x="894130" y="91655"/>
                </a:lnTo>
                <a:lnTo>
                  <a:pt x="854138" y="69354"/>
                </a:lnTo>
                <a:lnTo>
                  <a:pt x="812558" y="49911"/>
                </a:lnTo>
                <a:lnTo>
                  <a:pt x="769569" y="33451"/>
                </a:lnTo>
                <a:lnTo>
                  <a:pt x="725398" y="20116"/>
                </a:lnTo>
                <a:lnTo>
                  <a:pt x="680237" y="10007"/>
                </a:lnTo>
                <a:lnTo>
                  <a:pt x="647763" y="5245"/>
                </a:lnTo>
                <a:lnTo>
                  <a:pt x="634301" y="3263"/>
                </a:lnTo>
                <a:lnTo>
                  <a:pt x="633666" y="3225"/>
                </a:lnTo>
                <a:lnTo>
                  <a:pt x="587781" y="0"/>
                </a:lnTo>
                <a:lnTo>
                  <a:pt x="539242" y="3327"/>
                </a:lnTo>
                <a:lnTo>
                  <a:pt x="527735" y="4991"/>
                </a:lnTo>
                <a:lnTo>
                  <a:pt x="491998" y="10134"/>
                </a:lnTo>
                <a:lnTo>
                  <a:pt x="446163" y="20281"/>
                </a:lnTo>
                <a:lnTo>
                  <a:pt x="401866" y="33642"/>
                </a:lnTo>
                <a:lnTo>
                  <a:pt x="359206" y="50114"/>
                </a:lnTo>
                <a:lnTo>
                  <a:pt x="318338" y="69570"/>
                </a:lnTo>
                <a:lnTo>
                  <a:pt x="279361" y="91884"/>
                </a:lnTo>
                <a:lnTo>
                  <a:pt x="242392" y="116928"/>
                </a:lnTo>
                <a:lnTo>
                  <a:pt x="207568" y="144602"/>
                </a:lnTo>
                <a:lnTo>
                  <a:pt x="175006" y="174764"/>
                </a:lnTo>
                <a:lnTo>
                  <a:pt x="144805" y="207302"/>
                </a:lnTo>
                <a:lnTo>
                  <a:pt x="117119" y="242100"/>
                </a:lnTo>
                <a:lnTo>
                  <a:pt x="92036" y="279031"/>
                </a:lnTo>
                <a:lnTo>
                  <a:pt x="69710" y="317969"/>
                </a:lnTo>
                <a:lnTo>
                  <a:pt x="50228" y="358800"/>
                </a:lnTo>
                <a:lnTo>
                  <a:pt x="33743" y="401408"/>
                </a:lnTo>
                <a:lnTo>
                  <a:pt x="20345" y="445655"/>
                </a:lnTo>
                <a:lnTo>
                  <a:pt x="10185" y="491439"/>
                </a:lnTo>
                <a:lnTo>
                  <a:pt x="3365" y="538632"/>
                </a:lnTo>
                <a:lnTo>
                  <a:pt x="0" y="587108"/>
                </a:lnTo>
                <a:lnTo>
                  <a:pt x="609" y="635584"/>
                </a:lnTo>
                <a:lnTo>
                  <a:pt x="5473" y="682790"/>
                </a:lnTo>
                <a:lnTo>
                  <a:pt x="14389" y="728599"/>
                </a:lnTo>
                <a:lnTo>
                  <a:pt x="27139" y="772883"/>
                </a:lnTo>
                <a:lnTo>
                  <a:pt x="43548" y="815517"/>
                </a:lnTo>
                <a:lnTo>
                  <a:pt x="63385" y="856386"/>
                </a:lnTo>
                <a:lnTo>
                  <a:pt x="86448" y="895375"/>
                </a:lnTo>
                <a:lnTo>
                  <a:pt x="112560" y="932345"/>
                </a:lnTo>
                <a:lnTo>
                  <a:pt x="141490" y="967181"/>
                </a:lnTo>
                <a:lnTo>
                  <a:pt x="173037" y="999756"/>
                </a:lnTo>
                <a:lnTo>
                  <a:pt x="206997" y="1029957"/>
                </a:lnTo>
                <a:lnTo>
                  <a:pt x="243179" y="1057656"/>
                </a:lnTo>
                <a:lnTo>
                  <a:pt x="281368" y="1082725"/>
                </a:lnTo>
                <a:lnTo>
                  <a:pt x="321360" y="1105052"/>
                </a:lnTo>
                <a:lnTo>
                  <a:pt x="362953" y="1124508"/>
                </a:lnTo>
                <a:lnTo>
                  <a:pt x="405942" y="1140968"/>
                </a:lnTo>
                <a:lnTo>
                  <a:pt x="450126" y="1154328"/>
                </a:lnTo>
                <a:lnTo>
                  <a:pt x="495300" y="1164437"/>
                </a:lnTo>
                <a:lnTo>
                  <a:pt x="541248" y="1171194"/>
                </a:lnTo>
                <a:lnTo>
                  <a:pt x="541896" y="1171232"/>
                </a:lnTo>
                <a:lnTo>
                  <a:pt x="587781" y="1174457"/>
                </a:lnTo>
                <a:lnTo>
                  <a:pt x="636295" y="1173873"/>
                </a:lnTo>
                <a:lnTo>
                  <a:pt x="683526" y="1169022"/>
                </a:lnTo>
                <a:lnTo>
                  <a:pt x="729361" y="1160119"/>
                </a:lnTo>
                <a:lnTo>
                  <a:pt x="773671" y="1147381"/>
                </a:lnTo>
                <a:lnTo>
                  <a:pt x="816317" y="1130998"/>
                </a:lnTo>
                <a:lnTo>
                  <a:pt x="857211" y="1111186"/>
                </a:lnTo>
                <a:lnTo>
                  <a:pt x="896213" y="1088136"/>
                </a:lnTo>
                <a:lnTo>
                  <a:pt x="933196" y="1062050"/>
                </a:lnTo>
                <a:lnTo>
                  <a:pt x="968032" y="1033145"/>
                </a:lnTo>
                <a:lnTo>
                  <a:pt x="1000633" y="1001623"/>
                </a:lnTo>
                <a:lnTo>
                  <a:pt x="1030833" y="967676"/>
                </a:lnTo>
                <a:lnTo>
                  <a:pt x="1058545" y="931519"/>
                </a:lnTo>
                <a:lnTo>
                  <a:pt x="1083627" y="893356"/>
                </a:lnTo>
                <a:lnTo>
                  <a:pt x="1105966" y="853389"/>
                </a:lnTo>
                <a:lnTo>
                  <a:pt x="1125423" y="811822"/>
                </a:lnTo>
                <a:lnTo>
                  <a:pt x="1141907" y="768845"/>
                </a:lnTo>
                <a:lnTo>
                  <a:pt x="1155268" y="724687"/>
                </a:lnTo>
                <a:lnTo>
                  <a:pt x="1165402" y="679551"/>
                </a:lnTo>
                <a:lnTo>
                  <a:pt x="1172171" y="633615"/>
                </a:lnTo>
                <a:lnTo>
                  <a:pt x="1175461" y="587108"/>
                </a:lnTo>
                <a:close/>
              </a:path>
            </a:pathLst>
          </a:custGeom>
          <a:solidFill>
            <a:srgbClr val="AAC7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6144444" y="4011612"/>
            <a:ext cx="1175385" cy="1174750"/>
          </a:xfrm>
          <a:custGeom>
            <a:avLst/>
            <a:gdLst/>
            <a:ahLst/>
            <a:cxnLst/>
            <a:rect l="l" t="t" r="r" b="b"/>
            <a:pathLst>
              <a:path w="1175384" h="1174750">
                <a:moveTo>
                  <a:pt x="494411" y="280339"/>
                </a:moveTo>
                <a:lnTo>
                  <a:pt x="487756" y="250647"/>
                </a:lnTo>
                <a:lnTo>
                  <a:pt x="467753" y="228219"/>
                </a:lnTo>
                <a:lnTo>
                  <a:pt x="434378" y="219951"/>
                </a:lnTo>
                <a:lnTo>
                  <a:pt x="384556" y="226021"/>
                </a:lnTo>
                <a:lnTo>
                  <a:pt x="338455" y="240855"/>
                </a:lnTo>
                <a:lnTo>
                  <a:pt x="296913" y="263613"/>
                </a:lnTo>
                <a:lnTo>
                  <a:pt x="260781" y="293471"/>
                </a:lnTo>
                <a:lnTo>
                  <a:pt x="230886" y="329565"/>
                </a:lnTo>
                <a:lnTo>
                  <a:pt x="208102" y="371081"/>
                </a:lnTo>
                <a:lnTo>
                  <a:pt x="193243" y="417156"/>
                </a:lnTo>
                <a:lnTo>
                  <a:pt x="187185" y="466966"/>
                </a:lnTo>
                <a:lnTo>
                  <a:pt x="195503" y="500265"/>
                </a:lnTo>
                <a:lnTo>
                  <a:pt x="217982" y="520255"/>
                </a:lnTo>
                <a:lnTo>
                  <a:pt x="247713" y="526910"/>
                </a:lnTo>
                <a:lnTo>
                  <a:pt x="277787" y="520255"/>
                </a:lnTo>
                <a:lnTo>
                  <a:pt x="301320" y="500265"/>
                </a:lnTo>
                <a:lnTo>
                  <a:pt x="311404" y="466966"/>
                </a:lnTo>
                <a:lnTo>
                  <a:pt x="321754" y="419100"/>
                </a:lnTo>
                <a:lnTo>
                  <a:pt x="347853" y="380479"/>
                </a:lnTo>
                <a:lnTo>
                  <a:pt x="386473" y="354380"/>
                </a:lnTo>
                <a:lnTo>
                  <a:pt x="434378" y="344081"/>
                </a:lnTo>
                <a:lnTo>
                  <a:pt x="467690" y="333959"/>
                </a:lnTo>
                <a:lnTo>
                  <a:pt x="487718" y="310413"/>
                </a:lnTo>
                <a:lnTo>
                  <a:pt x="494411" y="280339"/>
                </a:lnTo>
                <a:close/>
              </a:path>
              <a:path w="1175384" h="1174750">
                <a:moveTo>
                  <a:pt x="1175385" y="587362"/>
                </a:moveTo>
                <a:lnTo>
                  <a:pt x="1174788" y="538886"/>
                </a:lnTo>
                <a:lnTo>
                  <a:pt x="1169936" y="491680"/>
                </a:lnTo>
                <a:lnTo>
                  <a:pt x="1161034" y="445871"/>
                </a:lnTo>
                <a:lnTo>
                  <a:pt x="1148283" y="401586"/>
                </a:lnTo>
                <a:lnTo>
                  <a:pt x="1131900" y="358952"/>
                </a:lnTo>
                <a:lnTo>
                  <a:pt x="1112062" y="318084"/>
                </a:lnTo>
                <a:lnTo>
                  <a:pt x="1088999" y="279095"/>
                </a:lnTo>
                <a:lnTo>
                  <a:pt x="1062901" y="242125"/>
                </a:lnTo>
                <a:lnTo>
                  <a:pt x="1051166" y="228003"/>
                </a:lnTo>
                <a:lnTo>
                  <a:pt x="1051166" y="587362"/>
                </a:lnTo>
                <a:lnTo>
                  <a:pt x="1050061" y="635101"/>
                </a:lnTo>
                <a:lnTo>
                  <a:pt x="1043787" y="681202"/>
                </a:lnTo>
                <a:lnTo>
                  <a:pt x="1032637" y="725462"/>
                </a:lnTo>
                <a:lnTo>
                  <a:pt x="1016952" y="767715"/>
                </a:lnTo>
                <a:lnTo>
                  <a:pt x="997026" y="807770"/>
                </a:lnTo>
                <a:lnTo>
                  <a:pt x="973175" y="845439"/>
                </a:lnTo>
                <a:lnTo>
                  <a:pt x="945718" y="880529"/>
                </a:lnTo>
                <a:lnTo>
                  <a:pt x="914958" y="912876"/>
                </a:lnTo>
                <a:lnTo>
                  <a:pt x="881227" y="942289"/>
                </a:lnTo>
                <a:lnTo>
                  <a:pt x="844804" y="968565"/>
                </a:lnTo>
                <a:lnTo>
                  <a:pt x="806030" y="991552"/>
                </a:lnTo>
                <a:lnTo>
                  <a:pt x="765213" y="1011034"/>
                </a:lnTo>
                <a:lnTo>
                  <a:pt x="722655" y="1026833"/>
                </a:lnTo>
                <a:lnTo>
                  <a:pt x="678675" y="1038783"/>
                </a:lnTo>
                <a:lnTo>
                  <a:pt x="633590" y="1046683"/>
                </a:lnTo>
                <a:lnTo>
                  <a:pt x="587705" y="1050353"/>
                </a:lnTo>
                <a:lnTo>
                  <a:pt x="539927" y="1049235"/>
                </a:lnTo>
                <a:lnTo>
                  <a:pt x="493801" y="1042962"/>
                </a:lnTo>
                <a:lnTo>
                  <a:pt x="449503" y="1031836"/>
                </a:lnTo>
                <a:lnTo>
                  <a:pt x="407212" y="1016165"/>
                </a:lnTo>
                <a:lnTo>
                  <a:pt x="367118" y="996251"/>
                </a:lnTo>
                <a:lnTo>
                  <a:pt x="329412" y="972439"/>
                </a:lnTo>
                <a:lnTo>
                  <a:pt x="294182" y="944905"/>
                </a:lnTo>
                <a:lnTo>
                  <a:pt x="261886" y="914273"/>
                </a:lnTo>
                <a:lnTo>
                  <a:pt x="232448" y="880567"/>
                </a:lnTo>
                <a:lnTo>
                  <a:pt x="206121" y="844194"/>
                </a:lnTo>
                <a:lnTo>
                  <a:pt x="183108" y="805459"/>
                </a:lnTo>
                <a:lnTo>
                  <a:pt x="163601" y="764679"/>
                </a:lnTo>
                <a:lnTo>
                  <a:pt x="147764" y="722172"/>
                </a:lnTo>
                <a:lnTo>
                  <a:pt x="135801" y="678230"/>
                </a:lnTo>
                <a:lnTo>
                  <a:pt x="127889" y="633196"/>
                </a:lnTo>
                <a:lnTo>
                  <a:pt x="124206" y="587362"/>
                </a:lnTo>
                <a:lnTo>
                  <a:pt x="125323" y="539623"/>
                </a:lnTo>
                <a:lnTo>
                  <a:pt x="131610" y="493522"/>
                </a:lnTo>
                <a:lnTo>
                  <a:pt x="142748" y="449237"/>
                </a:lnTo>
                <a:lnTo>
                  <a:pt x="158445" y="406971"/>
                </a:lnTo>
                <a:lnTo>
                  <a:pt x="178371" y="366903"/>
                </a:lnTo>
                <a:lnTo>
                  <a:pt x="202222" y="329209"/>
                </a:lnTo>
                <a:lnTo>
                  <a:pt x="229679" y="294093"/>
                </a:lnTo>
                <a:lnTo>
                  <a:pt x="260438" y="261721"/>
                </a:lnTo>
                <a:lnTo>
                  <a:pt x="294182" y="232295"/>
                </a:lnTo>
                <a:lnTo>
                  <a:pt x="330593" y="205981"/>
                </a:lnTo>
                <a:lnTo>
                  <a:pt x="369366" y="182994"/>
                </a:lnTo>
                <a:lnTo>
                  <a:pt x="410197" y="163487"/>
                </a:lnTo>
                <a:lnTo>
                  <a:pt x="452755" y="147662"/>
                </a:lnTo>
                <a:lnTo>
                  <a:pt x="496722" y="135712"/>
                </a:lnTo>
                <a:lnTo>
                  <a:pt x="541820" y="127800"/>
                </a:lnTo>
                <a:lnTo>
                  <a:pt x="587705" y="124129"/>
                </a:lnTo>
                <a:lnTo>
                  <a:pt x="635495" y="127876"/>
                </a:lnTo>
                <a:lnTo>
                  <a:pt x="636219" y="128003"/>
                </a:lnTo>
                <a:lnTo>
                  <a:pt x="681621" y="135839"/>
                </a:lnTo>
                <a:lnTo>
                  <a:pt x="725919" y="147828"/>
                </a:lnTo>
                <a:lnTo>
                  <a:pt x="768197" y="163664"/>
                </a:lnTo>
                <a:lnTo>
                  <a:pt x="808253" y="183159"/>
                </a:lnTo>
                <a:lnTo>
                  <a:pt x="845934" y="206133"/>
                </a:lnTo>
                <a:lnTo>
                  <a:pt x="881037" y="232422"/>
                </a:lnTo>
                <a:lnTo>
                  <a:pt x="913384" y="261810"/>
                </a:lnTo>
                <a:lnTo>
                  <a:pt x="942809" y="294144"/>
                </a:lnTo>
                <a:lnTo>
                  <a:pt x="969098" y="329234"/>
                </a:lnTo>
                <a:lnTo>
                  <a:pt x="992098" y="366890"/>
                </a:lnTo>
                <a:lnTo>
                  <a:pt x="1011605" y="406933"/>
                </a:lnTo>
                <a:lnTo>
                  <a:pt x="1027455" y="449186"/>
                </a:lnTo>
                <a:lnTo>
                  <a:pt x="1039456" y="493471"/>
                </a:lnTo>
                <a:lnTo>
                  <a:pt x="1047419" y="539584"/>
                </a:lnTo>
                <a:lnTo>
                  <a:pt x="1051166" y="587362"/>
                </a:lnTo>
                <a:lnTo>
                  <a:pt x="1051166" y="228003"/>
                </a:lnTo>
                <a:lnTo>
                  <a:pt x="1002423" y="174713"/>
                </a:lnTo>
                <a:lnTo>
                  <a:pt x="968463" y="144513"/>
                </a:lnTo>
                <a:lnTo>
                  <a:pt x="932294" y="116814"/>
                </a:lnTo>
                <a:lnTo>
                  <a:pt x="894105" y="91744"/>
                </a:lnTo>
                <a:lnTo>
                  <a:pt x="854113" y="69418"/>
                </a:lnTo>
                <a:lnTo>
                  <a:pt x="812520" y="49961"/>
                </a:lnTo>
                <a:lnTo>
                  <a:pt x="769531" y="33489"/>
                </a:lnTo>
                <a:lnTo>
                  <a:pt x="725347" y="20142"/>
                </a:lnTo>
                <a:lnTo>
                  <a:pt x="680186" y="10033"/>
                </a:lnTo>
                <a:lnTo>
                  <a:pt x="647700" y="5257"/>
                </a:lnTo>
                <a:lnTo>
                  <a:pt x="634238" y="3276"/>
                </a:lnTo>
                <a:lnTo>
                  <a:pt x="633590" y="3225"/>
                </a:lnTo>
                <a:lnTo>
                  <a:pt x="587705" y="0"/>
                </a:lnTo>
                <a:lnTo>
                  <a:pt x="539178" y="3378"/>
                </a:lnTo>
                <a:lnTo>
                  <a:pt x="491947" y="10210"/>
                </a:lnTo>
                <a:lnTo>
                  <a:pt x="446112" y="20370"/>
                </a:lnTo>
                <a:lnTo>
                  <a:pt x="401828" y="33756"/>
                </a:lnTo>
                <a:lnTo>
                  <a:pt x="359181" y="50241"/>
                </a:lnTo>
                <a:lnTo>
                  <a:pt x="318312" y="69697"/>
                </a:lnTo>
                <a:lnTo>
                  <a:pt x="279349" y="92011"/>
                </a:lnTo>
                <a:lnTo>
                  <a:pt x="242379" y="117068"/>
                </a:lnTo>
                <a:lnTo>
                  <a:pt x="207556" y="144729"/>
                </a:lnTo>
                <a:lnTo>
                  <a:pt x="174993" y="174891"/>
                </a:lnTo>
                <a:lnTo>
                  <a:pt x="144805" y="207441"/>
                </a:lnTo>
                <a:lnTo>
                  <a:pt x="124206" y="233311"/>
                </a:lnTo>
                <a:lnTo>
                  <a:pt x="117106" y="242227"/>
                </a:lnTo>
                <a:lnTo>
                  <a:pt x="92036" y="279158"/>
                </a:lnTo>
                <a:lnTo>
                  <a:pt x="69710" y="318109"/>
                </a:lnTo>
                <a:lnTo>
                  <a:pt x="50228" y="358952"/>
                </a:lnTo>
                <a:lnTo>
                  <a:pt x="33743" y="401561"/>
                </a:lnTo>
                <a:lnTo>
                  <a:pt x="20345" y="445833"/>
                </a:lnTo>
                <a:lnTo>
                  <a:pt x="10185" y="491642"/>
                </a:lnTo>
                <a:lnTo>
                  <a:pt x="3352" y="538848"/>
                </a:lnTo>
                <a:lnTo>
                  <a:pt x="0" y="587362"/>
                </a:lnTo>
                <a:lnTo>
                  <a:pt x="609" y="635838"/>
                </a:lnTo>
                <a:lnTo>
                  <a:pt x="5473" y="683044"/>
                </a:lnTo>
                <a:lnTo>
                  <a:pt x="14389" y="728840"/>
                </a:lnTo>
                <a:lnTo>
                  <a:pt x="27152" y="773112"/>
                </a:lnTo>
                <a:lnTo>
                  <a:pt x="43548" y="815733"/>
                </a:lnTo>
                <a:lnTo>
                  <a:pt x="63385" y="856589"/>
                </a:lnTo>
                <a:lnTo>
                  <a:pt x="86461" y="895565"/>
                </a:lnTo>
                <a:lnTo>
                  <a:pt x="112560" y="932510"/>
                </a:lnTo>
                <a:lnTo>
                  <a:pt x="141490" y="967333"/>
                </a:lnTo>
                <a:lnTo>
                  <a:pt x="173037" y="999896"/>
                </a:lnTo>
                <a:lnTo>
                  <a:pt x="206997" y="1030071"/>
                </a:lnTo>
                <a:lnTo>
                  <a:pt x="243179" y="1057757"/>
                </a:lnTo>
                <a:lnTo>
                  <a:pt x="281355" y="1082802"/>
                </a:lnTo>
                <a:lnTo>
                  <a:pt x="321348" y="1105115"/>
                </a:lnTo>
                <a:lnTo>
                  <a:pt x="362927" y="1124559"/>
                </a:lnTo>
                <a:lnTo>
                  <a:pt x="405917" y="1141006"/>
                </a:lnTo>
                <a:lnTo>
                  <a:pt x="450088" y="1154353"/>
                </a:lnTo>
                <a:lnTo>
                  <a:pt x="495236" y="1164450"/>
                </a:lnTo>
                <a:lnTo>
                  <a:pt x="541185" y="1171206"/>
                </a:lnTo>
                <a:lnTo>
                  <a:pt x="541820" y="1171244"/>
                </a:lnTo>
                <a:lnTo>
                  <a:pt x="587705" y="1174470"/>
                </a:lnTo>
                <a:lnTo>
                  <a:pt x="636219" y="1173873"/>
                </a:lnTo>
                <a:lnTo>
                  <a:pt x="683450" y="1169035"/>
                </a:lnTo>
                <a:lnTo>
                  <a:pt x="729284" y="1160132"/>
                </a:lnTo>
                <a:lnTo>
                  <a:pt x="773595" y="1147394"/>
                </a:lnTo>
                <a:lnTo>
                  <a:pt x="816254" y="1131011"/>
                </a:lnTo>
                <a:lnTo>
                  <a:pt x="857148" y="1111199"/>
                </a:lnTo>
                <a:lnTo>
                  <a:pt x="896150" y="1088148"/>
                </a:lnTo>
                <a:lnTo>
                  <a:pt x="933145" y="1062075"/>
                </a:lnTo>
                <a:lnTo>
                  <a:pt x="967994" y="1033183"/>
                </a:lnTo>
                <a:lnTo>
                  <a:pt x="1000594" y="1001661"/>
                </a:lnTo>
                <a:lnTo>
                  <a:pt x="1030808" y="967727"/>
                </a:lnTo>
                <a:lnTo>
                  <a:pt x="1058519" y="931583"/>
                </a:lnTo>
                <a:lnTo>
                  <a:pt x="1083602" y="893432"/>
                </a:lnTo>
                <a:lnTo>
                  <a:pt x="1105941" y="853478"/>
                </a:lnTo>
                <a:lnTo>
                  <a:pt x="1125410" y="811936"/>
                </a:lnTo>
                <a:lnTo>
                  <a:pt x="1141882" y="768985"/>
                </a:lnTo>
                <a:lnTo>
                  <a:pt x="1155242" y="724852"/>
                </a:lnTo>
                <a:lnTo>
                  <a:pt x="1165352" y="679742"/>
                </a:lnTo>
                <a:lnTo>
                  <a:pt x="1172108" y="633844"/>
                </a:lnTo>
                <a:lnTo>
                  <a:pt x="1175385" y="587362"/>
                </a:lnTo>
                <a:close/>
              </a:path>
            </a:pathLst>
          </a:custGeom>
          <a:solidFill>
            <a:srgbClr val="AAC7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7082161" y="7859223"/>
            <a:ext cx="658495" cy="657860"/>
          </a:xfrm>
          <a:custGeom>
            <a:avLst/>
            <a:gdLst/>
            <a:ahLst/>
            <a:cxnLst/>
            <a:rect l="l" t="t" r="r" b="b"/>
            <a:pathLst>
              <a:path w="658494" h="657859">
                <a:moveTo>
                  <a:pt x="658012" y="328929"/>
                </a:moveTo>
                <a:lnTo>
                  <a:pt x="652462" y="375305"/>
                </a:lnTo>
                <a:lnTo>
                  <a:pt x="641047" y="420745"/>
                </a:lnTo>
                <a:lnTo>
                  <a:pt x="624099" y="464461"/>
                </a:lnTo>
                <a:lnTo>
                  <a:pt x="601950" y="505666"/>
                </a:lnTo>
                <a:lnTo>
                  <a:pt x="574929" y="543573"/>
                </a:lnTo>
                <a:lnTo>
                  <a:pt x="543370" y="577392"/>
                </a:lnTo>
                <a:lnTo>
                  <a:pt x="507604" y="606337"/>
                </a:lnTo>
                <a:lnTo>
                  <a:pt x="467961" y="629619"/>
                </a:lnTo>
                <a:lnTo>
                  <a:pt x="424774" y="646450"/>
                </a:lnTo>
                <a:lnTo>
                  <a:pt x="378374" y="656044"/>
                </a:lnTo>
                <a:lnTo>
                  <a:pt x="329093" y="657611"/>
                </a:lnTo>
                <a:lnTo>
                  <a:pt x="282623" y="652065"/>
                </a:lnTo>
                <a:lnTo>
                  <a:pt x="237101" y="640659"/>
                </a:lnTo>
                <a:lnTo>
                  <a:pt x="193316" y="623723"/>
                </a:lnTo>
                <a:lnTo>
                  <a:pt x="152054" y="601589"/>
                </a:lnTo>
                <a:lnTo>
                  <a:pt x="114102" y="574589"/>
                </a:lnTo>
                <a:lnTo>
                  <a:pt x="80248" y="543052"/>
                </a:lnTo>
                <a:lnTo>
                  <a:pt x="51279" y="507311"/>
                </a:lnTo>
                <a:lnTo>
                  <a:pt x="27982" y="467697"/>
                </a:lnTo>
                <a:lnTo>
                  <a:pt x="11145" y="424542"/>
                </a:lnTo>
                <a:lnTo>
                  <a:pt x="1555" y="378175"/>
                </a:lnTo>
                <a:lnTo>
                  <a:pt x="0" y="328929"/>
                </a:lnTo>
                <a:lnTo>
                  <a:pt x="5721" y="279588"/>
                </a:lnTo>
                <a:lnTo>
                  <a:pt x="17218" y="233195"/>
                </a:lnTo>
                <a:lnTo>
                  <a:pt x="34178" y="190062"/>
                </a:lnTo>
                <a:lnTo>
                  <a:pt x="56288" y="150504"/>
                </a:lnTo>
                <a:lnTo>
                  <a:pt x="83238" y="114834"/>
                </a:lnTo>
                <a:lnTo>
                  <a:pt x="114715" y="83364"/>
                </a:lnTo>
                <a:lnTo>
                  <a:pt x="131443" y="70731"/>
                </a:lnTo>
                <a:lnTo>
                  <a:pt x="131443" y="339418"/>
                </a:lnTo>
                <a:lnTo>
                  <a:pt x="133824" y="373260"/>
                </a:lnTo>
                <a:lnTo>
                  <a:pt x="153244" y="436789"/>
                </a:lnTo>
                <a:lnTo>
                  <a:pt x="192238" y="489162"/>
                </a:lnTo>
                <a:lnTo>
                  <a:pt x="250843" y="523641"/>
                </a:lnTo>
                <a:lnTo>
                  <a:pt x="329093" y="533487"/>
                </a:lnTo>
                <a:lnTo>
                  <a:pt x="370622" y="527859"/>
                </a:lnTo>
                <a:lnTo>
                  <a:pt x="407265" y="516195"/>
                </a:lnTo>
                <a:lnTo>
                  <a:pt x="465894" y="477777"/>
                </a:lnTo>
                <a:lnTo>
                  <a:pt x="504980" y="424266"/>
                </a:lnTo>
                <a:lnTo>
                  <a:pt x="524523" y="361696"/>
                </a:lnTo>
                <a:lnTo>
                  <a:pt x="526966" y="328898"/>
                </a:lnTo>
                <a:lnTo>
                  <a:pt x="526966" y="71098"/>
                </a:lnTo>
                <a:lnTo>
                  <a:pt x="543891" y="83146"/>
                </a:lnTo>
                <a:lnTo>
                  <a:pt x="577735" y="114683"/>
                </a:lnTo>
                <a:lnTo>
                  <a:pt x="606700" y="150426"/>
                </a:lnTo>
                <a:lnTo>
                  <a:pt x="629999" y="190049"/>
                </a:lnTo>
                <a:lnTo>
                  <a:pt x="646843" y="233225"/>
                </a:lnTo>
                <a:lnTo>
                  <a:pt x="656443" y="279628"/>
                </a:lnTo>
                <a:lnTo>
                  <a:pt x="658012" y="328929"/>
                </a:lnTo>
                <a:close/>
              </a:path>
              <a:path w="658494" h="657859">
                <a:moveTo>
                  <a:pt x="329093" y="124124"/>
                </a:moveTo>
                <a:lnTo>
                  <a:pt x="287711" y="130001"/>
                </a:lnTo>
                <a:lnTo>
                  <a:pt x="251175" y="142355"/>
                </a:lnTo>
                <a:lnTo>
                  <a:pt x="192654" y="183123"/>
                </a:lnTo>
                <a:lnTo>
                  <a:pt x="153564" y="239689"/>
                </a:lnTo>
                <a:lnTo>
                  <a:pt x="133824" y="305853"/>
                </a:lnTo>
                <a:lnTo>
                  <a:pt x="133824" y="306932"/>
                </a:lnTo>
                <a:lnTo>
                  <a:pt x="131443" y="339418"/>
                </a:lnTo>
                <a:lnTo>
                  <a:pt x="131443" y="70731"/>
                </a:lnTo>
                <a:lnTo>
                  <a:pt x="150407" y="56409"/>
                </a:lnTo>
                <a:lnTo>
                  <a:pt x="190003" y="34282"/>
                </a:lnTo>
                <a:lnTo>
                  <a:pt x="233191" y="17296"/>
                </a:lnTo>
                <a:lnTo>
                  <a:pt x="269097" y="8385"/>
                </a:lnTo>
                <a:lnTo>
                  <a:pt x="269097" y="58897"/>
                </a:lnTo>
                <a:lnTo>
                  <a:pt x="275708" y="88633"/>
                </a:lnTo>
                <a:lnTo>
                  <a:pt x="275708" y="88997"/>
                </a:lnTo>
                <a:lnTo>
                  <a:pt x="295831" y="113171"/>
                </a:lnTo>
                <a:lnTo>
                  <a:pt x="329093" y="124124"/>
                </a:lnTo>
                <a:close/>
              </a:path>
              <a:path w="658494" h="657859">
                <a:moveTo>
                  <a:pt x="388902" y="58897"/>
                </a:moveTo>
                <a:lnTo>
                  <a:pt x="382201" y="89130"/>
                </a:lnTo>
                <a:lnTo>
                  <a:pt x="362251" y="113171"/>
                </a:lnTo>
                <a:lnTo>
                  <a:pt x="329093" y="124124"/>
                </a:lnTo>
                <a:lnTo>
                  <a:pt x="295831" y="113171"/>
                </a:lnTo>
                <a:lnTo>
                  <a:pt x="275708" y="88997"/>
                </a:lnTo>
                <a:lnTo>
                  <a:pt x="275708" y="88633"/>
                </a:lnTo>
                <a:lnTo>
                  <a:pt x="269097" y="58897"/>
                </a:lnTo>
                <a:lnTo>
                  <a:pt x="275708" y="29366"/>
                </a:lnTo>
                <a:lnTo>
                  <a:pt x="295693" y="7435"/>
                </a:lnTo>
                <a:lnTo>
                  <a:pt x="329093" y="0"/>
                </a:lnTo>
                <a:lnTo>
                  <a:pt x="362251" y="7405"/>
                </a:lnTo>
                <a:lnTo>
                  <a:pt x="362389" y="7435"/>
                </a:lnTo>
                <a:lnTo>
                  <a:pt x="382201" y="29245"/>
                </a:lnTo>
                <a:lnTo>
                  <a:pt x="382201" y="28872"/>
                </a:lnTo>
                <a:lnTo>
                  <a:pt x="388902" y="58897"/>
                </a:lnTo>
                <a:close/>
              </a:path>
              <a:path w="658494" h="657859">
                <a:moveTo>
                  <a:pt x="329093" y="0"/>
                </a:moveTo>
                <a:lnTo>
                  <a:pt x="295831" y="7405"/>
                </a:lnTo>
                <a:lnTo>
                  <a:pt x="295693" y="7435"/>
                </a:lnTo>
                <a:lnTo>
                  <a:pt x="275708" y="29366"/>
                </a:lnTo>
                <a:lnTo>
                  <a:pt x="269097" y="58897"/>
                </a:lnTo>
                <a:lnTo>
                  <a:pt x="269097" y="8385"/>
                </a:lnTo>
                <a:lnTo>
                  <a:pt x="279658" y="5764"/>
                </a:lnTo>
                <a:lnTo>
                  <a:pt x="329093" y="0"/>
                </a:lnTo>
                <a:close/>
              </a:path>
              <a:path w="658494" h="657859">
                <a:moveTo>
                  <a:pt x="526966" y="71098"/>
                </a:moveTo>
                <a:lnTo>
                  <a:pt x="526966" y="328898"/>
                </a:lnTo>
                <a:lnTo>
                  <a:pt x="524523" y="296099"/>
                </a:lnTo>
                <a:lnTo>
                  <a:pt x="517194" y="264051"/>
                </a:lnTo>
                <a:lnTo>
                  <a:pt x="487880" y="205229"/>
                </a:lnTo>
                <a:lnTo>
                  <a:pt x="439022" y="158464"/>
                </a:lnTo>
                <a:lnTo>
                  <a:pt x="370622" y="129791"/>
                </a:lnTo>
                <a:lnTo>
                  <a:pt x="329093" y="124124"/>
                </a:lnTo>
                <a:lnTo>
                  <a:pt x="362251" y="113171"/>
                </a:lnTo>
                <a:lnTo>
                  <a:pt x="382201" y="89130"/>
                </a:lnTo>
                <a:lnTo>
                  <a:pt x="388902" y="58897"/>
                </a:lnTo>
                <a:lnTo>
                  <a:pt x="388902" y="8973"/>
                </a:lnTo>
                <a:lnTo>
                  <a:pt x="420974" y="17044"/>
                </a:lnTo>
                <a:lnTo>
                  <a:pt x="464722" y="34000"/>
                </a:lnTo>
                <a:lnTo>
                  <a:pt x="505957" y="56143"/>
                </a:lnTo>
                <a:lnTo>
                  <a:pt x="526966" y="71098"/>
                </a:lnTo>
                <a:close/>
              </a:path>
              <a:path w="658494" h="657859">
                <a:moveTo>
                  <a:pt x="388902" y="8973"/>
                </a:moveTo>
                <a:lnTo>
                  <a:pt x="388902" y="58897"/>
                </a:lnTo>
                <a:lnTo>
                  <a:pt x="382201" y="28872"/>
                </a:lnTo>
                <a:lnTo>
                  <a:pt x="382201" y="29245"/>
                </a:lnTo>
                <a:lnTo>
                  <a:pt x="362389" y="7435"/>
                </a:lnTo>
                <a:lnTo>
                  <a:pt x="329093" y="0"/>
                </a:lnTo>
                <a:lnTo>
                  <a:pt x="375502" y="5601"/>
                </a:lnTo>
                <a:lnTo>
                  <a:pt x="388902" y="8973"/>
                </a:lnTo>
                <a:close/>
              </a:path>
            </a:pathLst>
          </a:custGeom>
          <a:solidFill>
            <a:srgbClr val="AAC7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6581330" y="2816789"/>
            <a:ext cx="658495" cy="657860"/>
          </a:xfrm>
          <a:custGeom>
            <a:avLst/>
            <a:gdLst/>
            <a:ahLst/>
            <a:cxnLst/>
            <a:rect l="l" t="t" r="r" b="b"/>
            <a:pathLst>
              <a:path w="658494" h="657860">
                <a:moveTo>
                  <a:pt x="658012" y="328929"/>
                </a:moveTo>
                <a:lnTo>
                  <a:pt x="652461" y="375305"/>
                </a:lnTo>
                <a:lnTo>
                  <a:pt x="641043" y="420745"/>
                </a:lnTo>
                <a:lnTo>
                  <a:pt x="624089" y="464461"/>
                </a:lnTo>
                <a:lnTo>
                  <a:pt x="601931" y="505666"/>
                </a:lnTo>
                <a:lnTo>
                  <a:pt x="574901" y="543572"/>
                </a:lnTo>
                <a:lnTo>
                  <a:pt x="543330" y="577392"/>
                </a:lnTo>
                <a:lnTo>
                  <a:pt x="507549" y="606336"/>
                </a:lnTo>
                <a:lnTo>
                  <a:pt x="467892" y="629618"/>
                </a:lnTo>
                <a:lnTo>
                  <a:pt x="424688" y="646450"/>
                </a:lnTo>
                <a:lnTo>
                  <a:pt x="378269" y="656043"/>
                </a:lnTo>
                <a:lnTo>
                  <a:pt x="328968" y="657611"/>
                </a:lnTo>
                <a:lnTo>
                  <a:pt x="282546" y="652065"/>
                </a:lnTo>
                <a:lnTo>
                  <a:pt x="237060" y="640659"/>
                </a:lnTo>
                <a:lnTo>
                  <a:pt x="193300" y="623723"/>
                </a:lnTo>
                <a:lnTo>
                  <a:pt x="152054" y="601589"/>
                </a:lnTo>
                <a:lnTo>
                  <a:pt x="114112" y="574588"/>
                </a:lnTo>
                <a:lnTo>
                  <a:pt x="80261" y="543052"/>
                </a:lnTo>
                <a:lnTo>
                  <a:pt x="51292" y="507311"/>
                </a:lnTo>
                <a:lnTo>
                  <a:pt x="27992" y="467697"/>
                </a:lnTo>
                <a:lnTo>
                  <a:pt x="11151" y="424542"/>
                </a:lnTo>
                <a:lnTo>
                  <a:pt x="1557" y="378175"/>
                </a:lnTo>
                <a:lnTo>
                  <a:pt x="0" y="328929"/>
                </a:lnTo>
                <a:lnTo>
                  <a:pt x="5748" y="279588"/>
                </a:lnTo>
                <a:lnTo>
                  <a:pt x="17268" y="233195"/>
                </a:lnTo>
                <a:lnTo>
                  <a:pt x="34246" y="190062"/>
                </a:lnTo>
                <a:lnTo>
                  <a:pt x="56370" y="150504"/>
                </a:lnTo>
                <a:lnTo>
                  <a:pt x="83325" y="114834"/>
                </a:lnTo>
                <a:lnTo>
                  <a:pt x="114799" y="83364"/>
                </a:lnTo>
                <a:lnTo>
                  <a:pt x="131449" y="70785"/>
                </a:lnTo>
                <a:lnTo>
                  <a:pt x="131449" y="339418"/>
                </a:lnTo>
                <a:lnTo>
                  <a:pt x="133832" y="373260"/>
                </a:lnTo>
                <a:lnTo>
                  <a:pt x="153247" y="436789"/>
                </a:lnTo>
                <a:lnTo>
                  <a:pt x="192219" y="489162"/>
                </a:lnTo>
                <a:lnTo>
                  <a:pt x="250781" y="523641"/>
                </a:lnTo>
                <a:lnTo>
                  <a:pt x="328968" y="533486"/>
                </a:lnTo>
                <a:lnTo>
                  <a:pt x="370517" y="527859"/>
                </a:lnTo>
                <a:lnTo>
                  <a:pt x="407177" y="516195"/>
                </a:lnTo>
                <a:lnTo>
                  <a:pt x="465834" y="477777"/>
                </a:lnTo>
                <a:lnTo>
                  <a:pt x="504938" y="424266"/>
                </a:lnTo>
                <a:lnTo>
                  <a:pt x="524491" y="361696"/>
                </a:lnTo>
                <a:lnTo>
                  <a:pt x="526935" y="328898"/>
                </a:lnTo>
                <a:lnTo>
                  <a:pt x="526935" y="70974"/>
                </a:lnTo>
                <a:lnTo>
                  <a:pt x="543891" y="83045"/>
                </a:lnTo>
                <a:lnTo>
                  <a:pt x="577740" y="114599"/>
                </a:lnTo>
                <a:lnTo>
                  <a:pt x="606707" y="150363"/>
                </a:lnTo>
                <a:lnTo>
                  <a:pt x="630005" y="190009"/>
                </a:lnTo>
                <a:lnTo>
                  <a:pt x="646846" y="233205"/>
                </a:lnTo>
                <a:lnTo>
                  <a:pt x="656444" y="279622"/>
                </a:lnTo>
                <a:lnTo>
                  <a:pt x="658012" y="328929"/>
                </a:lnTo>
                <a:close/>
              </a:path>
              <a:path w="658494" h="657860">
                <a:moveTo>
                  <a:pt x="328968" y="124124"/>
                </a:moveTo>
                <a:lnTo>
                  <a:pt x="287608" y="130001"/>
                </a:lnTo>
                <a:lnTo>
                  <a:pt x="251091" y="142355"/>
                </a:lnTo>
                <a:lnTo>
                  <a:pt x="192605" y="183123"/>
                </a:lnTo>
                <a:lnTo>
                  <a:pt x="153545" y="239688"/>
                </a:lnTo>
                <a:lnTo>
                  <a:pt x="133832" y="305816"/>
                </a:lnTo>
                <a:lnTo>
                  <a:pt x="133832" y="306824"/>
                </a:lnTo>
                <a:lnTo>
                  <a:pt x="131449" y="339418"/>
                </a:lnTo>
                <a:lnTo>
                  <a:pt x="131449" y="70785"/>
                </a:lnTo>
                <a:lnTo>
                  <a:pt x="150477" y="56409"/>
                </a:lnTo>
                <a:lnTo>
                  <a:pt x="190047" y="34282"/>
                </a:lnTo>
                <a:lnTo>
                  <a:pt x="233194" y="17296"/>
                </a:lnTo>
                <a:lnTo>
                  <a:pt x="269075" y="8380"/>
                </a:lnTo>
                <a:lnTo>
                  <a:pt x="269075" y="58896"/>
                </a:lnTo>
                <a:lnTo>
                  <a:pt x="275689" y="88756"/>
                </a:lnTo>
                <a:lnTo>
                  <a:pt x="275689" y="89030"/>
                </a:lnTo>
                <a:lnTo>
                  <a:pt x="295643" y="113046"/>
                </a:lnTo>
                <a:lnTo>
                  <a:pt x="328968" y="124124"/>
                </a:lnTo>
                <a:close/>
              </a:path>
              <a:path w="658494" h="657860">
                <a:moveTo>
                  <a:pt x="388871" y="58896"/>
                </a:moveTo>
                <a:lnTo>
                  <a:pt x="382171" y="89130"/>
                </a:lnTo>
                <a:lnTo>
                  <a:pt x="362192" y="113171"/>
                </a:lnTo>
                <a:lnTo>
                  <a:pt x="328968" y="124124"/>
                </a:lnTo>
                <a:lnTo>
                  <a:pt x="295643" y="113046"/>
                </a:lnTo>
                <a:lnTo>
                  <a:pt x="275689" y="89030"/>
                </a:lnTo>
                <a:lnTo>
                  <a:pt x="275689" y="88756"/>
                </a:lnTo>
                <a:lnTo>
                  <a:pt x="269075" y="58896"/>
                </a:lnTo>
                <a:lnTo>
                  <a:pt x="275689" y="29366"/>
                </a:lnTo>
                <a:lnTo>
                  <a:pt x="295643" y="7435"/>
                </a:lnTo>
                <a:lnTo>
                  <a:pt x="328968" y="0"/>
                </a:lnTo>
                <a:lnTo>
                  <a:pt x="362192" y="7411"/>
                </a:lnTo>
                <a:lnTo>
                  <a:pt x="382171" y="29269"/>
                </a:lnTo>
                <a:lnTo>
                  <a:pt x="382171" y="28972"/>
                </a:lnTo>
                <a:lnTo>
                  <a:pt x="388871" y="58896"/>
                </a:lnTo>
                <a:close/>
              </a:path>
              <a:path w="658494" h="657860">
                <a:moveTo>
                  <a:pt x="328968" y="0"/>
                </a:moveTo>
                <a:lnTo>
                  <a:pt x="295643" y="7435"/>
                </a:lnTo>
                <a:lnTo>
                  <a:pt x="275689" y="29366"/>
                </a:lnTo>
                <a:lnTo>
                  <a:pt x="269075" y="58896"/>
                </a:lnTo>
                <a:lnTo>
                  <a:pt x="269075" y="8380"/>
                </a:lnTo>
                <a:lnTo>
                  <a:pt x="279606" y="5764"/>
                </a:lnTo>
                <a:lnTo>
                  <a:pt x="328968" y="0"/>
                </a:lnTo>
                <a:close/>
              </a:path>
              <a:path w="658494" h="657860">
                <a:moveTo>
                  <a:pt x="526935" y="70974"/>
                </a:moveTo>
                <a:lnTo>
                  <a:pt x="526935" y="328898"/>
                </a:lnTo>
                <a:lnTo>
                  <a:pt x="524491" y="296099"/>
                </a:lnTo>
                <a:lnTo>
                  <a:pt x="517159" y="264051"/>
                </a:lnTo>
                <a:lnTo>
                  <a:pt x="487830" y="205229"/>
                </a:lnTo>
                <a:lnTo>
                  <a:pt x="438950" y="158464"/>
                </a:lnTo>
                <a:lnTo>
                  <a:pt x="370517" y="129791"/>
                </a:lnTo>
                <a:lnTo>
                  <a:pt x="328968" y="124124"/>
                </a:lnTo>
                <a:lnTo>
                  <a:pt x="362192" y="113171"/>
                </a:lnTo>
                <a:lnTo>
                  <a:pt x="382171" y="89130"/>
                </a:lnTo>
                <a:lnTo>
                  <a:pt x="388871" y="58896"/>
                </a:lnTo>
                <a:lnTo>
                  <a:pt x="388871" y="8918"/>
                </a:lnTo>
                <a:lnTo>
                  <a:pt x="420924" y="16953"/>
                </a:lnTo>
                <a:lnTo>
                  <a:pt x="464696" y="33892"/>
                </a:lnTo>
                <a:lnTo>
                  <a:pt x="505947" y="56033"/>
                </a:lnTo>
                <a:lnTo>
                  <a:pt x="526935" y="70974"/>
                </a:lnTo>
                <a:close/>
              </a:path>
              <a:path w="658494" h="657860">
                <a:moveTo>
                  <a:pt x="388871" y="8918"/>
                </a:moveTo>
                <a:lnTo>
                  <a:pt x="388871" y="58896"/>
                </a:lnTo>
                <a:lnTo>
                  <a:pt x="382171" y="28972"/>
                </a:lnTo>
                <a:lnTo>
                  <a:pt x="382171" y="29269"/>
                </a:lnTo>
                <a:lnTo>
                  <a:pt x="362192" y="7411"/>
                </a:lnTo>
                <a:lnTo>
                  <a:pt x="328968" y="0"/>
                </a:lnTo>
                <a:lnTo>
                  <a:pt x="375419" y="5545"/>
                </a:lnTo>
                <a:lnTo>
                  <a:pt x="388871" y="8918"/>
                </a:lnTo>
                <a:close/>
              </a:path>
            </a:pathLst>
          </a:custGeom>
          <a:solidFill>
            <a:srgbClr val="AAC7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6581330" y="6144071"/>
            <a:ext cx="658495" cy="657860"/>
          </a:xfrm>
          <a:custGeom>
            <a:avLst/>
            <a:gdLst/>
            <a:ahLst/>
            <a:cxnLst/>
            <a:rect l="l" t="t" r="r" b="b"/>
            <a:pathLst>
              <a:path w="658494" h="657859">
                <a:moveTo>
                  <a:pt x="658012" y="328929"/>
                </a:moveTo>
                <a:lnTo>
                  <a:pt x="652461" y="375305"/>
                </a:lnTo>
                <a:lnTo>
                  <a:pt x="641043" y="420745"/>
                </a:lnTo>
                <a:lnTo>
                  <a:pt x="624089" y="464461"/>
                </a:lnTo>
                <a:lnTo>
                  <a:pt x="601931" y="505666"/>
                </a:lnTo>
                <a:lnTo>
                  <a:pt x="574901" y="543573"/>
                </a:lnTo>
                <a:lnTo>
                  <a:pt x="543330" y="577392"/>
                </a:lnTo>
                <a:lnTo>
                  <a:pt x="507549" y="606337"/>
                </a:lnTo>
                <a:lnTo>
                  <a:pt x="467892" y="629619"/>
                </a:lnTo>
                <a:lnTo>
                  <a:pt x="424688" y="646450"/>
                </a:lnTo>
                <a:lnTo>
                  <a:pt x="378269" y="656044"/>
                </a:lnTo>
                <a:lnTo>
                  <a:pt x="328968" y="657611"/>
                </a:lnTo>
                <a:lnTo>
                  <a:pt x="282546" y="652066"/>
                </a:lnTo>
                <a:lnTo>
                  <a:pt x="237060" y="640659"/>
                </a:lnTo>
                <a:lnTo>
                  <a:pt x="193300" y="623723"/>
                </a:lnTo>
                <a:lnTo>
                  <a:pt x="152054" y="601589"/>
                </a:lnTo>
                <a:lnTo>
                  <a:pt x="114112" y="574589"/>
                </a:lnTo>
                <a:lnTo>
                  <a:pt x="80261" y="543052"/>
                </a:lnTo>
                <a:lnTo>
                  <a:pt x="51292" y="507311"/>
                </a:lnTo>
                <a:lnTo>
                  <a:pt x="27992" y="467697"/>
                </a:lnTo>
                <a:lnTo>
                  <a:pt x="11151" y="424542"/>
                </a:lnTo>
                <a:lnTo>
                  <a:pt x="1557" y="378175"/>
                </a:lnTo>
                <a:lnTo>
                  <a:pt x="0" y="328929"/>
                </a:lnTo>
                <a:lnTo>
                  <a:pt x="5748" y="279588"/>
                </a:lnTo>
                <a:lnTo>
                  <a:pt x="17268" y="233195"/>
                </a:lnTo>
                <a:lnTo>
                  <a:pt x="34246" y="190062"/>
                </a:lnTo>
                <a:lnTo>
                  <a:pt x="56370" y="150504"/>
                </a:lnTo>
                <a:lnTo>
                  <a:pt x="83325" y="114834"/>
                </a:lnTo>
                <a:lnTo>
                  <a:pt x="114799" y="83364"/>
                </a:lnTo>
                <a:lnTo>
                  <a:pt x="131449" y="70785"/>
                </a:lnTo>
                <a:lnTo>
                  <a:pt x="131449" y="339511"/>
                </a:lnTo>
                <a:lnTo>
                  <a:pt x="133832" y="373342"/>
                </a:lnTo>
                <a:lnTo>
                  <a:pt x="153247" y="436845"/>
                </a:lnTo>
                <a:lnTo>
                  <a:pt x="192219" y="489191"/>
                </a:lnTo>
                <a:lnTo>
                  <a:pt x="250781" y="523649"/>
                </a:lnTo>
                <a:lnTo>
                  <a:pt x="328968" y="533487"/>
                </a:lnTo>
                <a:lnTo>
                  <a:pt x="370517" y="527859"/>
                </a:lnTo>
                <a:lnTo>
                  <a:pt x="407177" y="516196"/>
                </a:lnTo>
                <a:lnTo>
                  <a:pt x="465834" y="477777"/>
                </a:lnTo>
                <a:lnTo>
                  <a:pt x="504938" y="424266"/>
                </a:lnTo>
                <a:lnTo>
                  <a:pt x="524491" y="361696"/>
                </a:lnTo>
                <a:lnTo>
                  <a:pt x="526935" y="328898"/>
                </a:lnTo>
                <a:lnTo>
                  <a:pt x="526935" y="71109"/>
                </a:lnTo>
                <a:lnTo>
                  <a:pt x="543851" y="83146"/>
                </a:lnTo>
                <a:lnTo>
                  <a:pt x="577706" y="114683"/>
                </a:lnTo>
                <a:lnTo>
                  <a:pt x="606682" y="150426"/>
                </a:lnTo>
                <a:lnTo>
                  <a:pt x="629988" y="190049"/>
                </a:lnTo>
                <a:lnTo>
                  <a:pt x="646838" y="233225"/>
                </a:lnTo>
                <a:lnTo>
                  <a:pt x="656442" y="279628"/>
                </a:lnTo>
                <a:lnTo>
                  <a:pt x="658012" y="328929"/>
                </a:lnTo>
                <a:close/>
              </a:path>
              <a:path w="658494" h="657859">
                <a:moveTo>
                  <a:pt x="328968" y="124124"/>
                </a:moveTo>
                <a:lnTo>
                  <a:pt x="287608" y="130038"/>
                </a:lnTo>
                <a:lnTo>
                  <a:pt x="251091" y="142421"/>
                </a:lnTo>
                <a:lnTo>
                  <a:pt x="192605" y="183223"/>
                </a:lnTo>
                <a:lnTo>
                  <a:pt x="153545" y="239799"/>
                </a:lnTo>
                <a:lnTo>
                  <a:pt x="133832" y="305919"/>
                </a:lnTo>
                <a:lnTo>
                  <a:pt x="133832" y="306926"/>
                </a:lnTo>
                <a:lnTo>
                  <a:pt x="131449" y="339511"/>
                </a:lnTo>
                <a:lnTo>
                  <a:pt x="131449" y="70785"/>
                </a:lnTo>
                <a:lnTo>
                  <a:pt x="150477" y="56409"/>
                </a:lnTo>
                <a:lnTo>
                  <a:pt x="190047" y="34282"/>
                </a:lnTo>
                <a:lnTo>
                  <a:pt x="233194" y="17296"/>
                </a:lnTo>
                <a:lnTo>
                  <a:pt x="269075" y="8380"/>
                </a:lnTo>
                <a:lnTo>
                  <a:pt x="269075" y="58897"/>
                </a:lnTo>
                <a:lnTo>
                  <a:pt x="275689" y="88756"/>
                </a:lnTo>
                <a:lnTo>
                  <a:pt x="275689" y="89030"/>
                </a:lnTo>
                <a:lnTo>
                  <a:pt x="295643" y="113047"/>
                </a:lnTo>
                <a:lnTo>
                  <a:pt x="328968" y="124124"/>
                </a:lnTo>
                <a:close/>
              </a:path>
              <a:path w="658494" h="657859">
                <a:moveTo>
                  <a:pt x="388871" y="58897"/>
                </a:moveTo>
                <a:lnTo>
                  <a:pt x="382171" y="89130"/>
                </a:lnTo>
                <a:lnTo>
                  <a:pt x="362192" y="113171"/>
                </a:lnTo>
                <a:lnTo>
                  <a:pt x="328968" y="124124"/>
                </a:lnTo>
                <a:lnTo>
                  <a:pt x="295643" y="113047"/>
                </a:lnTo>
                <a:lnTo>
                  <a:pt x="275689" y="89030"/>
                </a:lnTo>
                <a:lnTo>
                  <a:pt x="275689" y="88756"/>
                </a:lnTo>
                <a:lnTo>
                  <a:pt x="269075" y="58897"/>
                </a:lnTo>
                <a:lnTo>
                  <a:pt x="275689" y="29366"/>
                </a:lnTo>
                <a:lnTo>
                  <a:pt x="295643" y="7435"/>
                </a:lnTo>
                <a:lnTo>
                  <a:pt x="328968" y="0"/>
                </a:lnTo>
                <a:lnTo>
                  <a:pt x="362192" y="7411"/>
                </a:lnTo>
                <a:lnTo>
                  <a:pt x="382171" y="29269"/>
                </a:lnTo>
                <a:lnTo>
                  <a:pt x="382171" y="28972"/>
                </a:lnTo>
                <a:lnTo>
                  <a:pt x="388871" y="58897"/>
                </a:lnTo>
                <a:close/>
              </a:path>
              <a:path w="658494" h="657859">
                <a:moveTo>
                  <a:pt x="328968" y="0"/>
                </a:moveTo>
                <a:lnTo>
                  <a:pt x="295643" y="7435"/>
                </a:lnTo>
                <a:lnTo>
                  <a:pt x="275689" y="29366"/>
                </a:lnTo>
                <a:lnTo>
                  <a:pt x="269075" y="58897"/>
                </a:lnTo>
                <a:lnTo>
                  <a:pt x="269075" y="8380"/>
                </a:lnTo>
                <a:lnTo>
                  <a:pt x="279606" y="5764"/>
                </a:lnTo>
                <a:lnTo>
                  <a:pt x="328968" y="0"/>
                </a:lnTo>
                <a:close/>
              </a:path>
              <a:path w="658494" h="657859">
                <a:moveTo>
                  <a:pt x="526935" y="71109"/>
                </a:moveTo>
                <a:lnTo>
                  <a:pt x="526935" y="328898"/>
                </a:lnTo>
                <a:lnTo>
                  <a:pt x="524491" y="296099"/>
                </a:lnTo>
                <a:lnTo>
                  <a:pt x="517159" y="264051"/>
                </a:lnTo>
                <a:lnTo>
                  <a:pt x="487830" y="205229"/>
                </a:lnTo>
                <a:lnTo>
                  <a:pt x="438950" y="158464"/>
                </a:lnTo>
                <a:lnTo>
                  <a:pt x="370517" y="129791"/>
                </a:lnTo>
                <a:lnTo>
                  <a:pt x="328968" y="124124"/>
                </a:lnTo>
                <a:lnTo>
                  <a:pt x="362192" y="113171"/>
                </a:lnTo>
                <a:lnTo>
                  <a:pt x="382171" y="89130"/>
                </a:lnTo>
                <a:lnTo>
                  <a:pt x="388871" y="58897"/>
                </a:lnTo>
                <a:lnTo>
                  <a:pt x="388871" y="8991"/>
                </a:lnTo>
                <a:lnTo>
                  <a:pt x="420888" y="17044"/>
                </a:lnTo>
                <a:lnTo>
                  <a:pt x="464653" y="34000"/>
                </a:lnTo>
                <a:lnTo>
                  <a:pt x="505903" y="56143"/>
                </a:lnTo>
                <a:lnTo>
                  <a:pt x="526935" y="71109"/>
                </a:lnTo>
                <a:close/>
              </a:path>
              <a:path w="658494" h="657859">
                <a:moveTo>
                  <a:pt x="388871" y="8991"/>
                </a:moveTo>
                <a:lnTo>
                  <a:pt x="388871" y="58897"/>
                </a:lnTo>
                <a:lnTo>
                  <a:pt x="382171" y="28972"/>
                </a:lnTo>
                <a:lnTo>
                  <a:pt x="382171" y="29269"/>
                </a:lnTo>
                <a:lnTo>
                  <a:pt x="362192" y="7411"/>
                </a:lnTo>
                <a:lnTo>
                  <a:pt x="328968" y="0"/>
                </a:lnTo>
                <a:lnTo>
                  <a:pt x="375397" y="5601"/>
                </a:lnTo>
                <a:lnTo>
                  <a:pt x="388871" y="8991"/>
                </a:lnTo>
                <a:close/>
              </a:path>
            </a:pathLst>
          </a:custGeom>
          <a:solidFill>
            <a:srgbClr val="AAC7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4978395" y="4270287"/>
            <a:ext cx="658495" cy="657860"/>
          </a:xfrm>
          <a:custGeom>
            <a:avLst/>
            <a:gdLst/>
            <a:ahLst/>
            <a:cxnLst/>
            <a:rect l="l" t="t" r="r" b="b"/>
            <a:pathLst>
              <a:path w="658494" h="657860">
                <a:moveTo>
                  <a:pt x="657937" y="328681"/>
                </a:moveTo>
                <a:lnTo>
                  <a:pt x="652382" y="375056"/>
                </a:lnTo>
                <a:lnTo>
                  <a:pt x="640966" y="420496"/>
                </a:lnTo>
                <a:lnTo>
                  <a:pt x="624017" y="464213"/>
                </a:lnTo>
                <a:lnTo>
                  <a:pt x="601868" y="505418"/>
                </a:lnTo>
                <a:lnTo>
                  <a:pt x="574848" y="543324"/>
                </a:lnTo>
                <a:lnTo>
                  <a:pt x="543289" y="577143"/>
                </a:lnTo>
                <a:lnTo>
                  <a:pt x="507521" y="606088"/>
                </a:lnTo>
                <a:lnTo>
                  <a:pt x="467874" y="629370"/>
                </a:lnTo>
                <a:lnTo>
                  <a:pt x="424679" y="646201"/>
                </a:lnTo>
                <a:lnTo>
                  <a:pt x="378267" y="655795"/>
                </a:lnTo>
                <a:lnTo>
                  <a:pt x="328968" y="657362"/>
                </a:lnTo>
                <a:lnTo>
                  <a:pt x="282540" y="651817"/>
                </a:lnTo>
                <a:lnTo>
                  <a:pt x="237051" y="640410"/>
                </a:lnTo>
                <a:lnTo>
                  <a:pt x="193289" y="623475"/>
                </a:lnTo>
                <a:lnTo>
                  <a:pt x="152043" y="601341"/>
                </a:lnTo>
                <a:lnTo>
                  <a:pt x="114102" y="574340"/>
                </a:lnTo>
                <a:lnTo>
                  <a:pt x="80253" y="542804"/>
                </a:lnTo>
                <a:lnTo>
                  <a:pt x="51285" y="507063"/>
                </a:lnTo>
                <a:lnTo>
                  <a:pt x="27988" y="467449"/>
                </a:lnTo>
                <a:lnTo>
                  <a:pt x="11149" y="424293"/>
                </a:lnTo>
                <a:lnTo>
                  <a:pt x="1556" y="377927"/>
                </a:lnTo>
                <a:lnTo>
                  <a:pt x="0" y="328681"/>
                </a:lnTo>
                <a:lnTo>
                  <a:pt x="5717" y="279340"/>
                </a:lnTo>
                <a:lnTo>
                  <a:pt x="17214" y="232948"/>
                </a:lnTo>
                <a:lnTo>
                  <a:pt x="34176" y="189819"/>
                </a:lnTo>
                <a:lnTo>
                  <a:pt x="56290" y="150268"/>
                </a:lnTo>
                <a:lnTo>
                  <a:pt x="83241" y="114609"/>
                </a:lnTo>
                <a:lnTo>
                  <a:pt x="114717" y="83156"/>
                </a:lnTo>
                <a:lnTo>
                  <a:pt x="131403" y="70563"/>
                </a:lnTo>
                <a:lnTo>
                  <a:pt x="131403" y="339201"/>
                </a:lnTo>
                <a:lnTo>
                  <a:pt x="133781" y="373034"/>
                </a:lnTo>
                <a:lnTo>
                  <a:pt x="153191" y="436550"/>
                </a:lnTo>
                <a:lnTo>
                  <a:pt x="192169" y="488917"/>
                </a:lnTo>
                <a:lnTo>
                  <a:pt x="250749" y="523393"/>
                </a:lnTo>
                <a:lnTo>
                  <a:pt x="328968" y="533239"/>
                </a:lnTo>
                <a:lnTo>
                  <a:pt x="370517" y="527611"/>
                </a:lnTo>
                <a:lnTo>
                  <a:pt x="407177" y="515948"/>
                </a:lnTo>
                <a:lnTo>
                  <a:pt x="465834" y="477532"/>
                </a:lnTo>
                <a:lnTo>
                  <a:pt x="504939" y="424027"/>
                </a:lnTo>
                <a:lnTo>
                  <a:pt x="524491" y="361469"/>
                </a:lnTo>
                <a:lnTo>
                  <a:pt x="526935" y="328681"/>
                </a:lnTo>
                <a:lnTo>
                  <a:pt x="526935" y="70915"/>
                </a:lnTo>
                <a:lnTo>
                  <a:pt x="543844" y="82938"/>
                </a:lnTo>
                <a:lnTo>
                  <a:pt x="577694" y="114457"/>
                </a:lnTo>
                <a:lnTo>
                  <a:pt x="606662" y="150189"/>
                </a:lnTo>
                <a:lnTo>
                  <a:pt x="629960" y="189805"/>
                </a:lnTo>
                <a:lnTo>
                  <a:pt x="646797" y="232978"/>
                </a:lnTo>
                <a:lnTo>
                  <a:pt x="656386" y="279379"/>
                </a:lnTo>
                <a:lnTo>
                  <a:pt x="657937" y="328681"/>
                </a:lnTo>
                <a:close/>
              </a:path>
              <a:path w="658494" h="657860">
                <a:moveTo>
                  <a:pt x="328968" y="124124"/>
                </a:moveTo>
                <a:lnTo>
                  <a:pt x="287607" y="129962"/>
                </a:lnTo>
                <a:lnTo>
                  <a:pt x="251087" y="142281"/>
                </a:lnTo>
                <a:lnTo>
                  <a:pt x="192591" y="182991"/>
                </a:lnTo>
                <a:lnTo>
                  <a:pt x="153517" y="239514"/>
                </a:lnTo>
                <a:lnTo>
                  <a:pt x="133781" y="305656"/>
                </a:lnTo>
                <a:lnTo>
                  <a:pt x="133781" y="306754"/>
                </a:lnTo>
                <a:lnTo>
                  <a:pt x="131403" y="339201"/>
                </a:lnTo>
                <a:lnTo>
                  <a:pt x="131403" y="70563"/>
                </a:lnTo>
                <a:lnTo>
                  <a:pt x="150402" y="56225"/>
                </a:lnTo>
                <a:lnTo>
                  <a:pt x="189984" y="34129"/>
                </a:lnTo>
                <a:lnTo>
                  <a:pt x="233148" y="17183"/>
                </a:lnTo>
                <a:lnTo>
                  <a:pt x="269029" y="8311"/>
                </a:lnTo>
                <a:lnTo>
                  <a:pt x="269029" y="58710"/>
                </a:lnTo>
                <a:lnTo>
                  <a:pt x="275634" y="88467"/>
                </a:lnTo>
                <a:lnTo>
                  <a:pt x="275634" y="88831"/>
                </a:lnTo>
                <a:lnTo>
                  <a:pt x="295738" y="113068"/>
                </a:lnTo>
                <a:lnTo>
                  <a:pt x="328968" y="124124"/>
                </a:lnTo>
                <a:close/>
              </a:path>
              <a:path w="658494" h="657860">
                <a:moveTo>
                  <a:pt x="388833" y="58710"/>
                </a:moveTo>
                <a:lnTo>
                  <a:pt x="382127" y="88965"/>
                </a:lnTo>
                <a:lnTo>
                  <a:pt x="362158" y="113068"/>
                </a:lnTo>
                <a:lnTo>
                  <a:pt x="328968" y="124124"/>
                </a:lnTo>
                <a:lnTo>
                  <a:pt x="295738" y="113068"/>
                </a:lnTo>
                <a:lnTo>
                  <a:pt x="275634" y="88831"/>
                </a:lnTo>
                <a:lnTo>
                  <a:pt x="275634" y="88467"/>
                </a:lnTo>
                <a:lnTo>
                  <a:pt x="269029" y="58710"/>
                </a:lnTo>
                <a:lnTo>
                  <a:pt x="275634" y="29201"/>
                </a:lnTo>
                <a:lnTo>
                  <a:pt x="295600" y="7332"/>
                </a:lnTo>
                <a:lnTo>
                  <a:pt x="328968" y="0"/>
                </a:lnTo>
                <a:lnTo>
                  <a:pt x="362158" y="7302"/>
                </a:lnTo>
                <a:lnTo>
                  <a:pt x="362296" y="7332"/>
                </a:lnTo>
                <a:lnTo>
                  <a:pt x="382127" y="29080"/>
                </a:lnTo>
                <a:lnTo>
                  <a:pt x="382127" y="28707"/>
                </a:lnTo>
                <a:lnTo>
                  <a:pt x="388833" y="58710"/>
                </a:lnTo>
                <a:close/>
              </a:path>
              <a:path w="658494" h="657860">
                <a:moveTo>
                  <a:pt x="328968" y="0"/>
                </a:moveTo>
                <a:lnTo>
                  <a:pt x="295738" y="7302"/>
                </a:lnTo>
                <a:lnTo>
                  <a:pt x="295600" y="7332"/>
                </a:lnTo>
                <a:lnTo>
                  <a:pt x="275634" y="29201"/>
                </a:lnTo>
                <a:lnTo>
                  <a:pt x="269029" y="58710"/>
                </a:lnTo>
                <a:lnTo>
                  <a:pt x="269029" y="8311"/>
                </a:lnTo>
                <a:lnTo>
                  <a:pt x="279581" y="5702"/>
                </a:lnTo>
                <a:lnTo>
                  <a:pt x="328968" y="0"/>
                </a:lnTo>
                <a:close/>
              </a:path>
              <a:path w="658494" h="657860">
                <a:moveTo>
                  <a:pt x="526935" y="70915"/>
                </a:moveTo>
                <a:lnTo>
                  <a:pt x="526935" y="328681"/>
                </a:lnTo>
                <a:lnTo>
                  <a:pt x="524491" y="295893"/>
                </a:lnTo>
                <a:lnTo>
                  <a:pt x="517159" y="263860"/>
                </a:lnTo>
                <a:lnTo>
                  <a:pt x="487830" y="205074"/>
                </a:lnTo>
                <a:lnTo>
                  <a:pt x="438950" y="158359"/>
                </a:lnTo>
                <a:lnTo>
                  <a:pt x="370517" y="129752"/>
                </a:lnTo>
                <a:lnTo>
                  <a:pt x="328968" y="124124"/>
                </a:lnTo>
                <a:lnTo>
                  <a:pt x="362158" y="113068"/>
                </a:lnTo>
                <a:lnTo>
                  <a:pt x="382127" y="88965"/>
                </a:lnTo>
                <a:lnTo>
                  <a:pt x="388833" y="58710"/>
                </a:lnTo>
                <a:lnTo>
                  <a:pt x="388833" y="8904"/>
                </a:lnTo>
                <a:lnTo>
                  <a:pt x="420888" y="16931"/>
                </a:lnTo>
                <a:lnTo>
                  <a:pt x="464651" y="33847"/>
                </a:lnTo>
                <a:lnTo>
                  <a:pt x="505900" y="55958"/>
                </a:lnTo>
                <a:lnTo>
                  <a:pt x="526935" y="70915"/>
                </a:lnTo>
                <a:close/>
              </a:path>
              <a:path w="658494" h="657860">
                <a:moveTo>
                  <a:pt x="388833" y="8904"/>
                </a:moveTo>
                <a:lnTo>
                  <a:pt x="388833" y="58710"/>
                </a:lnTo>
                <a:lnTo>
                  <a:pt x="382127" y="28707"/>
                </a:lnTo>
                <a:lnTo>
                  <a:pt x="382127" y="29080"/>
                </a:lnTo>
                <a:lnTo>
                  <a:pt x="362296" y="7332"/>
                </a:lnTo>
                <a:lnTo>
                  <a:pt x="328968" y="0"/>
                </a:lnTo>
                <a:lnTo>
                  <a:pt x="375397" y="5540"/>
                </a:lnTo>
                <a:lnTo>
                  <a:pt x="388833" y="8904"/>
                </a:lnTo>
                <a:close/>
              </a:path>
            </a:pathLst>
          </a:custGeom>
          <a:solidFill>
            <a:srgbClr val="AAC7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5084349" y="11"/>
            <a:ext cx="2914650" cy="2270760"/>
          </a:xfrm>
          <a:custGeom>
            <a:avLst/>
            <a:gdLst/>
            <a:ahLst/>
            <a:cxnLst/>
            <a:rect l="l" t="t" r="r" b="b"/>
            <a:pathLst>
              <a:path w="2914650" h="2270760">
                <a:moveTo>
                  <a:pt x="558774" y="0"/>
                </a:moveTo>
                <a:lnTo>
                  <a:pt x="382181" y="0"/>
                </a:lnTo>
                <a:lnTo>
                  <a:pt x="360146" y="35687"/>
                </a:lnTo>
                <a:lnTo>
                  <a:pt x="341464" y="75793"/>
                </a:lnTo>
                <a:lnTo>
                  <a:pt x="327380" y="118427"/>
                </a:lnTo>
                <a:lnTo>
                  <a:pt x="318211" y="163322"/>
                </a:lnTo>
                <a:lnTo>
                  <a:pt x="314236" y="210172"/>
                </a:lnTo>
                <a:lnTo>
                  <a:pt x="322503" y="243459"/>
                </a:lnTo>
                <a:lnTo>
                  <a:pt x="344944" y="263398"/>
                </a:lnTo>
                <a:lnTo>
                  <a:pt x="374662" y="270027"/>
                </a:lnTo>
                <a:lnTo>
                  <a:pt x="404749" y="263347"/>
                </a:lnTo>
                <a:lnTo>
                  <a:pt x="428307" y="243382"/>
                </a:lnTo>
                <a:lnTo>
                  <a:pt x="438442" y="210172"/>
                </a:lnTo>
                <a:lnTo>
                  <a:pt x="444500" y="159956"/>
                </a:lnTo>
                <a:lnTo>
                  <a:pt x="459359" y="113563"/>
                </a:lnTo>
                <a:lnTo>
                  <a:pt x="482180" y="71831"/>
                </a:lnTo>
                <a:lnTo>
                  <a:pt x="512152" y="35585"/>
                </a:lnTo>
                <a:lnTo>
                  <a:pt x="548424" y="5638"/>
                </a:lnTo>
                <a:lnTo>
                  <a:pt x="558774" y="0"/>
                </a:lnTo>
                <a:close/>
              </a:path>
              <a:path w="2914650" h="2270760">
                <a:moveTo>
                  <a:pt x="1888045" y="412000"/>
                </a:moveTo>
                <a:lnTo>
                  <a:pt x="1883079" y="315633"/>
                </a:lnTo>
                <a:lnTo>
                  <a:pt x="1878114" y="268541"/>
                </a:lnTo>
                <a:lnTo>
                  <a:pt x="1870659" y="222250"/>
                </a:lnTo>
                <a:lnTo>
                  <a:pt x="1860727" y="176809"/>
                </a:lnTo>
                <a:lnTo>
                  <a:pt x="1845818" y="132270"/>
                </a:lnTo>
                <a:lnTo>
                  <a:pt x="1816011" y="46126"/>
                </a:lnTo>
                <a:lnTo>
                  <a:pt x="1796135" y="4635"/>
                </a:lnTo>
                <a:lnTo>
                  <a:pt x="1793557" y="0"/>
                </a:lnTo>
                <a:lnTo>
                  <a:pt x="1763839" y="0"/>
                </a:lnTo>
                <a:lnTo>
                  <a:pt x="1646885" y="0"/>
                </a:lnTo>
                <a:lnTo>
                  <a:pt x="1674406" y="52971"/>
                </a:lnTo>
                <a:lnTo>
                  <a:pt x="1694281" y="94081"/>
                </a:lnTo>
                <a:lnTo>
                  <a:pt x="1711667" y="136398"/>
                </a:lnTo>
                <a:lnTo>
                  <a:pt x="1726577" y="179870"/>
                </a:lnTo>
                <a:lnTo>
                  <a:pt x="1738998" y="224421"/>
                </a:lnTo>
                <a:lnTo>
                  <a:pt x="1748929" y="269976"/>
                </a:lnTo>
                <a:lnTo>
                  <a:pt x="1756384" y="316471"/>
                </a:lnTo>
                <a:lnTo>
                  <a:pt x="1761350" y="363829"/>
                </a:lnTo>
                <a:lnTo>
                  <a:pt x="1763839" y="412000"/>
                </a:lnTo>
                <a:lnTo>
                  <a:pt x="1758873" y="507568"/>
                </a:lnTo>
                <a:lnTo>
                  <a:pt x="1743964" y="599668"/>
                </a:lnTo>
                <a:lnTo>
                  <a:pt x="1731543" y="644232"/>
                </a:lnTo>
                <a:lnTo>
                  <a:pt x="1716633" y="687717"/>
                </a:lnTo>
                <a:lnTo>
                  <a:pt x="1699247" y="730046"/>
                </a:lnTo>
                <a:lnTo>
                  <a:pt x="1681861" y="771169"/>
                </a:lnTo>
                <a:lnTo>
                  <a:pt x="1659496" y="810996"/>
                </a:lnTo>
                <a:lnTo>
                  <a:pt x="1634655" y="849477"/>
                </a:lnTo>
                <a:lnTo>
                  <a:pt x="1609813" y="886523"/>
                </a:lnTo>
                <a:lnTo>
                  <a:pt x="1582483" y="922083"/>
                </a:lnTo>
                <a:lnTo>
                  <a:pt x="1552676" y="956068"/>
                </a:lnTo>
                <a:lnTo>
                  <a:pt x="1520380" y="988428"/>
                </a:lnTo>
                <a:lnTo>
                  <a:pt x="1488084" y="1019086"/>
                </a:lnTo>
                <a:lnTo>
                  <a:pt x="1453299" y="1047965"/>
                </a:lnTo>
                <a:lnTo>
                  <a:pt x="1416037" y="1075016"/>
                </a:lnTo>
                <a:lnTo>
                  <a:pt x="1378775" y="1100150"/>
                </a:lnTo>
                <a:lnTo>
                  <a:pt x="1339024" y="1123302"/>
                </a:lnTo>
                <a:lnTo>
                  <a:pt x="1299273" y="1144409"/>
                </a:lnTo>
                <a:lnTo>
                  <a:pt x="1257046" y="1163396"/>
                </a:lnTo>
                <a:lnTo>
                  <a:pt x="1214805" y="1180198"/>
                </a:lnTo>
                <a:lnTo>
                  <a:pt x="1172578" y="1194752"/>
                </a:lnTo>
                <a:lnTo>
                  <a:pt x="1127861" y="1206969"/>
                </a:lnTo>
                <a:lnTo>
                  <a:pt x="1083144" y="1216799"/>
                </a:lnTo>
                <a:lnTo>
                  <a:pt x="1035939" y="1224153"/>
                </a:lnTo>
                <a:lnTo>
                  <a:pt x="988745" y="1228991"/>
                </a:lnTo>
                <a:lnTo>
                  <a:pt x="944016" y="1231214"/>
                </a:lnTo>
                <a:lnTo>
                  <a:pt x="894334" y="1230642"/>
                </a:lnTo>
                <a:lnTo>
                  <a:pt x="847140" y="1227137"/>
                </a:lnTo>
                <a:lnTo>
                  <a:pt x="799934" y="1220774"/>
                </a:lnTo>
                <a:lnTo>
                  <a:pt x="755218" y="1211656"/>
                </a:lnTo>
                <a:lnTo>
                  <a:pt x="710501" y="1199883"/>
                </a:lnTo>
                <a:lnTo>
                  <a:pt x="665784" y="1185545"/>
                </a:lnTo>
                <a:lnTo>
                  <a:pt x="623544" y="1168742"/>
                </a:lnTo>
                <a:lnTo>
                  <a:pt x="583806" y="1149553"/>
                </a:lnTo>
                <a:lnTo>
                  <a:pt x="544055" y="1128090"/>
                </a:lnTo>
                <a:lnTo>
                  <a:pt x="504304" y="1104430"/>
                </a:lnTo>
                <a:lnTo>
                  <a:pt x="467042" y="1078687"/>
                </a:lnTo>
                <a:lnTo>
                  <a:pt x="432257" y="1050937"/>
                </a:lnTo>
                <a:lnTo>
                  <a:pt x="397484" y="1021283"/>
                </a:lnTo>
                <a:lnTo>
                  <a:pt x="365188" y="989825"/>
                </a:lnTo>
                <a:lnTo>
                  <a:pt x="335368" y="956640"/>
                </a:lnTo>
                <a:lnTo>
                  <a:pt x="305562" y="921842"/>
                </a:lnTo>
                <a:lnTo>
                  <a:pt x="278231" y="885520"/>
                </a:lnTo>
                <a:lnTo>
                  <a:pt x="253390" y="847750"/>
                </a:lnTo>
                <a:lnTo>
                  <a:pt x="231038" y="808647"/>
                </a:lnTo>
                <a:lnTo>
                  <a:pt x="211162" y="768299"/>
                </a:lnTo>
                <a:lnTo>
                  <a:pt x="191287" y="726795"/>
                </a:lnTo>
                <a:lnTo>
                  <a:pt x="173888" y="684250"/>
                </a:lnTo>
                <a:lnTo>
                  <a:pt x="158991" y="640727"/>
                </a:lnTo>
                <a:lnTo>
                  <a:pt x="146570" y="596341"/>
                </a:lnTo>
                <a:lnTo>
                  <a:pt x="136626" y="551180"/>
                </a:lnTo>
                <a:lnTo>
                  <a:pt x="129171" y="505333"/>
                </a:lnTo>
                <a:lnTo>
                  <a:pt x="124206" y="458914"/>
                </a:lnTo>
                <a:lnTo>
                  <a:pt x="124206" y="363829"/>
                </a:lnTo>
                <a:lnTo>
                  <a:pt x="126695" y="316458"/>
                </a:lnTo>
                <a:lnTo>
                  <a:pt x="141605" y="224409"/>
                </a:lnTo>
                <a:lnTo>
                  <a:pt x="154025" y="179857"/>
                </a:lnTo>
                <a:lnTo>
                  <a:pt x="168922" y="136372"/>
                </a:lnTo>
                <a:lnTo>
                  <a:pt x="186321" y="94043"/>
                </a:lnTo>
                <a:lnTo>
                  <a:pt x="203708" y="52933"/>
                </a:lnTo>
                <a:lnTo>
                  <a:pt x="226060" y="13106"/>
                </a:lnTo>
                <a:lnTo>
                  <a:pt x="234530" y="0"/>
                </a:lnTo>
                <a:lnTo>
                  <a:pt x="124206" y="0"/>
                </a:lnTo>
                <a:lnTo>
                  <a:pt x="99187" y="0"/>
                </a:lnTo>
                <a:lnTo>
                  <a:pt x="96875" y="4673"/>
                </a:lnTo>
                <a:lnTo>
                  <a:pt x="77012" y="46164"/>
                </a:lnTo>
                <a:lnTo>
                  <a:pt x="59613" y="88722"/>
                </a:lnTo>
                <a:lnTo>
                  <a:pt x="44716" y="132295"/>
                </a:lnTo>
                <a:lnTo>
                  <a:pt x="19862" y="222262"/>
                </a:lnTo>
                <a:lnTo>
                  <a:pt x="4965" y="315633"/>
                </a:lnTo>
                <a:lnTo>
                  <a:pt x="0" y="363474"/>
                </a:lnTo>
                <a:lnTo>
                  <a:pt x="0" y="460514"/>
                </a:lnTo>
                <a:lnTo>
                  <a:pt x="2476" y="508355"/>
                </a:lnTo>
                <a:lnTo>
                  <a:pt x="7442" y="555447"/>
                </a:lnTo>
                <a:lnTo>
                  <a:pt x="14897" y="601738"/>
                </a:lnTo>
                <a:lnTo>
                  <a:pt x="24841" y="647179"/>
                </a:lnTo>
                <a:lnTo>
                  <a:pt x="54648" y="735291"/>
                </a:lnTo>
                <a:lnTo>
                  <a:pt x="72034" y="777862"/>
                </a:lnTo>
                <a:lnTo>
                  <a:pt x="89433" y="819353"/>
                </a:lnTo>
                <a:lnTo>
                  <a:pt x="111785" y="859739"/>
                </a:lnTo>
                <a:lnTo>
                  <a:pt x="134150" y="898931"/>
                </a:lnTo>
                <a:lnTo>
                  <a:pt x="158991" y="936904"/>
                </a:lnTo>
                <a:lnTo>
                  <a:pt x="186321" y="973607"/>
                </a:lnTo>
                <a:lnTo>
                  <a:pt x="216128" y="1008951"/>
                </a:lnTo>
                <a:lnTo>
                  <a:pt x="245935" y="1042924"/>
                </a:lnTo>
                <a:lnTo>
                  <a:pt x="278231" y="1075436"/>
                </a:lnTo>
                <a:lnTo>
                  <a:pt x="310527" y="1106462"/>
                </a:lnTo>
                <a:lnTo>
                  <a:pt x="345313" y="1135926"/>
                </a:lnTo>
                <a:lnTo>
                  <a:pt x="382574" y="1163789"/>
                </a:lnTo>
                <a:lnTo>
                  <a:pt x="419836" y="1190002"/>
                </a:lnTo>
                <a:lnTo>
                  <a:pt x="457098" y="1214488"/>
                </a:lnTo>
                <a:lnTo>
                  <a:pt x="496849" y="1237208"/>
                </a:lnTo>
                <a:lnTo>
                  <a:pt x="539089" y="1258112"/>
                </a:lnTo>
                <a:lnTo>
                  <a:pt x="581317" y="1277137"/>
                </a:lnTo>
                <a:lnTo>
                  <a:pt x="623544" y="1294231"/>
                </a:lnTo>
                <a:lnTo>
                  <a:pt x="665784" y="1309344"/>
                </a:lnTo>
                <a:lnTo>
                  <a:pt x="710501" y="1322412"/>
                </a:lnTo>
                <a:lnTo>
                  <a:pt x="755218" y="1333398"/>
                </a:lnTo>
                <a:lnTo>
                  <a:pt x="802424" y="1342237"/>
                </a:lnTo>
                <a:lnTo>
                  <a:pt x="849617" y="1348879"/>
                </a:lnTo>
                <a:lnTo>
                  <a:pt x="894334" y="1353261"/>
                </a:lnTo>
                <a:lnTo>
                  <a:pt x="896823" y="1353362"/>
                </a:lnTo>
                <a:lnTo>
                  <a:pt x="944016" y="1355344"/>
                </a:lnTo>
                <a:lnTo>
                  <a:pt x="991222" y="1354950"/>
                </a:lnTo>
                <a:lnTo>
                  <a:pt x="1038428" y="1351940"/>
                </a:lnTo>
                <a:lnTo>
                  <a:pt x="1085621" y="1346415"/>
                </a:lnTo>
                <a:lnTo>
                  <a:pt x="1132827" y="1338414"/>
                </a:lnTo>
                <a:lnTo>
                  <a:pt x="1177544" y="1328039"/>
                </a:lnTo>
                <a:lnTo>
                  <a:pt x="1222260" y="1315351"/>
                </a:lnTo>
                <a:lnTo>
                  <a:pt x="1266977" y="1300416"/>
                </a:lnTo>
                <a:lnTo>
                  <a:pt x="1309217" y="1283309"/>
                </a:lnTo>
                <a:lnTo>
                  <a:pt x="1351445" y="1264119"/>
                </a:lnTo>
                <a:lnTo>
                  <a:pt x="1391196" y="1242898"/>
                </a:lnTo>
                <a:lnTo>
                  <a:pt x="1430947" y="1219733"/>
                </a:lnTo>
                <a:lnTo>
                  <a:pt x="1468208" y="1194689"/>
                </a:lnTo>
                <a:lnTo>
                  <a:pt x="1505470" y="1167841"/>
                </a:lnTo>
                <a:lnTo>
                  <a:pt x="1540256" y="1139266"/>
                </a:lnTo>
                <a:lnTo>
                  <a:pt x="1575028" y="1109027"/>
                </a:lnTo>
                <a:lnTo>
                  <a:pt x="1607324" y="1077214"/>
                </a:lnTo>
                <a:lnTo>
                  <a:pt x="1637131" y="1043876"/>
                </a:lnTo>
                <a:lnTo>
                  <a:pt x="1666951" y="1009103"/>
                </a:lnTo>
                <a:lnTo>
                  <a:pt x="1694281" y="972972"/>
                </a:lnTo>
                <a:lnTo>
                  <a:pt x="1721599" y="935532"/>
                </a:lnTo>
                <a:lnTo>
                  <a:pt x="1746440" y="896886"/>
                </a:lnTo>
                <a:lnTo>
                  <a:pt x="1768805" y="857084"/>
                </a:lnTo>
                <a:lnTo>
                  <a:pt x="1788680" y="816203"/>
                </a:lnTo>
                <a:lnTo>
                  <a:pt x="1808556" y="774331"/>
                </a:lnTo>
                <a:lnTo>
                  <a:pt x="1825942" y="731532"/>
                </a:lnTo>
                <a:lnTo>
                  <a:pt x="1840852" y="687870"/>
                </a:lnTo>
                <a:lnTo>
                  <a:pt x="1865693" y="598271"/>
                </a:lnTo>
                <a:lnTo>
                  <a:pt x="1880603" y="506107"/>
                </a:lnTo>
                <a:lnTo>
                  <a:pt x="1885569" y="459270"/>
                </a:lnTo>
                <a:lnTo>
                  <a:pt x="1888045" y="412000"/>
                </a:lnTo>
                <a:close/>
              </a:path>
              <a:path w="2914650" h="2270760">
                <a:moveTo>
                  <a:pt x="2233460" y="1376197"/>
                </a:moveTo>
                <a:lnTo>
                  <a:pt x="2226818" y="1346479"/>
                </a:lnTo>
                <a:lnTo>
                  <a:pt x="2206790" y="1323987"/>
                </a:lnTo>
                <a:lnTo>
                  <a:pt x="2173376" y="1315618"/>
                </a:lnTo>
                <a:lnTo>
                  <a:pt x="2123554" y="1321689"/>
                </a:lnTo>
                <a:lnTo>
                  <a:pt x="2077453" y="1336560"/>
                </a:lnTo>
                <a:lnTo>
                  <a:pt x="2035924" y="1359357"/>
                </a:lnTo>
                <a:lnTo>
                  <a:pt x="1999780" y="1389253"/>
                </a:lnTo>
                <a:lnTo>
                  <a:pt x="1969897" y="1425409"/>
                </a:lnTo>
                <a:lnTo>
                  <a:pt x="1947113" y="1466951"/>
                </a:lnTo>
                <a:lnTo>
                  <a:pt x="1932266" y="1513065"/>
                </a:lnTo>
                <a:lnTo>
                  <a:pt x="1926209" y="1562874"/>
                </a:lnTo>
                <a:lnTo>
                  <a:pt x="1934527" y="1596186"/>
                </a:lnTo>
                <a:lnTo>
                  <a:pt x="1956993" y="1616163"/>
                </a:lnTo>
                <a:lnTo>
                  <a:pt x="1986711" y="1622831"/>
                </a:lnTo>
                <a:lnTo>
                  <a:pt x="2016798" y="1616163"/>
                </a:lnTo>
                <a:lnTo>
                  <a:pt x="2040331" y="1596186"/>
                </a:lnTo>
                <a:lnTo>
                  <a:pt x="2050427" y="1562874"/>
                </a:lnTo>
                <a:lnTo>
                  <a:pt x="2060816" y="1515008"/>
                </a:lnTo>
                <a:lnTo>
                  <a:pt x="2086914" y="1476362"/>
                </a:lnTo>
                <a:lnTo>
                  <a:pt x="2125510" y="1450187"/>
                </a:lnTo>
                <a:lnTo>
                  <a:pt x="2173376" y="1439748"/>
                </a:lnTo>
                <a:lnTo>
                  <a:pt x="2206714" y="1429727"/>
                </a:lnTo>
                <a:lnTo>
                  <a:pt x="2226754" y="1406245"/>
                </a:lnTo>
                <a:lnTo>
                  <a:pt x="2233460" y="1376197"/>
                </a:lnTo>
                <a:close/>
              </a:path>
              <a:path w="2914650" h="2270760">
                <a:moveTo>
                  <a:pt x="2914434" y="1683283"/>
                </a:moveTo>
                <a:lnTo>
                  <a:pt x="2913837" y="1634794"/>
                </a:lnTo>
                <a:lnTo>
                  <a:pt x="2908985" y="1587588"/>
                </a:lnTo>
                <a:lnTo>
                  <a:pt x="2900083" y="1541792"/>
                </a:lnTo>
                <a:lnTo>
                  <a:pt x="2887345" y="1497507"/>
                </a:lnTo>
                <a:lnTo>
                  <a:pt x="2870949" y="1454861"/>
                </a:lnTo>
                <a:lnTo>
                  <a:pt x="2851112" y="1413992"/>
                </a:lnTo>
                <a:lnTo>
                  <a:pt x="2828048" y="1375016"/>
                </a:lnTo>
                <a:lnTo>
                  <a:pt x="2801963" y="1338046"/>
                </a:lnTo>
                <a:lnTo>
                  <a:pt x="2790215" y="1323898"/>
                </a:lnTo>
                <a:lnTo>
                  <a:pt x="2790215" y="1683283"/>
                </a:lnTo>
                <a:lnTo>
                  <a:pt x="2789110" y="1730984"/>
                </a:lnTo>
                <a:lnTo>
                  <a:pt x="2782836" y="1777047"/>
                </a:lnTo>
                <a:lnTo>
                  <a:pt x="2771698" y="1821294"/>
                </a:lnTo>
                <a:lnTo>
                  <a:pt x="2756014" y="1863521"/>
                </a:lnTo>
                <a:lnTo>
                  <a:pt x="2736088" y="1903577"/>
                </a:lnTo>
                <a:lnTo>
                  <a:pt x="2712250" y="1941245"/>
                </a:lnTo>
                <a:lnTo>
                  <a:pt x="2684792" y="1976348"/>
                </a:lnTo>
                <a:lnTo>
                  <a:pt x="2654046" y="2008708"/>
                </a:lnTo>
                <a:lnTo>
                  <a:pt x="2620200" y="2038210"/>
                </a:lnTo>
                <a:lnTo>
                  <a:pt x="2583916" y="2064423"/>
                </a:lnTo>
                <a:lnTo>
                  <a:pt x="2545156" y="2087410"/>
                </a:lnTo>
                <a:lnTo>
                  <a:pt x="2504338" y="2106917"/>
                </a:lnTo>
                <a:lnTo>
                  <a:pt x="2461806" y="2122728"/>
                </a:lnTo>
                <a:lnTo>
                  <a:pt x="2417838" y="2134692"/>
                </a:lnTo>
                <a:lnTo>
                  <a:pt x="2372766" y="2142591"/>
                </a:lnTo>
                <a:lnTo>
                  <a:pt x="2326906" y="2146262"/>
                </a:lnTo>
                <a:lnTo>
                  <a:pt x="2279091" y="2145157"/>
                </a:lnTo>
                <a:lnTo>
                  <a:pt x="2232939" y="2138883"/>
                </a:lnTo>
                <a:lnTo>
                  <a:pt x="2188616" y="2127758"/>
                </a:lnTo>
                <a:lnTo>
                  <a:pt x="2146300" y="2112073"/>
                </a:lnTo>
                <a:lnTo>
                  <a:pt x="2106193" y="2092172"/>
                </a:lnTo>
                <a:lnTo>
                  <a:pt x="2068461" y="2068347"/>
                </a:lnTo>
                <a:lnTo>
                  <a:pt x="2033295" y="2040890"/>
                </a:lnTo>
                <a:lnTo>
                  <a:pt x="2000910" y="2010194"/>
                </a:lnTo>
                <a:lnTo>
                  <a:pt x="1971459" y="1976488"/>
                </a:lnTo>
                <a:lnTo>
                  <a:pt x="1945132" y="1940102"/>
                </a:lnTo>
                <a:lnTo>
                  <a:pt x="1922119" y="1901367"/>
                </a:lnTo>
                <a:lnTo>
                  <a:pt x="1902599" y="1860600"/>
                </a:lnTo>
                <a:lnTo>
                  <a:pt x="1886762" y="1818081"/>
                </a:lnTo>
                <a:lnTo>
                  <a:pt x="1874799" y="1774151"/>
                </a:lnTo>
                <a:lnTo>
                  <a:pt x="1866887" y="1729117"/>
                </a:lnTo>
                <a:lnTo>
                  <a:pt x="1863204" y="1683283"/>
                </a:lnTo>
                <a:lnTo>
                  <a:pt x="1864334" y="1635493"/>
                </a:lnTo>
                <a:lnTo>
                  <a:pt x="1870633" y="1589366"/>
                </a:lnTo>
                <a:lnTo>
                  <a:pt x="1881797" y="1545056"/>
                </a:lnTo>
                <a:lnTo>
                  <a:pt x="1897507" y="1502778"/>
                </a:lnTo>
                <a:lnTo>
                  <a:pt x="1917446" y="1462709"/>
                </a:lnTo>
                <a:lnTo>
                  <a:pt x="1941296" y="1425016"/>
                </a:lnTo>
                <a:lnTo>
                  <a:pt x="1968766" y="1389900"/>
                </a:lnTo>
                <a:lnTo>
                  <a:pt x="1999538" y="1357541"/>
                </a:lnTo>
                <a:lnTo>
                  <a:pt x="2033295" y="1328127"/>
                </a:lnTo>
                <a:lnTo>
                  <a:pt x="2069719" y="1301838"/>
                </a:lnTo>
                <a:lnTo>
                  <a:pt x="2108504" y="1278851"/>
                </a:lnTo>
                <a:lnTo>
                  <a:pt x="2149335" y="1259370"/>
                </a:lnTo>
                <a:lnTo>
                  <a:pt x="2191905" y="1243558"/>
                </a:lnTo>
                <a:lnTo>
                  <a:pt x="2235898" y="1231607"/>
                </a:lnTo>
                <a:lnTo>
                  <a:pt x="2280996" y="1223708"/>
                </a:lnTo>
                <a:lnTo>
                  <a:pt x="2326906" y="1220050"/>
                </a:lnTo>
                <a:lnTo>
                  <a:pt x="2374671" y="1223797"/>
                </a:lnTo>
                <a:lnTo>
                  <a:pt x="2420797" y="1231747"/>
                </a:lnTo>
                <a:lnTo>
                  <a:pt x="2465082" y="1243736"/>
                </a:lnTo>
                <a:lnTo>
                  <a:pt x="2507348" y="1259573"/>
                </a:lnTo>
                <a:lnTo>
                  <a:pt x="2547416" y="1279067"/>
                </a:lnTo>
                <a:lnTo>
                  <a:pt x="2585097" y="1302054"/>
                </a:lnTo>
                <a:lnTo>
                  <a:pt x="2620200" y="1328331"/>
                </a:lnTo>
                <a:lnTo>
                  <a:pt x="2652560" y="1357731"/>
                </a:lnTo>
                <a:lnTo>
                  <a:pt x="2681973" y="1390065"/>
                </a:lnTo>
                <a:lnTo>
                  <a:pt x="2708275" y="1425155"/>
                </a:lnTo>
                <a:lnTo>
                  <a:pt x="2731262" y="1462811"/>
                </a:lnTo>
                <a:lnTo>
                  <a:pt x="2750769" y="1502854"/>
                </a:lnTo>
                <a:lnTo>
                  <a:pt x="2766606" y="1545107"/>
                </a:lnTo>
                <a:lnTo>
                  <a:pt x="2778569" y="1589379"/>
                </a:lnTo>
                <a:lnTo>
                  <a:pt x="2786507" y="1635506"/>
                </a:lnTo>
                <a:lnTo>
                  <a:pt x="2790215" y="1683283"/>
                </a:lnTo>
                <a:lnTo>
                  <a:pt x="2790215" y="1323898"/>
                </a:lnTo>
                <a:lnTo>
                  <a:pt x="2741498" y="1270622"/>
                </a:lnTo>
                <a:lnTo>
                  <a:pt x="2707538" y="1240421"/>
                </a:lnTo>
                <a:lnTo>
                  <a:pt x="2671368" y="1212735"/>
                </a:lnTo>
                <a:lnTo>
                  <a:pt x="2633192" y="1187653"/>
                </a:lnTo>
                <a:lnTo>
                  <a:pt x="2593213" y="1165326"/>
                </a:lnTo>
                <a:lnTo>
                  <a:pt x="2551633" y="1145870"/>
                </a:lnTo>
                <a:lnTo>
                  <a:pt x="2508656" y="1129411"/>
                </a:lnTo>
                <a:lnTo>
                  <a:pt x="2464485" y="1116063"/>
                </a:lnTo>
                <a:lnTo>
                  <a:pt x="2419337" y="1105941"/>
                </a:lnTo>
                <a:lnTo>
                  <a:pt x="2386800" y="1101166"/>
                </a:lnTo>
                <a:lnTo>
                  <a:pt x="2373414" y="1099197"/>
                </a:lnTo>
                <a:lnTo>
                  <a:pt x="2372766" y="1099146"/>
                </a:lnTo>
                <a:lnTo>
                  <a:pt x="2326906" y="1095921"/>
                </a:lnTo>
                <a:lnTo>
                  <a:pt x="2278342" y="1099286"/>
                </a:lnTo>
                <a:lnTo>
                  <a:pt x="2266810" y="1100963"/>
                </a:lnTo>
                <a:lnTo>
                  <a:pt x="2231085" y="1106119"/>
                </a:lnTo>
                <a:lnTo>
                  <a:pt x="2185238" y="1116291"/>
                </a:lnTo>
                <a:lnTo>
                  <a:pt x="2140928" y="1129665"/>
                </a:lnTo>
                <a:lnTo>
                  <a:pt x="2098268" y="1146149"/>
                </a:lnTo>
                <a:lnTo>
                  <a:pt x="2057387" y="1165606"/>
                </a:lnTo>
                <a:lnTo>
                  <a:pt x="2018398" y="1187932"/>
                </a:lnTo>
                <a:lnTo>
                  <a:pt x="1981428" y="1212977"/>
                </a:lnTo>
                <a:lnTo>
                  <a:pt x="1946592" y="1240650"/>
                </a:lnTo>
                <a:lnTo>
                  <a:pt x="1914017" y="1270812"/>
                </a:lnTo>
                <a:lnTo>
                  <a:pt x="1883816" y="1303350"/>
                </a:lnTo>
                <a:lnTo>
                  <a:pt x="1856130" y="1338148"/>
                </a:lnTo>
                <a:lnTo>
                  <a:pt x="1831047" y="1375079"/>
                </a:lnTo>
                <a:lnTo>
                  <a:pt x="1808708" y="1414030"/>
                </a:lnTo>
                <a:lnTo>
                  <a:pt x="1789239" y="1454861"/>
                </a:lnTo>
                <a:lnTo>
                  <a:pt x="1772742" y="1497482"/>
                </a:lnTo>
                <a:lnTo>
                  <a:pt x="1759343" y="1541754"/>
                </a:lnTo>
                <a:lnTo>
                  <a:pt x="1749183" y="1587550"/>
                </a:lnTo>
                <a:lnTo>
                  <a:pt x="1742351" y="1634769"/>
                </a:lnTo>
                <a:lnTo>
                  <a:pt x="1738998" y="1683283"/>
                </a:lnTo>
                <a:lnTo>
                  <a:pt x="1739607" y="1731759"/>
                </a:lnTo>
                <a:lnTo>
                  <a:pt x="1744472" y="1778952"/>
                </a:lnTo>
                <a:lnTo>
                  <a:pt x="1753387" y="1824748"/>
                </a:lnTo>
                <a:lnTo>
                  <a:pt x="1766150" y="1869020"/>
                </a:lnTo>
                <a:lnTo>
                  <a:pt x="1782559" y="1911654"/>
                </a:lnTo>
                <a:lnTo>
                  <a:pt x="1802396" y="1952510"/>
                </a:lnTo>
                <a:lnTo>
                  <a:pt x="1825472" y="1991474"/>
                </a:lnTo>
                <a:lnTo>
                  <a:pt x="1851571" y="2028431"/>
                </a:lnTo>
                <a:lnTo>
                  <a:pt x="1880514" y="2063242"/>
                </a:lnTo>
                <a:lnTo>
                  <a:pt x="1912061" y="2095804"/>
                </a:lnTo>
                <a:lnTo>
                  <a:pt x="1946033" y="2125992"/>
                </a:lnTo>
                <a:lnTo>
                  <a:pt x="1982216" y="2153666"/>
                </a:lnTo>
                <a:lnTo>
                  <a:pt x="2020417" y="2178723"/>
                </a:lnTo>
                <a:lnTo>
                  <a:pt x="2060409" y="2201037"/>
                </a:lnTo>
                <a:lnTo>
                  <a:pt x="2102015" y="2220468"/>
                </a:lnTo>
                <a:lnTo>
                  <a:pt x="2145017" y="2236927"/>
                </a:lnTo>
                <a:lnTo>
                  <a:pt x="2189200" y="2250262"/>
                </a:lnTo>
                <a:lnTo>
                  <a:pt x="2234387" y="2260371"/>
                </a:lnTo>
                <a:lnTo>
                  <a:pt x="2280348" y="2267115"/>
                </a:lnTo>
                <a:lnTo>
                  <a:pt x="2326906" y="2270391"/>
                </a:lnTo>
                <a:lnTo>
                  <a:pt x="2375420" y="2269794"/>
                </a:lnTo>
                <a:lnTo>
                  <a:pt x="2422652" y="2264943"/>
                </a:lnTo>
                <a:lnTo>
                  <a:pt x="2468473" y="2256053"/>
                </a:lnTo>
                <a:lnTo>
                  <a:pt x="2512784" y="2243315"/>
                </a:lnTo>
                <a:lnTo>
                  <a:pt x="2555443" y="2226932"/>
                </a:lnTo>
                <a:lnTo>
                  <a:pt x="2596324" y="2207120"/>
                </a:lnTo>
                <a:lnTo>
                  <a:pt x="2635326" y="2184069"/>
                </a:lnTo>
                <a:lnTo>
                  <a:pt x="2672296" y="2157996"/>
                </a:lnTo>
                <a:lnTo>
                  <a:pt x="2707144" y="2129091"/>
                </a:lnTo>
                <a:lnTo>
                  <a:pt x="2739720" y="2097570"/>
                </a:lnTo>
                <a:lnTo>
                  <a:pt x="2769933" y="2063648"/>
                </a:lnTo>
                <a:lnTo>
                  <a:pt x="2797632" y="2027504"/>
                </a:lnTo>
                <a:lnTo>
                  <a:pt x="2822702" y="1989353"/>
                </a:lnTo>
                <a:lnTo>
                  <a:pt x="2845028" y="1949399"/>
                </a:lnTo>
                <a:lnTo>
                  <a:pt x="2864485" y="1907844"/>
                </a:lnTo>
                <a:lnTo>
                  <a:pt x="2880944" y="1864906"/>
                </a:lnTo>
                <a:lnTo>
                  <a:pt x="2894292" y="1820773"/>
                </a:lnTo>
                <a:lnTo>
                  <a:pt x="2904413" y="1775650"/>
                </a:lnTo>
                <a:lnTo>
                  <a:pt x="2911157" y="1729752"/>
                </a:lnTo>
                <a:lnTo>
                  <a:pt x="2914434" y="1683283"/>
                </a:lnTo>
                <a:close/>
              </a:path>
            </a:pathLst>
          </a:custGeom>
          <a:solidFill>
            <a:srgbClr val="AAC7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8227957" y="0"/>
            <a:ext cx="60325" cy="178435"/>
          </a:xfrm>
          <a:custGeom>
            <a:avLst/>
            <a:gdLst/>
            <a:ahLst/>
            <a:cxnLst/>
            <a:rect l="l" t="t" r="r" b="b"/>
            <a:pathLst>
              <a:path w="60325" h="178435">
                <a:moveTo>
                  <a:pt x="60041" y="0"/>
                </a:moveTo>
                <a:lnTo>
                  <a:pt x="60041" y="178216"/>
                </a:lnTo>
                <a:lnTo>
                  <a:pt x="50945" y="166991"/>
                </a:lnTo>
                <a:lnTo>
                  <a:pt x="27646" y="127368"/>
                </a:lnTo>
                <a:lnTo>
                  <a:pt x="10802" y="84192"/>
                </a:lnTo>
                <a:lnTo>
                  <a:pt x="1202" y="37790"/>
                </a:lnTo>
                <a:lnTo>
                  <a:pt x="0" y="0"/>
                </a:lnTo>
                <a:lnTo>
                  <a:pt x="60041" y="0"/>
                </a:lnTo>
                <a:close/>
              </a:path>
            </a:pathLst>
          </a:custGeom>
          <a:solidFill>
            <a:srgbClr val="AAC7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4697175" y="1879649"/>
            <a:ext cx="658495" cy="657860"/>
          </a:xfrm>
          <a:custGeom>
            <a:avLst/>
            <a:gdLst/>
            <a:ahLst/>
            <a:cxnLst/>
            <a:rect l="l" t="t" r="r" b="b"/>
            <a:pathLst>
              <a:path w="658494" h="657860">
                <a:moveTo>
                  <a:pt x="657937" y="328681"/>
                </a:moveTo>
                <a:lnTo>
                  <a:pt x="652382" y="375118"/>
                </a:lnTo>
                <a:lnTo>
                  <a:pt x="640964" y="420607"/>
                </a:lnTo>
                <a:lnTo>
                  <a:pt x="624013" y="464360"/>
                </a:lnTo>
                <a:lnTo>
                  <a:pt x="601862" y="505590"/>
                </a:lnTo>
                <a:lnTo>
                  <a:pt x="574840" y="543508"/>
                </a:lnTo>
                <a:lnTo>
                  <a:pt x="543279" y="577328"/>
                </a:lnTo>
                <a:lnTo>
                  <a:pt x="507510" y="606260"/>
                </a:lnTo>
                <a:lnTo>
                  <a:pt x="467863" y="629517"/>
                </a:lnTo>
                <a:lnTo>
                  <a:pt x="424670" y="646312"/>
                </a:lnTo>
                <a:lnTo>
                  <a:pt x="378262" y="655856"/>
                </a:lnTo>
                <a:lnTo>
                  <a:pt x="328968" y="657362"/>
                </a:lnTo>
                <a:lnTo>
                  <a:pt x="282518" y="651822"/>
                </a:lnTo>
                <a:lnTo>
                  <a:pt x="237013" y="640430"/>
                </a:lnTo>
                <a:lnTo>
                  <a:pt x="193243" y="623515"/>
                </a:lnTo>
                <a:lnTo>
                  <a:pt x="151994" y="601403"/>
                </a:lnTo>
                <a:lnTo>
                  <a:pt x="114055" y="574424"/>
                </a:lnTo>
                <a:lnTo>
                  <a:pt x="80211" y="542904"/>
                </a:lnTo>
                <a:lnTo>
                  <a:pt x="51251" y="507173"/>
                </a:lnTo>
                <a:lnTo>
                  <a:pt x="27963" y="467556"/>
                </a:lnTo>
                <a:lnTo>
                  <a:pt x="11133" y="424384"/>
                </a:lnTo>
                <a:lnTo>
                  <a:pt x="1550" y="377983"/>
                </a:lnTo>
                <a:lnTo>
                  <a:pt x="0" y="328681"/>
                </a:lnTo>
                <a:lnTo>
                  <a:pt x="5717" y="279346"/>
                </a:lnTo>
                <a:lnTo>
                  <a:pt x="17213" y="232968"/>
                </a:lnTo>
                <a:lnTo>
                  <a:pt x="34174" y="189859"/>
                </a:lnTo>
                <a:lnTo>
                  <a:pt x="56287" y="150331"/>
                </a:lnTo>
                <a:lnTo>
                  <a:pt x="83237" y="114693"/>
                </a:lnTo>
                <a:lnTo>
                  <a:pt x="114711" y="83257"/>
                </a:lnTo>
                <a:lnTo>
                  <a:pt x="131403" y="70665"/>
                </a:lnTo>
                <a:lnTo>
                  <a:pt x="131403" y="339387"/>
                </a:lnTo>
                <a:lnTo>
                  <a:pt x="133781" y="373218"/>
                </a:lnTo>
                <a:lnTo>
                  <a:pt x="153191" y="436716"/>
                </a:lnTo>
                <a:lnTo>
                  <a:pt x="192169" y="489045"/>
                </a:lnTo>
                <a:lnTo>
                  <a:pt x="250749" y="523467"/>
                </a:lnTo>
                <a:lnTo>
                  <a:pt x="328968" y="533239"/>
                </a:lnTo>
                <a:lnTo>
                  <a:pt x="370517" y="527611"/>
                </a:lnTo>
                <a:lnTo>
                  <a:pt x="407177" y="515948"/>
                </a:lnTo>
                <a:lnTo>
                  <a:pt x="465834" y="477532"/>
                </a:lnTo>
                <a:lnTo>
                  <a:pt x="504939" y="424027"/>
                </a:lnTo>
                <a:lnTo>
                  <a:pt x="524491" y="361469"/>
                </a:lnTo>
                <a:lnTo>
                  <a:pt x="526935" y="328681"/>
                </a:lnTo>
                <a:lnTo>
                  <a:pt x="526935" y="70995"/>
                </a:lnTo>
                <a:lnTo>
                  <a:pt x="543835" y="83022"/>
                </a:lnTo>
                <a:lnTo>
                  <a:pt x="577684" y="114558"/>
                </a:lnTo>
                <a:lnTo>
                  <a:pt x="606651" y="150299"/>
                </a:lnTo>
                <a:lnTo>
                  <a:pt x="629949" y="189913"/>
                </a:lnTo>
                <a:lnTo>
                  <a:pt x="646788" y="233069"/>
                </a:lnTo>
                <a:lnTo>
                  <a:pt x="656380" y="279435"/>
                </a:lnTo>
                <a:lnTo>
                  <a:pt x="657937" y="328681"/>
                </a:lnTo>
                <a:close/>
              </a:path>
              <a:path w="658494" h="657860">
                <a:moveTo>
                  <a:pt x="328968" y="124124"/>
                </a:moveTo>
                <a:lnTo>
                  <a:pt x="287607" y="130001"/>
                </a:lnTo>
                <a:lnTo>
                  <a:pt x="251087" y="142355"/>
                </a:lnTo>
                <a:lnTo>
                  <a:pt x="192591" y="183120"/>
                </a:lnTo>
                <a:lnTo>
                  <a:pt x="153517" y="239679"/>
                </a:lnTo>
                <a:lnTo>
                  <a:pt x="133781" y="305841"/>
                </a:lnTo>
                <a:lnTo>
                  <a:pt x="133781" y="306938"/>
                </a:lnTo>
                <a:lnTo>
                  <a:pt x="131403" y="339387"/>
                </a:lnTo>
                <a:lnTo>
                  <a:pt x="131403" y="70665"/>
                </a:lnTo>
                <a:lnTo>
                  <a:pt x="150396" y="56335"/>
                </a:lnTo>
                <a:lnTo>
                  <a:pt x="189978" y="34237"/>
                </a:lnTo>
                <a:lnTo>
                  <a:pt x="233143" y="17274"/>
                </a:lnTo>
                <a:lnTo>
                  <a:pt x="269029" y="8374"/>
                </a:lnTo>
                <a:lnTo>
                  <a:pt x="269029" y="58896"/>
                </a:lnTo>
                <a:lnTo>
                  <a:pt x="275634" y="88633"/>
                </a:lnTo>
                <a:lnTo>
                  <a:pt x="275634" y="88997"/>
                </a:lnTo>
                <a:lnTo>
                  <a:pt x="295738" y="113171"/>
                </a:lnTo>
                <a:lnTo>
                  <a:pt x="328968" y="124124"/>
                </a:lnTo>
                <a:close/>
              </a:path>
              <a:path w="658494" h="657860">
                <a:moveTo>
                  <a:pt x="388861" y="58896"/>
                </a:moveTo>
                <a:lnTo>
                  <a:pt x="382165" y="89130"/>
                </a:lnTo>
                <a:lnTo>
                  <a:pt x="362191" y="113171"/>
                </a:lnTo>
                <a:lnTo>
                  <a:pt x="328968" y="124124"/>
                </a:lnTo>
                <a:lnTo>
                  <a:pt x="295738" y="113171"/>
                </a:lnTo>
                <a:lnTo>
                  <a:pt x="275634" y="88997"/>
                </a:lnTo>
                <a:lnTo>
                  <a:pt x="275634" y="88633"/>
                </a:lnTo>
                <a:lnTo>
                  <a:pt x="269029" y="58896"/>
                </a:lnTo>
                <a:lnTo>
                  <a:pt x="275634" y="29366"/>
                </a:lnTo>
                <a:lnTo>
                  <a:pt x="295600" y="7435"/>
                </a:lnTo>
                <a:lnTo>
                  <a:pt x="328968" y="0"/>
                </a:lnTo>
                <a:lnTo>
                  <a:pt x="362191" y="7412"/>
                </a:lnTo>
                <a:lnTo>
                  <a:pt x="382165" y="29275"/>
                </a:lnTo>
                <a:lnTo>
                  <a:pt x="382165" y="28996"/>
                </a:lnTo>
                <a:lnTo>
                  <a:pt x="388861" y="58896"/>
                </a:lnTo>
                <a:close/>
              </a:path>
              <a:path w="658494" h="657860">
                <a:moveTo>
                  <a:pt x="328968" y="0"/>
                </a:moveTo>
                <a:lnTo>
                  <a:pt x="295738" y="7405"/>
                </a:lnTo>
                <a:lnTo>
                  <a:pt x="295600" y="7435"/>
                </a:lnTo>
                <a:lnTo>
                  <a:pt x="275634" y="29366"/>
                </a:lnTo>
                <a:lnTo>
                  <a:pt x="269029" y="58896"/>
                </a:lnTo>
                <a:lnTo>
                  <a:pt x="269029" y="8374"/>
                </a:lnTo>
                <a:lnTo>
                  <a:pt x="279578" y="5758"/>
                </a:lnTo>
                <a:lnTo>
                  <a:pt x="328968" y="0"/>
                </a:lnTo>
                <a:close/>
              </a:path>
              <a:path w="658494" h="657860">
                <a:moveTo>
                  <a:pt x="526935" y="70995"/>
                </a:moveTo>
                <a:lnTo>
                  <a:pt x="526935" y="328681"/>
                </a:lnTo>
                <a:lnTo>
                  <a:pt x="524491" y="295893"/>
                </a:lnTo>
                <a:lnTo>
                  <a:pt x="517159" y="263860"/>
                </a:lnTo>
                <a:lnTo>
                  <a:pt x="487830" y="205074"/>
                </a:lnTo>
                <a:lnTo>
                  <a:pt x="438950" y="158359"/>
                </a:lnTo>
                <a:lnTo>
                  <a:pt x="370517" y="129752"/>
                </a:lnTo>
                <a:lnTo>
                  <a:pt x="328968" y="124124"/>
                </a:lnTo>
                <a:lnTo>
                  <a:pt x="362191" y="113171"/>
                </a:lnTo>
                <a:lnTo>
                  <a:pt x="382165" y="89130"/>
                </a:lnTo>
                <a:lnTo>
                  <a:pt x="388861" y="58896"/>
                </a:lnTo>
                <a:lnTo>
                  <a:pt x="388861" y="8922"/>
                </a:lnTo>
                <a:lnTo>
                  <a:pt x="420886" y="16952"/>
                </a:lnTo>
                <a:lnTo>
                  <a:pt x="464647" y="33887"/>
                </a:lnTo>
                <a:lnTo>
                  <a:pt x="505893" y="56021"/>
                </a:lnTo>
                <a:lnTo>
                  <a:pt x="526935" y="70995"/>
                </a:lnTo>
                <a:close/>
              </a:path>
              <a:path w="658494" h="657860">
                <a:moveTo>
                  <a:pt x="388861" y="8922"/>
                </a:moveTo>
                <a:lnTo>
                  <a:pt x="388861" y="58896"/>
                </a:lnTo>
                <a:lnTo>
                  <a:pt x="382165" y="28996"/>
                </a:lnTo>
                <a:lnTo>
                  <a:pt x="382165" y="29275"/>
                </a:lnTo>
                <a:lnTo>
                  <a:pt x="362191" y="7412"/>
                </a:lnTo>
                <a:lnTo>
                  <a:pt x="328968" y="0"/>
                </a:lnTo>
                <a:lnTo>
                  <a:pt x="375396" y="5545"/>
                </a:lnTo>
                <a:lnTo>
                  <a:pt x="388861" y="8922"/>
                </a:lnTo>
                <a:close/>
              </a:path>
            </a:pathLst>
          </a:custGeom>
          <a:solidFill>
            <a:srgbClr val="AAC7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0" y="8750045"/>
            <a:ext cx="712470" cy="1174750"/>
          </a:xfrm>
          <a:custGeom>
            <a:avLst/>
            <a:gdLst/>
            <a:ahLst/>
            <a:cxnLst/>
            <a:rect l="l" t="t" r="r" b="b"/>
            <a:pathLst>
              <a:path w="712470" h="1174750">
                <a:moveTo>
                  <a:pt x="31445" y="280301"/>
                </a:moveTo>
                <a:lnTo>
                  <a:pt x="24790" y="250609"/>
                </a:lnTo>
                <a:lnTo>
                  <a:pt x="4775" y="228180"/>
                </a:lnTo>
                <a:lnTo>
                  <a:pt x="0" y="226999"/>
                </a:lnTo>
                <a:lnTo>
                  <a:pt x="0" y="335356"/>
                </a:lnTo>
                <a:lnTo>
                  <a:pt x="4699" y="333921"/>
                </a:lnTo>
                <a:lnTo>
                  <a:pt x="24739" y="310375"/>
                </a:lnTo>
                <a:lnTo>
                  <a:pt x="31445" y="280301"/>
                </a:lnTo>
                <a:close/>
              </a:path>
              <a:path w="712470" h="1174750">
                <a:moveTo>
                  <a:pt x="712419" y="587260"/>
                </a:moveTo>
                <a:lnTo>
                  <a:pt x="711822" y="538772"/>
                </a:lnTo>
                <a:lnTo>
                  <a:pt x="706970" y="491578"/>
                </a:lnTo>
                <a:lnTo>
                  <a:pt x="698068" y="445782"/>
                </a:lnTo>
                <a:lnTo>
                  <a:pt x="685330" y="401510"/>
                </a:lnTo>
                <a:lnTo>
                  <a:pt x="668934" y="358876"/>
                </a:lnTo>
                <a:lnTo>
                  <a:pt x="649097" y="318020"/>
                </a:lnTo>
                <a:lnTo>
                  <a:pt x="626033" y="279057"/>
                </a:lnTo>
                <a:lnTo>
                  <a:pt x="599948" y="242100"/>
                </a:lnTo>
                <a:lnTo>
                  <a:pt x="588200" y="227965"/>
                </a:lnTo>
                <a:lnTo>
                  <a:pt x="571017" y="207276"/>
                </a:lnTo>
                <a:lnTo>
                  <a:pt x="539483" y="174713"/>
                </a:lnTo>
                <a:lnTo>
                  <a:pt x="505523" y="144526"/>
                </a:lnTo>
                <a:lnTo>
                  <a:pt x="469353" y="116840"/>
                </a:lnTo>
                <a:lnTo>
                  <a:pt x="431177" y="91770"/>
                </a:lnTo>
                <a:lnTo>
                  <a:pt x="391198" y="69443"/>
                </a:lnTo>
                <a:lnTo>
                  <a:pt x="349618" y="49999"/>
                </a:lnTo>
                <a:lnTo>
                  <a:pt x="306641" y="33528"/>
                </a:lnTo>
                <a:lnTo>
                  <a:pt x="262470" y="20180"/>
                </a:lnTo>
                <a:lnTo>
                  <a:pt x="217322" y="10058"/>
                </a:lnTo>
                <a:lnTo>
                  <a:pt x="172656" y="3479"/>
                </a:lnTo>
                <a:lnTo>
                  <a:pt x="124891" y="0"/>
                </a:lnTo>
                <a:lnTo>
                  <a:pt x="76327" y="3352"/>
                </a:lnTo>
                <a:lnTo>
                  <a:pt x="64795" y="5016"/>
                </a:lnTo>
                <a:lnTo>
                  <a:pt x="29070" y="10172"/>
                </a:lnTo>
                <a:lnTo>
                  <a:pt x="0" y="16611"/>
                </a:lnTo>
                <a:lnTo>
                  <a:pt x="0" y="144894"/>
                </a:lnTo>
                <a:lnTo>
                  <a:pt x="33883" y="135686"/>
                </a:lnTo>
                <a:lnTo>
                  <a:pt x="78981" y="127787"/>
                </a:lnTo>
                <a:lnTo>
                  <a:pt x="124891" y="124117"/>
                </a:lnTo>
                <a:lnTo>
                  <a:pt x="172656" y="127850"/>
                </a:lnTo>
                <a:lnTo>
                  <a:pt x="173367" y="127977"/>
                </a:lnTo>
                <a:lnTo>
                  <a:pt x="218782" y="135801"/>
                </a:lnTo>
                <a:lnTo>
                  <a:pt x="263067" y="147777"/>
                </a:lnTo>
                <a:lnTo>
                  <a:pt x="305333" y="163601"/>
                </a:lnTo>
                <a:lnTo>
                  <a:pt x="345401" y="183095"/>
                </a:lnTo>
                <a:lnTo>
                  <a:pt x="383082" y="206082"/>
                </a:lnTo>
                <a:lnTo>
                  <a:pt x="418185" y="232359"/>
                </a:lnTo>
                <a:lnTo>
                  <a:pt x="450545" y="261759"/>
                </a:lnTo>
                <a:lnTo>
                  <a:pt x="479958" y="294093"/>
                </a:lnTo>
                <a:lnTo>
                  <a:pt x="506260" y="329171"/>
                </a:lnTo>
                <a:lnTo>
                  <a:pt x="529247" y="366826"/>
                </a:lnTo>
                <a:lnTo>
                  <a:pt x="548754" y="406869"/>
                </a:lnTo>
                <a:lnTo>
                  <a:pt x="564591" y="449122"/>
                </a:lnTo>
                <a:lnTo>
                  <a:pt x="576554" y="493382"/>
                </a:lnTo>
                <a:lnTo>
                  <a:pt x="584492" y="539496"/>
                </a:lnTo>
                <a:lnTo>
                  <a:pt x="588200" y="587260"/>
                </a:lnTo>
                <a:lnTo>
                  <a:pt x="587095" y="635000"/>
                </a:lnTo>
                <a:lnTo>
                  <a:pt x="580821" y="681113"/>
                </a:lnTo>
                <a:lnTo>
                  <a:pt x="569683" y="725385"/>
                </a:lnTo>
                <a:lnTo>
                  <a:pt x="553999" y="767651"/>
                </a:lnTo>
                <a:lnTo>
                  <a:pt x="534073" y="807720"/>
                </a:lnTo>
                <a:lnTo>
                  <a:pt x="510235" y="845400"/>
                </a:lnTo>
                <a:lnTo>
                  <a:pt x="482777" y="880516"/>
                </a:lnTo>
                <a:lnTo>
                  <a:pt x="452031" y="912876"/>
                </a:lnTo>
                <a:lnTo>
                  <a:pt x="418185" y="942378"/>
                </a:lnTo>
                <a:lnTo>
                  <a:pt x="381901" y="968603"/>
                </a:lnTo>
                <a:lnTo>
                  <a:pt x="343141" y="991590"/>
                </a:lnTo>
                <a:lnTo>
                  <a:pt x="302323" y="1011097"/>
                </a:lnTo>
                <a:lnTo>
                  <a:pt x="259791" y="1026922"/>
                </a:lnTo>
                <a:lnTo>
                  <a:pt x="215823" y="1038885"/>
                </a:lnTo>
                <a:lnTo>
                  <a:pt x="170751" y="1046797"/>
                </a:lnTo>
                <a:lnTo>
                  <a:pt x="124891" y="1050493"/>
                </a:lnTo>
                <a:lnTo>
                  <a:pt x="78981" y="1049413"/>
                </a:lnTo>
                <a:lnTo>
                  <a:pt x="77076" y="1049299"/>
                </a:lnTo>
                <a:lnTo>
                  <a:pt x="76327" y="1049261"/>
                </a:lnTo>
                <a:lnTo>
                  <a:pt x="30924" y="1043076"/>
                </a:lnTo>
                <a:lnTo>
                  <a:pt x="0" y="1035291"/>
                </a:lnTo>
                <a:lnTo>
                  <a:pt x="0" y="1157300"/>
                </a:lnTo>
                <a:lnTo>
                  <a:pt x="32372" y="1164551"/>
                </a:lnTo>
                <a:lnTo>
                  <a:pt x="77076" y="1171130"/>
                </a:lnTo>
                <a:lnTo>
                  <a:pt x="78981" y="1171371"/>
                </a:lnTo>
                <a:lnTo>
                  <a:pt x="124891" y="1174610"/>
                </a:lnTo>
                <a:lnTo>
                  <a:pt x="173367" y="1174000"/>
                </a:lnTo>
                <a:lnTo>
                  <a:pt x="220573" y="1169149"/>
                </a:lnTo>
                <a:lnTo>
                  <a:pt x="266382" y="1160233"/>
                </a:lnTo>
                <a:lnTo>
                  <a:pt x="310667" y="1147495"/>
                </a:lnTo>
                <a:lnTo>
                  <a:pt x="353314" y="1131100"/>
                </a:lnTo>
                <a:lnTo>
                  <a:pt x="394195" y="1111275"/>
                </a:lnTo>
                <a:lnTo>
                  <a:pt x="433197" y="1088224"/>
                </a:lnTo>
                <a:lnTo>
                  <a:pt x="470179" y="1062139"/>
                </a:lnTo>
                <a:lnTo>
                  <a:pt x="505028" y="1033233"/>
                </a:lnTo>
                <a:lnTo>
                  <a:pt x="537616" y="1001699"/>
                </a:lnTo>
                <a:lnTo>
                  <a:pt x="567829" y="967765"/>
                </a:lnTo>
                <a:lnTo>
                  <a:pt x="595541" y="931608"/>
                </a:lnTo>
                <a:lnTo>
                  <a:pt x="620623" y="893445"/>
                </a:lnTo>
                <a:lnTo>
                  <a:pt x="642962" y="853478"/>
                </a:lnTo>
                <a:lnTo>
                  <a:pt x="662432" y="811923"/>
                </a:lnTo>
                <a:lnTo>
                  <a:pt x="678903" y="768959"/>
                </a:lnTo>
                <a:lnTo>
                  <a:pt x="692264" y="724814"/>
                </a:lnTo>
                <a:lnTo>
                  <a:pt x="702386" y="679678"/>
                </a:lnTo>
                <a:lnTo>
                  <a:pt x="709142" y="633755"/>
                </a:lnTo>
                <a:lnTo>
                  <a:pt x="712419" y="587260"/>
                </a:lnTo>
                <a:close/>
              </a:path>
            </a:pathLst>
          </a:custGeom>
          <a:solidFill>
            <a:srgbClr val="AAC7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941222" y="7314018"/>
            <a:ext cx="1609090" cy="1780539"/>
          </a:xfrm>
          <a:custGeom>
            <a:avLst/>
            <a:gdLst/>
            <a:ahLst/>
            <a:cxnLst/>
            <a:rect l="l" t="t" r="r" b="b"/>
            <a:pathLst>
              <a:path w="1609089" h="1780540">
                <a:moveTo>
                  <a:pt x="657834" y="328688"/>
                </a:moveTo>
                <a:lnTo>
                  <a:pt x="656323" y="279438"/>
                </a:lnTo>
                <a:lnTo>
                  <a:pt x="646760" y="233070"/>
                </a:lnTo>
                <a:lnTo>
                  <a:pt x="629932" y="189915"/>
                </a:lnTo>
                <a:lnTo>
                  <a:pt x="606640" y="150304"/>
                </a:lnTo>
                <a:lnTo>
                  <a:pt x="577659" y="114566"/>
                </a:lnTo>
                <a:lnTo>
                  <a:pt x="543801" y="83019"/>
                </a:lnTo>
                <a:lnTo>
                  <a:pt x="526973" y="71056"/>
                </a:lnTo>
                <a:lnTo>
                  <a:pt x="526973" y="328676"/>
                </a:lnTo>
                <a:lnTo>
                  <a:pt x="524535" y="361454"/>
                </a:lnTo>
                <a:lnTo>
                  <a:pt x="504977" y="424027"/>
                </a:lnTo>
                <a:lnTo>
                  <a:pt x="465848" y="477532"/>
                </a:lnTo>
                <a:lnTo>
                  <a:pt x="407162" y="515975"/>
                </a:lnTo>
                <a:lnTo>
                  <a:pt x="370484" y="527646"/>
                </a:lnTo>
                <a:lnTo>
                  <a:pt x="328917" y="533285"/>
                </a:lnTo>
                <a:lnTo>
                  <a:pt x="287362" y="531876"/>
                </a:lnTo>
                <a:lnTo>
                  <a:pt x="218986" y="508889"/>
                </a:lnTo>
                <a:lnTo>
                  <a:pt x="170230" y="464642"/>
                </a:lnTo>
                <a:lnTo>
                  <a:pt x="141058" y="405879"/>
                </a:lnTo>
                <a:lnTo>
                  <a:pt x="131419" y="339331"/>
                </a:lnTo>
                <a:lnTo>
                  <a:pt x="133794" y="306920"/>
                </a:lnTo>
                <a:lnTo>
                  <a:pt x="133794" y="305803"/>
                </a:lnTo>
                <a:lnTo>
                  <a:pt x="153530" y="239649"/>
                </a:lnTo>
                <a:lnTo>
                  <a:pt x="192595" y="183108"/>
                </a:lnTo>
                <a:lnTo>
                  <a:pt x="251066" y="142354"/>
                </a:lnTo>
                <a:lnTo>
                  <a:pt x="287566" y="129997"/>
                </a:lnTo>
                <a:lnTo>
                  <a:pt x="328917" y="124129"/>
                </a:lnTo>
                <a:lnTo>
                  <a:pt x="370484" y="129755"/>
                </a:lnTo>
                <a:lnTo>
                  <a:pt x="407162" y="141414"/>
                </a:lnTo>
                <a:lnTo>
                  <a:pt x="465848" y="179832"/>
                </a:lnTo>
                <a:lnTo>
                  <a:pt x="504977" y="233324"/>
                </a:lnTo>
                <a:lnTo>
                  <a:pt x="524535" y="295884"/>
                </a:lnTo>
                <a:lnTo>
                  <a:pt x="526973" y="328676"/>
                </a:lnTo>
                <a:lnTo>
                  <a:pt x="526973" y="71056"/>
                </a:lnTo>
                <a:lnTo>
                  <a:pt x="464591" y="33883"/>
                </a:lnTo>
                <a:lnTo>
                  <a:pt x="420814" y="16954"/>
                </a:lnTo>
                <a:lnTo>
                  <a:pt x="375335" y="5549"/>
                </a:lnTo>
                <a:lnTo>
                  <a:pt x="328917" y="0"/>
                </a:lnTo>
                <a:lnTo>
                  <a:pt x="279539" y="5702"/>
                </a:lnTo>
                <a:lnTo>
                  <a:pt x="233121" y="17183"/>
                </a:lnTo>
                <a:lnTo>
                  <a:pt x="189953" y="34137"/>
                </a:lnTo>
                <a:lnTo>
                  <a:pt x="150380" y="56222"/>
                </a:lnTo>
                <a:lnTo>
                  <a:pt x="131419" y="70535"/>
                </a:lnTo>
                <a:lnTo>
                  <a:pt x="114693" y="83159"/>
                </a:lnTo>
                <a:lnTo>
                  <a:pt x="83210" y="114617"/>
                </a:lnTo>
                <a:lnTo>
                  <a:pt x="56261" y="150266"/>
                </a:lnTo>
                <a:lnTo>
                  <a:pt x="34150" y="189826"/>
                </a:lnTo>
                <a:lnTo>
                  <a:pt x="17195" y="232956"/>
                </a:lnTo>
                <a:lnTo>
                  <a:pt x="5702" y="279336"/>
                </a:lnTo>
                <a:lnTo>
                  <a:pt x="0" y="328688"/>
                </a:lnTo>
                <a:lnTo>
                  <a:pt x="1562" y="377952"/>
                </a:lnTo>
                <a:lnTo>
                  <a:pt x="11163" y="424319"/>
                </a:lnTo>
                <a:lnTo>
                  <a:pt x="28016" y="467487"/>
                </a:lnTo>
                <a:lnTo>
                  <a:pt x="51308" y="507111"/>
                </a:lnTo>
                <a:lnTo>
                  <a:pt x="80276" y="542848"/>
                </a:lnTo>
                <a:lnTo>
                  <a:pt x="114122" y="574382"/>
                </a:lnTo>
                <a:lnTo>
                  <a:pt x="152057" y="601383"/>
                </a:lnTo>
                <a:lnTo>
                  <a:pt x="193294" y="623519"/>
                </a:lnTo>
                <a:lnTo>
                  <a:pt x="237032" y="640461"/>
                </a:lnTo>
                <a:lnTo>
                  <a:pt x="282511" y="651865"/>
                </a:lnTo>
                <a:lnTo>
                  <a:pt x="328917" y="657415"/>
                </a:lnTo>
                <a:lnTo>
                  <a:pt x="378193" y="655866"/>
                </a:lnTo>
                <a:lnTo>
                  <a:pt x="424599" y="646277"/>
                </a:lnTo>
                <a:lnTo>
                  <a:pt x="467791" y="629462"/>
                </a:lnTo>
                <a:lnTo>
                  <a:pt x="507428" y="606171"/>
                </a:lnTo>
                <a:lnTo>
                  <a:pt x="543191" y="577227"/>
                </a:lnTo>
                <a:lnTo>
                  <a:pt x="574751" y="543407"/>
                </a:lnTo>
                <a:lnTo>
                  <a:pt x="601776" y="505485"/>
                </a:lnTo>
                <a:lnTo>
                  <a:pt x="623925" y="464273"/>
                </a:lnTo>
                <a:lnTo>
                  <a:pt x="640867" y="420535"/>
                </a:lnTo>
                <a:lnTo>
                  <a:pt x="652284" y="375081"/>
                </a:lnTo>
                <a:lnTo>
                  <a:pt x="657834" y="328688"/>
                </a:lnTo>
                <a:close/>
              </a:path>
              <a:path w="1609089" h="1780540">
                <a:moveTo>
                  <a:pt x="927849" y="885761"/>
                </a:moveTo>
                <a:lnTo>
                  <a:pt x="921194" y="856068"/>
                </a:lnTo>
                <a:lnTo>
                  <a:pt x="901179" y="833640"/>
                </a:lnTo>
                <a:lnTo>
                  <a:pt x="867765" y="825385"/>
                </a:lnTo>
                <a:lnTo>
                  <a:pt x="817918" y="831430"/>
                </a:lnTo>
                <a:lnTo>
                  <a:pt x="771804" y="846264"/>
                </a:lnTo>
                <a:lnTo>
                  <a:pt x="730262" y="869022"/>
                </a:lnTo>
                <a:lnTo>
                  <a:pt x="694143" y="898880"/>
                </a:lnTo>
                <a:lnTo>
                  <a:pt x="664260" y="934986"/>
                </a:lnTo>
                <a:lnTo>
                  <a:pt x="641489" y="976490"/>
                </a:lnTo>
                <a:lnTo>
                  <a:pt x="626643" y="1022565"/>
                </a:lnTo>
                <a:lnTo>
                  <a:pt x="620572" y="1072362"/>
                </a:lnTo>
                <a:lnTo>
                  <a:pt x="628840" y="1105725"/>
                </a:lnTo>
                <a:lnTo>
                  <a:pt x="651281" y="1125728"/>
                </a:lnTo>
                <a:lnTo>
                  <a:pt x="680999" y="1132370"/>
                </a:lnTo>
                <a:lnTo>
                  <a:pt x="711098" y="1125677"/>
                </a:lnTo>
                <a:lnTo>
                  <a:pt x="734656" y="1105674"/>
                </a:lnTo>
                <a:lnTo>
                  <a:pt x="744791" y="1072362"/>
                </a:lnTo>
                <a:lnTo>
                  <a:pt x="755192" y="1024509"/>
                </a:lnTo>
                <a:lnTo>
                  <a:pt x="781304" y="985926"/>
                </a:lnTo>
                <a:lnTo>
                  <a:pt x="819899" y="959840"/>
                </a:lnTo>
                <a:lnTo>
                  <a:pt x="867765" y="949502"/>
                </a:lnTo>
                <a:lnTo>
                  <a:pt x="901103" y="939380"/>
                </a:lnTo>
                <a:lnTo>
                  <a:pt x="921143" y="915835"/>
                </a:lnTo>
                <a:lnTo>
                  <a:pt x="927849" y="885761"/>
                </a:lnTo>
                <a:close/>
              </a:path>
              <a:path w="1609089" h="1780540">
                <a:moveTo>
                  <a:pt x="1608823" y="1192720"/>
                </a:moveTo>
                <a:lnTo>
                  <a:pt x="1608226" y="1144231"/>
                </a:lnTo>
                <a:lnTo>
                  <a:pt x="1603375" y="1097038"/>
                </a:lnTo>
                <a:lnTo>
                  <a:pt x="1594472" y="1051229"/>
                </a:lnTo>
                <a:lnTo>
                  <a:pt x="1581721" y="1006957"/>
                </a:lnTo>
                <a:lnTo>
                  <a:pt x="1565325" y="964323"/>
                </a:lnTo>
                <a:lnTo>
                  <a:pt x="1545501" y="923455"/>
                </a:lnTo>
                <a:lnTo>
                  <a:pt x="1522425" y="884491"/>
                </a:lnTo>
                <a:lnTo>
                  <a:pt x="1496326" y="847521"/>
                </a:lnTo>
                <a:lnTo>
                  <a:pt x="1484604" y="833412"/>
                </a:lnTo>
                <a:lnTo>
                  <a:pt x="1484604" y="1192720"/>
                </a:lnTo>
                <a:lnTo>
                  <a:pt x="1483499" y="1240472"/>
                </a:lnTo>
                <a:lnTo>
                  <a:pt x="1477225" y="1286573"/>
                </a:lnTo>
                <a:lnTo>
                  <a:pt x="1466088" y="1330858"/>
                </a:lnTo>
                <a:lnTo>
                  <a:pt x="1450390" y="1373124"/>
                </a:lnTo>
                <a:lnTo>
                  <a:pt x="1430464" y="1413205"/>
                </a:lnTo>
                <a:lnTo>
                  <a:pt x="1406626" y="1450886"/>
                </a:lnTo>
                <a:lnTo>
                  <a:pt x="1379169" y="1486001"/>
                </a:lnTo>
                <a:lnTo>
                  <a:pt x="1348409" y="1518373"/>
                </a:lnTo>
                <a:lnTo>
                  <a:pt x="1314665" y="1547799"/>
                </a:lnTo>
                <a:lnTo>
                  <a:pt x="1278242" y="1574101"/>
                </a:lnTo>
                <a:lnTo>
                  <a:pt x="1239456" y="1597101"/>
                </a:lnTo>
                <a:lnTo>
                  <a:pt x="1198626" y="1616595"/>
                </a:lnTo>
                <a:lnTo>
                  <a:pt x="1156055" y="1632419"/>
                </a:lnTo>
                <a:lnTo>
                  <a:pt x="1112062" y="1644370"/>
                </a:lnTo>
                <a:lnTo>
                  <a:pt x="1066952" y="1652282"/>
                </a:lnTo>
                <a:lnTo>
                  <a:pt x="1021041" y="1655953"/>
                </a:lnTo>
                <a:lnTo>
                  <a:pt x="973264" y="1654822"/>
                </a:lnTo>
                <a:lnTo>
                  <a:pt x="972527" y="1654721"/>
                </a:lnTo>
                <a:lnTo>
                  <a:pt x="927125" y="1648536"/>
                </a:lnTo>
                <a:lnTo>
                  <a:pt x="882815" y="1637385"/>
                </a:lnTo>
                <a:lnTo>
                  <a:pt x="840524" y="1621701"/>
                </a:lnTo>
                <a:lnTo>
                  <a:pt x="800417" y="1601774"/>
                </a:lnTo>
                <a:lnTo>
                  <a:pt x="762698" y="1577936"/>
                </a:lnTo>
                <a:lnTo>
                  <a:pt x="727557" y="1550492"/>
                </a:lnTo>
                <a:lnTo>
                  <a:pt x="695159" y="1519745"/>
                </a:lnTo>
                <a:lnTo>
                  <a:pt x="665708" y="1486027"/>
                </a:lnTo>
                <a:lnTo>
                  <a:pt x="639381" y="1449641"/>
                </a:lnTo>
                <a:lnTo>
                  <a:pt x="616369" y="1410893"/>
                </a:lnTo>
                <a:lnTo>
                  <a:pt x="596861" y="1370101"/>
                </a:lnTo>
                <a:lnTo>
                  <a:pt x="581025" y="1327569"/>
                </a:lnTo>
                <a:lnTo>
                  <a:pt x="569061" y="1283627"/>
                </a:lnTo>
                <a:lnTo>
                  <a:pt x="561149" y="1238567"/>
                </a:lnTo>
                <a:lnTo>
                  <a:pt x="557466" y="1192720"/>
                </a:lnTo>
                <a:lnTo>
                  <a:pt x="558622" y="1144981"/>
                </a:lnTo>
                <a:lnTo>
                  <a:pt x="564934" y="1098880"/>
                </a:lnTo>
                <a:lnTo>
                  <a:pt x="576110" y="1054620"/>
                </a:lnTo>
                <a:lnTo>
                  <a:pt x="591820" y="1012355"/>
                </a:lnTo>
                <a:lnTo>
                  <a:pt x="611771" y="972299"/>
                </a:lnTo>
                <a:lnTo>
                  <a:pt x="635635" y="934618"/>
                </a:lnTo>
                <a:lnTo>
                  <a:pt x="663092" y="899502"/>
                </a:lnTo>
                <a:lnTo>
                  <a:pt x="693864" y="867143"/>
                </a:lnTo>
                <a:lnTo>
                  <a:pt x="727557" y="837755"/>
                </a:lnTo>
                <a:lnTo>
                  <a:pt x="764006" y="811415"/>
                </a:lnTo>
                <a:lnTo>
                  <a:pt x="802779" y="788428"/>
                </a:lnTo>
                <a:lnTo>
                  <a:pt x="843597" y="768934"/>
                </a:lnTo>
                <a:lnTo>
                  <a:pt x="886142" y="753110"/>
                </a:lnTo>
                <a:lnTo>
                  <a:pt x="930097" y="741159"/>
                </a:lnTo>
                <a:lnTo>
                  <a:pt x="975169" y="733247"/>
                </a:lnTo>
                <a:lnTo>
                  <a:pt x="1021041" y="729576"/>
                </a:lnTo>
                <a:lnTo>
                  <a:pt x="1068857" y="733310"/>
                </a:lnTo>
                <a:lnTo>
                  <a:pt x="1069555" y="733437"/>
                </a:lnTo>
                <a:lnTo>
                  <a:pt x="1115009" y="741260"/>
                </a:lnTo>
                <a:lnTo>
                  <a:pt x="1159319" y="753237"/>
                </a:lnTo>
                <a:lnTo>
                  <a:pt x="1201597" y="769061"/>
                </a:lnTo>
                <a:lnTo>
                  <a:pt x="1241666" y="788568"/>
                </a:lnTo>
                <a:lnTo>
                  <a:pt x="1279359" y="811542"/>
                </a:lnTo>
                <a:lnTo>
                  <a:pt x="1314462" y="837819"/>
                </a:lnTo>
                <a:lnTo>
                  <a:pt x="1346822" y="867219"/>
                </a:lnTo>
                <a:lnTo>
                  <a:pt x="1376235" y="899553"/>
                </a:lnTo>
                <a:lnTo>
                  <a:pt x="1402537" y="934631"/>
                </a:lnTo>
                <a:lnTo>
                  <a:pt x="1425536" y="972286"/>
                </a:lnTo>
                <a:lnTo>
                  <a:pt x="1445044" y="1012329"/>
                </a:lnTo>
                <a:lnTo>
                  <a:pt x="1460893" y="1054582"/>
                </a:lnTo>
                <a:lnTo>
                  <a:pt x="1472895" y="1098842"/>
                </a:lnTo>
                <a:lnTo>
                  <a:pt x="1480858" y="1144955"/>
                </a:lnTo>
                <a:lnTo>
                  <a:pt x="1484604" y="1192720"/>
                </a:lnTo>
                <a:lnTo>
                  <a:pt x="1484604" y="833412"/>
                </a:lnTo>
                <a:lnTo>
                  <a:pt x="1435849" y="780135"/>
                </a:lnTo>
                <a:lnTo>
                  <a:pt x="1401889" y="749935"/>
                </a:lnTo>
                <a:lnTo>
                  <a:pt x="1365707" y="722249"/>
                </a:lnTo>
                <a:lnTo>
                  <a:pt x="1327505" y="697191"/>
                </a:lnTo>
                <a:lnTo>
                  <a:pt x="1287513" y="674865"/>
                </a:lnTo>
                <a:lnTo>
                  <a:pt x="1245908" y="655408"/>
                </a:lnTo>
                <a:lnTo>
                  <a:pt x="1202918" y="638949"/>
                </a:lnTo>
                <a:lnTo>
                  <a:pt x="1158722" y="625602"/>
                </a:lnTo>
                <a:lnTo>
                  <a:pt x="1113548" y="615492"/>
                </a:lnTo>
                <a:lnTo>
                  <a:pt x="1081125" y="610730"/>
                </a:lnTo>
                <a:lnTo>
                  <a:pt x="1067587" y="608736"/>
                </a:lnTo>
                <a:lnTo>
                  <a:pt x="1066952" y="608685"/>
                </a:lnTo>
                <a:lnTo>
                  <a:pt x="1021041" y="605459"/>
                </a:lnTo>
                <a:lnTo>
                  <a:pt x="972527" y="608812"/>
                </a:lnTo>
                <a:lnTo>
                  <a:pt x="961136" y="610463"/>
                </a:lnTo>
                <a:lnTo>
                  <a:pt x="925309" y="615632"/>
                </a:lnTo>
                <a:lnTo>
                  <a:pt x="879487" y="625792"/>
                </a:lnTo>
                <a:lnTo>
                  <a:pt x="835202" y="639178"/>
                </a:lnTo>
                <a:lnTo>
                  <a:pt x="792568" y="655650"/>
                </a:lnTo>
                <a:lnTo>
                  <a:pt x="751700" y="675106"/>
                </a:lnTo>
                <a:lnTo>
                  <a:pt x="712724" y="697420"/>
                </a:lnTo>
                <a:lnTo>
                  <a:pt x="675767" y="722477"/>
                </a:lnTo>
                <a:lnTo>
                  <a:pt x="640943" y="750150"/>
                </a:lnTo>
                <a:lnTo>
                  <a:pt x="608368" y="780313"/>
                </a:lnTo>
                <a:lnTo>
                  <a:pt x="578167" y="812863"/>
                </a:lnTo>
                <a:lnTo>
                  <a:pt x="550468" y="847661"/>
                </a:lnTo>
                <a:lnTo>
                  <a:pt x="525386" y="884580"/>
                </a:lnTo>
                <a:lnTo>
                  <a:pt x="503047" y="923531"/>
                </a:lnTo>
                <a:lnTo>
                  <a:pt x="483565" y="964361"/>
                </a:lnTo>
                <a:lnTo>
                  <a:pt x="467055" y="1006970"/>
                </a:lnTo>
                <a:lnTo>
                  <a:pt x="453656" y="1051229"/>
                </a:lnTo>
                <a:lnTo>
                  <a:pt x="443471" y="1097026"/>
                </a:lnTo>
                <a:lnTo>
                  <a:pt x="436638" y="1144219"/>
                </a:lnTo>
                <a:lnTo>
                  <a:pt x="433260" y="1192720"/>
                </a:lnTo>
                <a:lnTo>
                  <a:pt x="433882" y="1241196"/>
                </a:lnTo>
                <a:lnTo>
                  <a:pt x="438772" y="1288402"/>
                </a:lnTo>
                <a:lnTo>
                  <a:pt x="447700" y="1334198"/>
                </a:lnTo>
                <a:lnTo>
                  <a:pt x="460476" y="1378470"/>
                </a:lnTo>
                <a:lnTo>
                  <a:pt x="476885" y="1421104"/>
                </a:lnTo>
                <a:lnTo>
                  <a:pt x="496735" y="1461973"/>
                </a:lnTo>
                <a:lnTo>
                  <a:pt x="519823" y="1500949"/>
                </a:lnTo>
                <a:lnTo>
                  <a:pt x="545934" y="1537906"/>
                </a:lnTo>
                <a:lnTo>
                  <a:pt x="574865" y="1572742"/>
                </a:lnTo>
                <a:lnTo>
                  <a:pt x="606412" y="1605305"/>
                </a:lnTo>
                <a:lnTo>
                  <a:pt x="640384" y="1635506"/>
                </a:lnTo>
                <a:lnTo>
                  <a:pt x="676554" y="1663204"/>
                </a:lnTo>
                <a:lnTo>
                  <a:pt x="714743" y="1688274"/>
                </a:lnTo>
                <a:lnTo>
                  <a:pt x="754722" y="1710601"/>
                </a:lnTo>
                <a:lnTo>
                  <a:pt x="796302" y="1730057"/>
                </a:lnTo>
                <a:lnTo>
                  <a:pt x="839279" y="1746529"/>
                </a:lnTo>
                <a:lnTo>
                  <a:pt x="883450" y="1759889"/>
                </a:lnTo>
                <a:lnTo>
                  <a:pt x="928598" y="1770011"/>
                </a:lnTo>
                <a:lnTo>
                  <a:pt x="974534" y="1776780"/>
                </a:lnTo>
                <a:lnTo>
                  <a:pt x="1021041" y="1780070"/>
                </a:lnTo>
                <a:lnTo>
                  <a:pt x="1069555" y="1779460"/>
                </a:lnTo>
                <a:lnTo>
                  <a:pt x="1116787" y="1774609"/>
                </a:lnTo>
                <a:lnTo>
                  <a:pt x="1162621" y="1765693"/>
                </a:lnTo>
                <a:lnTo>
                  <a:pt x="1206919" y="1752955"/>
                </a:lnTo>
                <a:lnTo>
                  <a:pt x="1249578" y="1736559"/>
                </a:lnTo>
                <a:lnTo>
                  <a:pt x="1290472" y="1716735"/>
                </a:lnTo>
                <a:lnTo>
                  <a:pt x="1329474" y="1693684"/>
                </a:lnTo>
                <a:lnTo>
                  <a:pt x="1366456" y="1667598"/>
                </a:lnTo>
                <a:lnTo>
                  <a:pt x="1401305" y="1638693"/>
                </a:lnTo>
                <a:lnTo>
                  <a:pt x="1433893" y="1607159"/>
                </a:lnTo>
                <a:lnTo>
                  <a:pt x="1464106" y="1573225"/>
                </a:lnTo>
                <a:lnTo>
                  <a:pt x="1491818" y="1537068"/>
                </a:lnTo>
                <a:lnTo>
                  <a:pt x="1516913" y="1498904"/>
                </a:lnTo>
                <a:lnTo>
                  <a:pt x="1539252" y="1458950"/>
                </a:lnTo>
                <a:lnTo>
                  <a:pt x="1558734" y="1417383"/>
                </a:lnTo>
                <a:lnTo>
                  <a:pt x="1575219" y="1374419"/>
                </a:lnTo>
                <a:lnTo>
                  <a:pt x="1588592" y="1330274"/>
                </a:lnTo>
                <a:lnTo>
                  <a:pt x="1598726" y="1285138"/>
                </a:lnTo>
                <a:lnTo>
                  <a:pt x="1605508" y="1239215"/>
                </a:lnTo>
                <a:lnTo>
                  <a:pt x="1608823" y="1192720"/>
                </a:lnTo>
                <a:close/>
              </a:path>
            </a:pathLst>
          </a:custGeom>
          <a:solidFill>
            <a:srgbClr val="AAC7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2425836" y="9533857"/>
            <a:ext cx="658495" cy="657860"/>
          </a:xfrm>
          <a:custGeom>
            <a:avLst/>
            <a:gdLst/>
            <a:ahLst/>
            <a:cxnLst/>
            <a:rect l="l" t="t" r="r" b="b"/>
            <a:pathLst>
              <a:path w="658494" h="657859">
                <a:moveTo>
                  <a:pt x="658086" y="328731"/>
                </a:moveTo>
                <a:lnTo>
                  <a:pt x="652480" y="375126"/>
                </a:lnTo>
                <a:lnTo>
                  <a:pt x="641030" y="420583"/>
                </a:lnTo>
                <a:lnTo>
                  <a:pt x="624061" y="464315"/>
                </a:lnTo>
                <a:lnTo>
                  <a:pt x="601902" y="505533"/>
                </a:lnTo>
                <a:lnTo>
                  <a:pt x="574880" y="543449"/>
                </a:lnTo>
                <a:lnTo>
                  <a:pt x="543320" y="577274"/>
                </a:lnTo>
                <a:lnTo>
                  <a:pt x="507551" y="606221"/>
                </a:lnTo>
                <a:lnTo>
                  <a:pt x="467900" y="629502"/>
                </a:lnTo>
                <a:lnTo>
                  <a:pt x="424692" y="646328"/>
                </a:lnTo>
                <a:lnTo>
                  <a:pt x="378256" y="655911"/>
                </a:lnTo>
                <a:lnTo>
                  <a:pt x="328919" y="657462"/>
                </a:lnTo>
                <a:lnTo>
                  <a:pt x="282510" y="651911"/>
                </a:lnTo>
                <a:lnTo>
                  <a:pt x="237037" y="640502"/>
                </a:lnTo>
                <a:lnTo>
                  <a:pt x="193289" y="623566"/>
                </a:lnTo>
                <a:lnTo>
                  <a:pt x="152054" y="601432"/>
                </a:lnTo>
                <a:lnTo>
                  <a:pt x="114121" y="574432"/>
                </a:lnTo>
                <a:lnTo>
                  <a:pt x="80277" y="542895"/>
                </a:lnTo>
                <a:lnTo>
                  <a:pt x="51311" y="507152"/>
                </a:lnTo>
                <a:lnTo>
                  <a:pt x="28012" y="467534"/>
                </a:lnTo>
                <a:lnTo>
                  <a:pt x="11169" y="424371"/>
                </a:lnTo>
                <a:lnTo>
                  <a:pt x="1568" y="377993"/>
                </a:lnTo>
                <a:lnTo>
                  <a:pt x="0" y="328731"/>
                </a:lnTo>
                <a:lnTo>
                  <a:pt x="5706" y="279379"/>
                </a:lnTo>
                <a:lnTo>
                  <a:pt x="17196" y="232979"/>
                </a:lnTo>
                <a:lnTo>
                  <a:pt x="34154" y="189846"/>
                </a:lnTo>
                <a:lnTo>
                  <a:pt x="56266" y="150293"/>
                </a:lnTo>
                <a:lnTo>
                  <a:pt x="83217" y="114634"/>
                </a:lnTo>
                <a:lnTo>
                  <a:pt x="114692" y="83181"/>
                </a:lnTo>
                <a:lnTo>
                  <a:pt x="131418" y="70558"/>
                </a:lnTo>
                <a:lnTo>
                  <a:pt x="131418" y="339313"/>
                </a:lnTo>
                <a:lnTo>
                  <a:pt x="133795" y="373148"/>
                </a:lnTo>
                <a:lnTo>
                  <a:pt x="153197" y="436664"/>
                </a:lnTo>
                <a:lnTo>
                  <a:pt x="192160" y="489028"/>
                </a:lnTo>
                <a:lnTo>
                  <a:pt x="250722" y="523498"/>
                </a:lnTo>
                <a:lnTo>
                  <a:pt x="328919" y="533338"/>
                </a:lnTo>
                <a:lnTo>
                  <a:pt x="370487" y="527695"/>
                </a:lnTo>
                <a:lnTo>
                  <a:pt x="407165" y="516017"/>
                </a:lnTo>
                <a:lnTo>
                  <a:pt x="465849" y="477579"/>
                </a:lnTo>
                <a:lnTo>
                  <a:pt x="504972" y="424057"/>
                </a:lnTo>
                <a:lnTo>
                  <a:pt x="524533" y="361486"/>
                </a:lnTo>
                <a:lnTo>
                  <a:pt x="526978" y="328694"/>
                </a:lnTo>
                <a:lnTo>
                  <a:pt x="526978" y="70910"/>
                </a:lnTo>
                <a:lnTo>
                  <a:pt x="543925" y="82963"/>
                </a:lnTo>
                <a:lnTo>
                  <a:pt x="577786" y="114501"/>
                </a:lnTo>
                <a:lnTo>
                  <a:pt x="606763" y="150249"/>
                </a:lnTo>
                <a:lnTo>
                  <a:pt x="630069" y="189877"/>
                </a:lnTo>
                <a:lnTo>
                  <a:pt x="646916" y="233054"/>
                </a:lnTo>
                <a:lnTo>
                  <a:pt x="656518" y="279449"/>
                </a:lnTo>
                <a:lnTo>
                  <a:pt x="658086" y="328731"/>
                </a:lnTo>
                <a:close/>
              </a:path>
              <a:path w="658494" h="657859">
                <a:moveTo>
                  <a:pt x="328919" y="124124"/>
                </a:moveTo>
                <a:lnTo>
                  <a:pt x="287572" y="129985"/>
                </a:lnTo>
                <a:lnTo>
                  <a:pt x="251066" y="142324"/>
                </a:lnTo>
                <a:lnTo>
                  <a:pt x="192590" y="183066"/>
                </a:lnTo>
                <a:lnTo>
                  <a:pt x="153528" y="239610"/>
                </a:lnTo>
                <a:lnTo>
                  <a:pt x="133795" y="305774"/>
                </a:lnTo>
                <a:lnTo>
                  <a:pt x="133795" y="306890"/>
                </a:lnTo>
                <a:lnTo>
                  <a:pt x="131418" y="339313"/>
                </a:lnTo>
                <a:lnTo>
                  <a:pt x="131418" y="70558"/>
                </a:lnTo>
                <a:lnTo>
                  <a:pt x="150377" y="56249"/>
                </a:lnTo>
                <a:lnTo>
                  <a:pt x="189956" y="34152"/>
                </a:lnTo>
                <a:lnTo>
                  <a:pt x="233116" y="17202"/>
                </a:lnTo>
                <a:lnTo>
                  <a:pt x="269110" y="8295"/>
                </a:lnTo>
                <a:lnTo>
                  <a:pt x="269110" y="58785"/>
                </a:lnTo>
                <a:lnTo>
                  <a:pt x="275700" y="88532"/>
                </a:lnTo>
                <a:lnTo>
                  <a:pt x="275700" y="88897"/>
                </a:lnTo>
                <a:lnTo>
                  <a:pt x="295761" y="113109"/>
                </a:lnTo>
                <a:lnTo>
                  <a:pt x="328919" y="124124"/>
                </a:lnTo>
                <a:close/>
              </a:path>
              <a:path w="658494" h="657859">
                <a:moveTo>
                  <a:pt x="388914" y="58785"/>
                </a:moveTo>
                <a:lnTo>
                  <a:pt x="382193" y="89031"/>
                </a:lnTo>
                <a:lnTo>
                  <a:pt x="362181" y="113109"/>
                </a:lnTo>
                <a:lnTo>
                  <a:pt x="328919" y="124124"/>
                </a:lnTo>
                <a:lnTo>
                  <a:pt x="295761" y="113109"/>
                </a:lnTo>
                <a:lnTo>
                  <a:pt x="275700" y="88897"/>
                </a:lnTo>
                <a:lnTo>
                  <a:pt x="275700" y="88532"/>
                </a:lnTo>
                <a:lnTo>
                  <a:pt x="269110" y="58785"/>
                </a:lnTo>
                <a:lnTo>
                  <a:pt x="275700" y="29267"/>
                </a:lnTo>
                <a:lnTo>
                  <a:pt x="295622" y="7373"/>
                </a:lnTo>
                <a:lnTo>
                  <a:pt x="328919" y="0"/>
                </a:lnTo>
                <a:lnTo>
                  <a:pt x="362181" y="7343"/>
                </a:lnTo>
                <a:lnTo>
                  <a:pt x="362319" y="7373"/>
                </a:lnTo>
                <a:lnTo>
                  <a:pt x="382193" y="29146"/>
                </a:lnTo>
                <a:lnTo>
                  <a:pt x="382193" y="28774"/>
                </a:lnTo>
                <a:lnTo>
                  <a:pt x="388914" y="58785"/>
                </a:lnTo>
                <a:close/>
              </a:path>
              <a:path w="658494" h="657859">
                <a:moveTo>
                  <a:pt x="328919" y="0"/>
                </a:moveTo>
                <a:lnTo>
                  <a:pt x="295761" y="7343"/>
                </a:lnTo>
                <a:lnTo>
                  <a:pt x="295622" y="7373"/>
                </a:lnTo>
                <a:lnTo>
                  <a:pt x="275700" y="29267"/>
                </a:lnTo>
                <a:lnTo>
                  <a:pt x="269110" y="58785"/>
                </a:lnTo>
                <a:lnTo>
                  <a:pt x="269110" y="8295"/>
                </a:lnTo>
                <a:lnTo>
                  <a:pt x="279542" y="5713"/>
                </a:lnTo>
                <a:lnTo>
                  <a:pt x="328919" y="0"/>
                </a:lnTo>
                <a:close/>
              </a:path>
              <a:path w="658494" h="657859">
                <a:moveTo>
                  <a:pt x="526978" y="70910"/>
                </a:moveTo>
                <a:lnTo>
                  <a:pt x="526978" y="328694"/>
                </a:lnTo>
                <a:lnTo>
                  <a:pt x="524533" y="295902"/>
                </a:lnTo>
                <a:lnTo>
                  <a:pt x="517198" y="263866"/>
                </a:lnTo>
                <a:lnTo>
                  <a:pt x="487856" y="205076"/>
                </a:lnTo>
                <a:lnTo>
                  <a:pt x="438952" y="158360"/>
                </a:lnTo>
                <a:lnTo>
                  <a:pt x="370487" y="129752"/>
                </a:lnTo>
                <a:lnTo>
                  <a:pt x="328919" y="124124"/>
                </a:lnTo>
                <a:lnTo>
                  <a:pt x="362181" y="113109"/>
                </a:lnTo>
                <a:lnTo>
                  <a:pt x="382193" y="89031"/>
                </a:lnTo>
                <a:lnTo>
                  <a:pt x="388914" y="58785"/>
                </a:lnTo>
                <a:lnTo>
                  <a:pt x="388914" y="8910"/>
                </a:lnTo>
                <a:lnTo>
                  <a:pt x="420913" y="16917"/>
                </a:lnTo>
                <a:lnTo>
                  <a:pt x="464701" y="33840"/>
                </a:lnTo>
                <a:lnTo>
                  <a:pt x="505968" y="55966"/>
                </a:lnTo>
                <a:lnTo>
                  <a:pt x="526978" y="70910"/>
                </a:lnTo>
                <a:close/>
              </a:path>
              <a:path w="658494" h="657859">
                <a:moveTo>
                  <a:pt x="388914" y="8910"/>
                </a:moveTo>
                <a:lnTo>
                  <a:pt x="388914" y="58785"/>
                </a:lnTo>
                <a:lnTo>
                  <a:pt x="382193" y="28774"/>
                </a:lnTo>
                <a:lnTo>
                  <a:pt x="382193" y="29146"/>
                </a:lnTo>
                <a:lnTo>
                  <a:pt x="362319" y="7373"/>
                </a:lnTo>
                <a:lnTo>
                  <a:pt x="328919" y="0"/>
                </a:lnTo>
                <a:lnTo>
                  <a:pt x="375389" y="5526"/>
                </a:lnTo>
                <a:lnTo>
                  <a:pt x="388914" y="8910"/>
                </a:lnTo>
                <a:close/>
              </a:path>
            </a:pathLst>
          </a:custGeom>
          <a:solidFill>
            <a:srgbClr val="AAC7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492556" y="1757704"/>
            <a:ext cx="1879600" cy="1887220"/>
          </a:xfrm>
          <a:custGeom>
            <a:avLst/>
            <a:gdLst/>
            <a:ahLst/>
            <a:cxnLst/>
            <a:rect l="l" t="t" r="r" b="b"/>
            <a:pathLst>
              <a:path w="1879600" h="1887220">
                <a:moveTo>
                  <a:pt x="747001" y="429475"/>
                </a:moveTo>
                <a:lnTo>
                  <a:pt x="740346" y="399757"/>
                </a:lnTo>
                <a:lnTo>
                  <a:pt x="720318" y="377266"/>
                </a:lnTo>
                <a:lnTo>
                  <a:pt x="686904" y="368896"/>
                </a:lnTo>
                <a:lnTo>
                  <a:pt x="640080" y="372910"/>
                </a:lnTo>
                <a:lnTo>
                  <a:pt x="595198" y="382104"/>
                </a:lnTo>
                <a:lnTo>
                  <a:pt x="552564" y="396201"/>
                </a:lnTo>
                <a:lnTo>
                  <a:pt x="512457" y="414883"/>
                </a:lnTo>
                <a:lnTo>
                  <a:pt x="475183" y="437870"/>
                </a:lnTo>
                <a:lnTo>
                  <a:pt x="441032" y="464870"/>
                </a:lnTo>
                <a:lnTo>
                  <a:pt x="410298" y="495579"/>
                </a:lnTo>
                <a:lnTo>
                  <a:pt x="383286" y="529704"/>
                </a:lnTo>
                <a:lnTo>
                  <a:pt x="360273" y="566953"/>
                </a:lnTo>
                <a:lnTo>
                  <a:pt x="341579" y="607034"/>
                </a:lnTo>
                <a:lnTo>
                  <a:pt x="327482" y="649643"/>
                </a:lnTo>
                <a:lnTo>
                  <a:pt x="318274" y="694486"/>
                </a:lnTo>
                <a:lnTo>
                  <a:pt x="314261" y="741273"/>
                </a:lnTo>
                <a:lnTo>
                  <a:pt x="322529" y="774674"/>
                </a:lnTo>
                <a:lnTo>
                  <a:pt x="344982" y="794677"/>
                </a:lnTo>
                <a:lnTo>
                  <a:pt x="374700" y="801319"/>
                </a:lnTo>
                <a:lnTo>
                  <a:pt x="404787" y="794626"/>
                </a:lnTo>
                <a:lnTo>
                  <a:pt x="428345" y="774598"/>
                </a:lnTo>
                <a:lnTo>
                  <a:pt x="438480" y="741273"/>
                </a:lnTo>
                <a:lnTo>
                  <a:pt x="444550" y="691057"/>
                </a:lnTo>
                <a:lnTo>
                  <a:pt x="459409" y="644677"/>
                </a:lnTo>
                <a:lnTo>
                  <a:pt x="482231" y="602945"/>
                </a:lnTo>
                <a:lnTo>
                  <a:pt x="512203" y="566699"/>
                </a:lnTo>
                <a:lnTo>
                  <a:pt x="548474" y="536752"/>
                </a:lnTo>
                <a:lnTo>
                  <a:pt x="590232" y="513943"/>
                </a:lnTo>
                <a:lnTo>
                  <a:pt x="636651" y="499097"/>
                </a:lnTo>
                <a:lnTo>
                  <a:pt x="686904" y="493026"/>
                </a:lnTo>
                <a:lnTo>
                  <a:pt x="720255" y="483006"/>
                </a:lnTo>
                <a:lnTo>
                  <a:pt x="740295" y="459524"/>
                </a:lnTo>
                <a:lnTo>
                  <a:pt x="747001" y="429475"/>
                </a:lnTo>
                <a:close/>
              </a:path>
              <a:path w="1879600" h="1887220">
                <a:moveTo>
                  <a:pt x="1879600" y="846988"/>
                </a:moveTo>
                <a:lnTo>
                  <a:pt x="1866900" y="799896"/>
                </a:lnTo>
                <a:lnTo>
                  <a:pt x="1866900" y="753605"/>
                </a:lnTo>
                <a:lnTo>
                  <a:pt x="1828800" y="620052"/>
                </a:lnTo>
                <a:lnTo>
                  <a:pt x="1803400" y="577481"/>
                </a:lnTo>
                <a:lnTo>
                  <a:pt x="1790700" y="535990"/>
                </a:lnTo>
                <a:lnTo>
                  <a:pt x="1765300" y="495617"/>
                </a:lnTo>
                <a:lnTo>
                  <a:pt x="1752600" y="476008"/>
                </a:lnTo>
                <a:lnTo>
                  <a:pt x="1752600" y="847826"/>
                </a:lnTo>
                <a:lnTo>
                  <a:pt x="1752600" y="1085380"/>
                </a:lnTo>
                <a:lnTo>
                  <a:pt x="1714500" y="1218971"/>
                </a:lnTo>
                <a:lnTo>
                  <a:pt x="1689100" y="1261300"/>
                </a:lnTo>
                <a:lnTo>
                  <a:pt x="1676400" y="1302410"/>
                </a:lnTo>
                <a:lnTo>
                  <a:pt x="1651000" y="1342250"/>
                </a:lnTo>
                <a:lnTo>
                  <a:pt x="1625600" y="1380718"/>
                </a:lnTo>
                <a:lnTo>
                  <a:pt x="1600200" y="1417777"/>
                </a:lnTo>
                <a:lnTo>
                  <a:pt x="1574800" y="1453337"/>
                </a:lnTo>
                <a:lnTo>
                  <a:pt x="1549400" y="1487322"/>
                </a:lnTo>
                <a:lnTo>
                  <a:pt x="1511300" y="1519694"/>
                </a:lnTo>
                <a:lnTo>
                  <a:pt x="1485900" y="1550352"/>
                </a:lnTo>
                <a:lnTo>
                  <a:pt x="1447800" y="1579245"/>
                </a:lnTo>
                <a:lnTo>
                  <a:pt x="1409700" y="1606296"/>
                </a:lnTo>
                <a:lnTo>
                  <a:pt x="1371600" y="1631442"/>
                </a:lnTo>
                <a:lnTo>
                  <a:pt x="1333500" y="1654606"/>
                </a:lnTo>
                <a:lnTo>
                  <a:pt x="1295400" y="1675726"/>
                </a:lnTo>
                <a:lnTo>
                  <a:pt x="1257300" y="1694713"/>
                </a:lnTo>
                <a:lnTo>
                  <a:pt x="1206500" y="1711528"/>
                </a:lnTo>
                <a:lnTo>
                  <a:pt x="1168400" y="1726082"/>
                </a:lnTo>
                <a:lnTo>
                  <a:pt x="1117600" y="1738312"/>
                </a:lnTo>
                <a:lnTo>
                  <a:pt x="1079500" y="1748142"/>
                </a:lnTo>
                <a:lnTo>
                  <a:pt x="1028700" y="1755508"/>
                </a:lnTo>
                <a:lnTo>
                  <a:pt x="990600" y="1760347"/>
                </a:lnTo>
                <a:lnTo>
                  <a:pt x="939800" y="1762569"/>
                </a:lnTo>
                <a:lnTo>
                  <a:pt x="889000" y="1761998"/>
                </a:lnTo>
                <a:lnTo>
                  <a:pt x="838200" y="1758492"/>
                </a:lnTo>
                <a:lnTo>
                  <a:pt x="800100" y="1752130"/>
                </a:lnTo>
                <a:lnTo>
                  <a:pt x="749300" y="1743011"/>
                </a:lnTo>
                <a:lnTo>
                  <a:pt x="711200" y="1731238"/>
                </a:lnTo>
                <a:lnTo>
                  <a:pt x="660400" y="1716900"/>
                </a:lnTo>
                <a:lnTo>
                  <a:pt x="622300" y="1700098"/>
                </a:lnTo>
                <a:lnTo>
                  <a:pt x="584200" y="1680908"/>
                </a:lnTo>
                <a:lnTo>
                  <a:pt x="533400" y="1659445"/>
                </a:lnTo>
                <a:lnTo>
                  <a:pt x="495300" y="1635785"/>
                </a:lnTo>
                <a:lnTo>
                  <a:pt x="457200" y="1610042"/>
                </a:lnTo>
                <a:lnTo>
                  <a:pt x="431800" y="1582293"/>
                </a:lnTo>
                <a:lnTo>
                  <a:pt x="393700" y="1552638"/>
                </a:lnTo>
                <a:lnTo>
                  <a:pt x="355600" y="1521180"/>
                </a:lnTo>
                <a:lnTo>
                  <a:pt x="330200" y="1488008"/>
                </a:lnTo>
                <a:lnTo>
                  <a:pt x="304800" y="1453197"/>
                </a:lnTo>
                <a:lnTo>
                  <a:pt x="279400" y="1416875"/>
                </a:lnTo>
                <a:lnTo>
                  <a:pt x="254000" y="1379105"/>
                </a:lnTo>
                <a:lnTo>
                  <a:pt x="228600" y="1340002"/>
                </a:lnTo>
                <a:lnTo>
                  <a:pt x="203200" y="1299654"/>
                </a:lnTo>
                <a:lnTo>
                  <a:pt x="190500" y="1258163"/>
                </a:lnTo>
                <a:lnTo>
                  <a:pt x="165100" y="1215605"/>
                </a:lnTo>
                <a:lnTo>
                  <a:pt x="127000" y="1082535"/>
                </a:lnTo>
                <a:lnTo>
                  <a:pt x="127000" y="1036701"/>
                </a:lnTo>
                <a:lnTo>
                  <a:pt x="114300" y="990269"/>
                </a:lnTo>
                <a:lnTo>
                  <a:pt x="114300" y="895184"/>
                </a:lnTo>
                <a:lnTo>
                  <a:pt x="127000" y="847813"/>
                </a:lnTo>
                <a:lnTo>
                  <a:pt x="127000" y="801319"/>
                </a:lnTo>
                <a:lnTo>
                  <a:pt x="152400" y="711212"/>
                </a:lnTo>
                <a:lnTo>
                  <a:pt x="177800" y="625398"/>
                </a:lnTo>
                <a:lnTo>
                  <a:pt x="203200" y="584288"/>
                </a:lnTo>
                <a:lnTo>
                  <a:pt x="215900" y="544461"/>
                </a:lnTo>
                <a:lnTo>
                  <a:pt x="241300" y="505980"/>
                </a:lnTo>
                <a:lnTo>
                  <a:pt x="266700" y="468934"/>
                </a:lnTo>
                <a:lnTo>
                  <a:pt x="292100" y="433374"/>
                </a:lnTo>
                <a:lnTo>
                  <a:pt x="330200" y="399376"/>
                </a:lnTo>
                <a:lnTo>
                  <a:pt x="355600" y="367004"/>
                </a:lnTo>
                <a:lnTo>
                  <a:pt x="393700" y="336346"/>
                </a:lnTo>
                <a:lnTo>
                  <a:pt x="431800" y="307454"/>
                </a:lnTo>
                <a:lnTo>
                  <a:pt x="469900" y="280403"/>
                </a:lnTo>
                <a:lnTo>
                  <a:pt x="495300" y="255257"/>
                </a:lnTo>
                <a:lnTo>
                  <a:pt x="546100" y="232092"/>
                </a:lnTo>
                <a:lnTo>
                  <a:pt x="584200" y="210985"/>
                </a:lnTo>
                <a:lnTo>
                  <a:pt x="622300" y="191985"/>
                </a:lnTo>
                <a:lnTo>
                  <a:pt x="660400" y="175171"/>
                </a:lnTo>
                <a:lnTo>
                  <a:pt x="711200" y="160616"/>
                </a:lnTo>
                <a:lnTo>
                  <a:pt x="749300" y="148386"/>
                </a:lnTo>
                <a:lnTo>
                  <a:pt x="838200" y="131191"/>
                </a:lnTo>
                <a:lnTo>
                  <a:pt x="889000" y="126352"/>
                </a:lnTo>
                <a:lnTo>
                  <a:pt x="939800" y="124129"/>
                </a:lnTo>
                <a:lnTo>
                  <a:pt x="990600" y="126377"/>
                </a:lnTo>
                <a:lnTo>
                  <a:pt x="1028700" y="131241"/>
                </a:lnTo>
                <a:lnTo>
                  <a:pt x="1079500" y="138620"/>
                </a:lnTo>
                <a:lnTo>
                  <a:pt x="1130300" y="148463"/>
                </a:lnTo>
                <a:lnTo>
                  <a:pt x="1168400" y="160705"/>
                </a:lnTo>
                <a:lnTo>
                  <a:pt x="1219200" y="175272"/>
                </a:lnTo>
                <a:lnTo>
                  <a:pt x="1257300" y="192087"/>
                </a:lnTo>
                <a:lnTo>
                  <a:pt x="1295400" y="211086"/>
                </a:lnTo>
                <a:lnTo>
                  <a:pt x="1333500" y="232206"/>
                </a:lnTo>
                <a:lnTo>
                  <a:pt x="1371600" y="255371"/>
                </a:lnTo>
                <a:lnTo>
                  <a:pt x="1409700" y="280504"/>
                </a:lnTo>
                <a:lnTo>
                  <a:pt x="1447800" y="307555"/>
                </a:lnTo>
                <a:lnTo>
                  <a:pt x="1485900" y="336448"/>
                </a:lnTo>
                <a:lnTo>
                  <a:pt x="1511300" y="367106"/>
                </a:lnTo>
                <a:lnTo>
                  <a:pt x="1549400" y="399465"/>
                </a:lnTo>
                <a:lnTo>
                  <a:pt x="1574800" y="433451"/>
                </a:lnTo>
                <a:lnTo>
                  <a:pt x="1600200" y="468998"/>
                </a:lnTo>
                <a:lnTo>
                  <a:pt x="1625600" y="506044"/>
                </a:lnTo>
                <a:lnTo>
                  <a:pt x="1651000" y="544512"/>
                </a:lnTo>
                <a:lnTo>
                  <a:pt x="1676400" y="584327"/>
                </a:lnTo>
                <a:lnTo>
                  <a:pt x="1701800" y="667753"/>
                </a:lnTo>
                <a:lnTo>
                  <a:pt x="1727200" y="711225"/>
                </a:lnTo>
                <a:lnTo>
                  <a:pt x="1727200" y="755777"/>
                </a:lnTo>
                <a:lnTo>
                  <a:pt x="1752600" y="847826"/>
                </a:lnTo>
                <a:lnTo>
                  <a:pt x="1752600" y="476008"/>
                </a:lnTo>
                <a:lnTo>
                  <a:pt x="1739900" y="456412"/>
                </a:lnTo>
                <a:lnTo>
                  <a:pt x="1727200" y="418439"/>
                </a:lnTo>
                <a:lnTo>
                  <a:pt x="1689100" y="381749"/>
                </a:lnTo>
                <a:lnTo>
                  <a:pt x="1663700" y="346392"/>
                </a:lnTo>
                <a:lnTo>
                  <a:pt x="1638300" y="312420"/>
                </a:lnTo>
                <a:lnTo>
                  <a:pt x="1600200" y="279908"/>
                </a:lnTo>
                <a:lnTo>
                  <a:pt x="1574800" y="248881"/>
                </a:lnTo>
                <a:lnTo>
                  <a:pt x="1536700" y="219417"/>
                </a:lnTo>
                <a:lnTo>
                  <a:pt x="1498600" y="191554"/>
                </a:lnTo>
                <a:lnTo>
                  <a:pt x="1460500" y="165341"/>
                </a:lnTo>
                <a:lnTo>
                  <a:pt x="1422400" y="140855"/>
                </a:lnTo>
                <a:lnTo>
                  <a:pt x="1384300" y="118135"/>
                </a:lnTo>
                <a:lnTo>
                  <a:pt x="1346200" y="97231"/>
                </a:lnTo>
                <a:lnTo>
                  <a:pt x="1295400" y="78206"/>
                </a:lnTo>
                <a:lnTo>
                  <a:pt x="1257300" y="61112"/>
                </a:lnTo>
                <a:lnTo>
                  <a:pt x="1219200" y="45999"/>
                </a:lnTo>
                <a:lnTo>
                  <a:pt x="1168400" y="32931"/>
                </a:lnTo>
                <a:lnTo>
                  <a:pt x="1130300" y="21945"/>
                </a:lnTo>
                <a:lnTo>
                  <a:pt x="1079500" y="13106"/>
                </a:lnTo>
                <a:lnTo>
                  <a:pt x="1028700" y="6464"/>
                </a:lnTo>
                <a:lnTo>
                  <a:pt x="1003300" y="3543"/>
                </a:lnTo>
                <a:lnTo>
                  <a:pt x="990600" y="2082"/>
                </a:lnTo>
                <a:lnTo>
                  <a:pt x="939800" y="0"/>
                </a:lnTo>
                <a:lnTo>
                  <a:pt x="889000" y="2108"/>
                </a:lnTo>
                <a:lnTo>
                  <a:pt x="876300" y="3213"/>
                </a:lnTo>
                <a:lnTo>
                  <a:pt x="838200" y="6515"/>
                </a:lnTo>
                <a:lnTo>
                  <a:pt x="749300" y="22021"/>
                </a:lnTo>
                <a:lnTo>
                  <a:pt x="698500" y="33007"/>
                </a:lnTo>
                <a:lnTo>
                  <a:pt x="660400" y="46101"/>
                </a:lnTo>
                <a:lnTo>
                  <a:pt x="609600" y="61214"/>
                </a:lnTo>
                <a:lnTo>
                  <a:pt x="571500" y="78320"/>
                </a:lnTo>
                <a:lnTo>
                  <a:pt x="533400" y="97345"/>
                </a:lnTo>
                <a:lnTo>
                  <a:pt x="495300" y="118249"/>
                </a:lnTo>
                <a:lnTo>
                  <a:pt x="444500" y="140970"/>
                </a:lnTo>
                <a:lnTo>
                  <a:pt x="406400" y="165455"/>
                </a:lnTo>
                <a:lnTo>
                  <a:pt x="381000" y="191655"/>
                </a:lnTo>
                <a:lnTo>
                  <a:pt x="342900" y="219519"/>
                </a:lnTo>
                <a:lnTo>
                  <a:pt x="304800" y="248983"/>
                </a:lnTo>
                <a:lnTo>
                  <a:pt x="279400" y="279996"/>
                </a:lnTo>
                <a:lnTo>
                  <a:pt x="241300" y="312508"/>
                </a:lnTo>
                <a:lnTo>
                  <a:pt x="215900" y="346468"/>
                </a:lnTo>
                <a:lnTo>
                  <a:pt x="190500" y="381812"/>
                </a:lnTo>
                <a:lnTo>
                  <a:pt x="165100" y="418503"/>
                </a:lnTo>
                <a:lnTo>
                  <a:pt x="139700" y="456463"/>
                </a:lnTo>
                <a:lnTo>
                  <a:pt x="114300" y="495655"/>
                </a:lnTo>
                <a:lnTo>
                  <a:pt x="88900" y="536028"/>
                </a:lnTo>
                <a:lnTo>
                  <a:pt x="76200" y="577519"/>
                </a:lnTo>
                <a:lnTo>
                  <a:pt x="50800" y="620077"/>
                </a:lnTo>
                <a:lnTo>
                  <a:pt x="12700" y="753618"/>
                </a:lnTo>
                <a:lnTo>
                  <a:pt x="12700" y="799909"/>
                </a:lnTo>
                <a:lnTo>
                  <a:pt x="0" y="847001"/>
                </a:lnTo>
                <a:lnTo>
                  <a:pt x="0" y="1086802"/>
                </a:lnTo>
                <a:lnTo>
                  <a:pt x="38100" y="1223073"/>
                </a:lnTo>
                <a:lnTo>
                  <a:pt x="63500" y="1309217"/>
                </a:lnTo>
                <a:lnTo>
                  <a:pt x="88900" y="1350708"/>
                </a:lnTo>
                <a:lnTo>
                  <a:pt x="101600" y="1391094"/>
                </a:lnTo>
                <a:lnTo>
                  <a:pt x="127000" y="1430299"/>
                </a:lnTo>
                <a:lnTo>
                  <a:pt x="152400" y="1468272"/>
                </a:lnTo>
                <a:lnTo>
                  <a:pt x="177800" y="1504962"/>
                </a:lnTo>
                <a:lnTo>
                  <a:pt x="215900" y="1540306"/>
                </a:lnTo>
                <a:lnTo>
                  <a:pt x="241300" y="1574279"/>
                </a:lnTo>
                <a:lnTo>
                  <a:pt x="266700" y="1606791"/>
                </a:lnTo>
                <a:lnTo>
                  <a:pt x="304800" y="1637817"/>
                </a:lnTo>
                <a:lnTo>
                  <a:pt x="342900" y="1667294"/>
                </a:lnTo>
                <a:lnTo>
                  <a:pt x="381000" y="1695145"/>
                </a:lnTo>
                <a:lnTo>
                  <a:pt x="419100" y="1721358"/>
                </a:lnTo>
                <a:lnTo>
                  <a:pt x="457200" y="1745843"/>
                </a:lnTo>
                <a:lnTo>
                  <a:pt x="495300" y="1768563"/>
                </a:lnTo>
                <a:lnTo>
                  <a:pt x="533400" y="1789468"/>
                </a:lnTo>
                <a:lnTo>
                  <a:pt x="571500" y="1808492"/>
                </a:lnTo>
                <a:lnTo>
                  <a:pt x="622300" y="1825586"/>
                </a:lnTo>
                <a:lnTo>
                  <a:pt x="660400" y="1840699"/>
                </a:lnTo>
                <a:lnTo>
                  <a:pt x="711200" y="1853768"/>
                </a:lnTo>
                <a:lnTo>
                  <a:pt x="749300" y="1864753"/>
                </a:lnTo>
                <a:lnTo>
                  <a:pt x="838200" y="1880235"/>
                </a:lnTo>
                <a:lnTo>
                  <a:pt x="889000" y="1884616"/>
                </a:lnTo>
                <a:lnTo>
                  <a:pt x="939800" y="1886699"/>
                </a:lnTo>
                <a:lnTo>
                  <a:pt x="990600" y="1886305"/>
                </a:lnTo>
                <a:lnTo>
                  <a:pt x="1028700" y="1883295"/>
                </a:lnTo>
                <a:lnTo>
                  <a:pt x="1079500" y="1877758"/>
                </a:lnTo>
                <a:lnTo>
                  <a:pt x="1130300" y="1869770"/>
                </a:lnTo>
                <a:lnTo>
                  <a:pt x="1168400" y="1859381"/>
                </a:lnTo>
                <a:lnTo>
                  <a:pt x="1219200" y="1846681"/>
                </a:lnTo>
                <a:lnTo>
                  <a:pt x="1257300" y="1831746"/>
                </a:lnTo>
                <a:lnTo>
                  <a:pt x="1308100" y="1814639"/>
                </a:lnTo>
                <a:lnTo>
                  <a:pt x="1346200" y="1795437"/>
                </a:lnTo>
                <a:lnTo>
                  <a:pt x="1384300" y="1774202"/>
                </a:lnTo>
                <a:lnTo>
                  <a:pt x="1422400" y="1751037"/>
                </a:lnTo>
                <a:lnTo>
                  <a:pt x="1460500" y="1725980"/>
                </a:lnTo>
                <a:lnTo>
                  <a:pt x="1498600" y="1699120"/>
                </a:lnTo>
                <a:lnTo>
                  <a:pt x="1536700" y="1670545"/>
                </a:lnTo>
                <a:lnTo>
                  <a:pt x="1574800" y="1640293"/>
                </a:lnTo>
                <a:lnTo>
                  <a:pt x="1600200" y="1608467"/>
                </a:lnTo>
                <a:lnTo>
                  <a:pt x="1638300" y="1575130"/>
                </a:lnTo>
                <a:lnTo>
                  <a:pt x="1663700" y="1540357"/>
                </a:lnTo>
                <a:lnTo>
                  <a:pt x="1689100" y="1504213"/>
                </a:lnTo>
                <a:lnTo>
                  <a:pt x="1714500" y="1466786"/>
                </a:lnTo>
                <a:lnTo>
                  <a:pt x="1739900" y="1428127"/>
                </a:lnTo>
                <a:lnTo>
                  <a:pt x="1765300" y="1388325"/>
                </a:lnTo>
                <a:lnTo>
                  <a:pt x="1790700" y="1347457"/>
                </a:lnTo>
                <a:lnTo>
                  <a:pt x="1816100" y="1262786"/>
                </a:lnTo>
                <a:lnTo>
                  <a:pt x="1841500" y="1219136"/>
                </a:lnTo>
                <a:lnTo>
                  <a:pt x="1854200" y="1174699"/>
                </a:lnTo>
                <a:lnTo>
                  <a:pt x="1854200" y="1129550"/>
                </a:lnTo>
                <a:lnTo>
                  <a:pt x="1879600" y="1037424"/>
                </a:lnTo>
                <a:lnTo>
                  <a:pt x="1879600" y="846988"/>
                </a:lnTo>
                <a:close/>
              </a:path>
            </a:pathLst>
          </a:custGeom>
          <a:solidFill>
            <a:srgbClr val="AAC7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0" y="2804042"/>
            <a:ext cx="33655" cy="384175"/>
          </a:xfrm>
          <a:custGeom>
            <a:avLst/>
            <a:gdLst/>
            <a:ahLst/>
            <a:cxnLst/>
            <a:rect l="l" t="t" r="r" b="b"/>
            <a:pathLst>
              <a:path w="33655" h="384175">
                <a:moveTo>
                  <a:pt x="33470" y="202354"/>
                </a:moveTo>
                <a:lnTo>
                  <a:pt x="30197" y="248829"/>
                </a:lnTo>
                <a:lnTo>
                  <a:pt x="23440" y="294728"/>
                </a:lnTo>
                <a:lnTo>
                  <a:pt x="13322" y="339846"/>
                </a:lnTo>
                <a:lnTo>
                  <a:pt x="0" y="383979"/>
                </a:lnTo>
                <a:lnTo>
                  <a:pt x="0" y="0"/>
                </a:lnTo>
                <a:lnTo>
                  <a:pt x="19124" y="60863"/>
                </a:lnTo>
                <a:lnTo>
                  <a:pt x="28026" y="106668"/>
                </a:lnTo>
                <a:lnTo>
                  <a:pt x="32876" y="153872"/>
                </a:lnTo>
                <a:lnTo>
                  <a:pt x="33470" y="202354"/>
                </a:lnTo>
                <a:close/>
              </a:path>
            </a:pathLst>
          </a:custGeom>
          <a:solidFill>
            <a:srgbClr val="AAC7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1374482" y="4843195"/>
            <a:ext cx="1176020" cy="1174750"/>
          </a:xfrm>
          <a:custGeom>
            <a:avLst/>
            <a:gdLst/>
            <a:ahLst/>
            <a:cxnLst/>
            <a:rect l="l" t="t" r="r" b="b"/>
            <a:pathLst>
              <a:path w="1176020" h="1174750">
                <a:moveTo>
                  <a:pt x="494588" y="280339"/>
                </a:moveTo>
                <a:lnTo>
                  <a:pt x="487934" y="250647"/>
                </a:lnTo>
                <a:lnTo>
                  <a:pt x="467918" y="228219"/>
                </a:lnTo>
                <a:lnTo>
                  <a:pt x="434505" y="219951"/>
                </a:lnTo>
                <a:lnTo>
                  <a:pt x="384657" y="225945"/>
                </a:lnTo>
                <a:lnTo>
                  <a:pt x="338543" y="240741"/>
                </a:lnTo>
                <a:lnTo>
                  <a:pt x="297002" y="263499"/>
                </a:lnTo>
                <a:lnTo>
                  <a:pt x="260883" y="293370"/>
                </a:lnTo>
                <a:lnTo>
                  <a:pt x="231000" y="329501"/>
                </a:lnTo>
                <a:lnTo>
                  <a:pt x="208229" y="371043"/>
                </a:lnTo>
                <a:lnTo>
                  <a:pt x="193382" y="417144"/>
                </a:lnTo>
                <a:lnTo>
                  <a:pt x="187312" y="466953"/>
                </a:lnTo>
                <a:lnTo>
                  <a:pt x="195580" y="500253"/>
                </a:lnTo>
                <a:lnTo>
                  <a:pt x="218020" y="520192"/>
                </a:lnTo>
                <a:lnTo>
                  <a:pt x="247738" y="526821"/>
                </a:lnTo>
                <a:lnTo>
                  <a:pt x="277837" y="520141"/>
                </a:lnTo>
                <a:lnTo>
                  <a:pt x="301396" y="500176"/>
                </a:lnTo>
                <a:lnTo>
                  <a:pt x="311531" y="466953"/>
                </a:lnTo>
                <a:lnTo>
                  <a:pt x="321932" y="418998"/>
                </a:lnTo>
                <a:lnTo>
                  <a:pt x="348043" y="380377"/>
                </a:lnTo>
                <a:lnTo>
                  <a:pt x="386638" y="354342"/>
                </a:lnTo>
                <a:lnTo>
                  <a:pt x="434505" y="344081"/>
                </a:lnTo>
                <a:lnTo>
                  <a:pt x="467842" y="333946"/>
                </a:lnTo>
                <a:lnTo>
                  <a:pt x="487883" y="310400"/>
                </a:lnTo>
                <a:lnTo>
                  <a:pt x="494588" y="280339"/>
                </a:lnTo>
                <a:close/>
              </a:path>
              <a:path w="1176020" h="1174750">
                <a:moveTo>
                  <a:pt x="1175562" y="587362"/>
                </a:moveTo>
                <a:lnTo>
                  <a:pt x="1174965" y="538873"/>
                </a:lnTo>
                <a:lnTo>
                  <a:pt x="1170114" y="491667"/>
                </a:lnTo>
                <a:lnTo>
                  <a:pt x="1161211" y="445871"/>
                </a:lnTo>
                <a:lnTo>
                  <a:pt x="1148461" y="401586"/>
                </a:lnTo>
                <a:lnTo>
                  <a:pt x="1132065" y="358952"/>
                </a:lnTo>
                <a:lnTo>
                  <a:pt x="1112240" y="318071"/>
                </a:lnTo>
                <a:lnTo>
                  <a:pt x="1089164" y="279095"/>
                </a:lnTo>
                <a:lnTo>
                  <a:pt x="1063066" y="242125"/>
                </a:lnTo>
                <a:lnTo>
                  <a:pt x="1051344" y="228003"/>
                </a:lnTo>
                <a:lnTo>
                  <a:pt x="1051344" y="587362"/>
                </a:lnTo>
                <a:lnTo>
                  <a:pt x="1050239" y="635063"/>
                </a:lnTo>
                <a:lnTo>
                  <a:pt x="1043965" y="681126"/>
                </a:lnTo>
                <a:lnTo>
                  <a:pt x="1032827" y="725373"/>
                </a:lnTo>
                <a:lnTo>
                  <a:pt x="1017130" y="767613"/>
                </a:lnTo>
                <a:lnTo>
                  <a:pt x="997204" y="807656"/>
                </a:lnTo>
                <a:lnTo>
                  <a:pt x="973366" y="845324"/>
                </a:lnTo>
                <a:lnTo>
                  <a:pt x="945908" y="880427"/>
                </a:lnTo>
                <a:lnTo>
                  <a:pt x="915149" y="912787"/>
                </a:lnTo>
                <a:lnTo>
                  <a:pt x="881405" y="942200"/>
                </a:lnTo>
                <a:lnTo>
                  <a:pt x="844981" y="968502"/>
                </a:lnTo>
                <a:lnTo>
                  <a:pt x="806196" y="991489"/>
                </a:lnTo>
                <a:lnTo>
                  <a:pt x="765365" y="1010996"/>
                </a:lnTo>
                <a:lnTo>
                  <a:pt x="722795" y="1026807"/>
                </a:lnTo>
                <a:lnTo>
                  <a:pt x="678802" y="1038771"/>
                </a:lnTo>
                <a:lnTo>
                  <a:pt x="633691" y="1046670"/>
                </a:lnTo>
                <a:lnTo>
                  <a:pt x="587781" y="1050340"/>
                </a:lnTo>
                <a:lnTo>
                  <a:pt x="540004" y="1049235"/>
                </a:lnTo>
                <a:lnTo>
                  <a:pt x="539267" y="1049134"/>
                </a:lnTo>
                <a:lnTo>
                  <a:pt x="493864" y="1042962"/>
                </a:lnTo>
                <a:lnTo>
                  <a:pt x="449554" y="1031836"/>
                </a:lnTo>
                <a:lnTo>
                  <a:pt x="407263" y="1016165"/>
                </a:lnTo>
                <a:lnTo>
                  <a:pt x="367157" y="996251"/>
                </a:lnTo>
                <a:lnTo>
                  <a:pt x="329438" y="972426"/>
                </a:lnTo>
                <a:lnTo>
                  <a:pt x="294297" y="944994"/>
                </a:lnTo>
                <a:lnTo>
                  <a:pt x="261899" y="914273"/>
                </a:lnTo>
                <a:lnTo>
                  <a:pt x="232448" y="880567"/>
                </a:lnTo>
                <a:lnTo>
                  <a:pt x="206121" y="844181"/>
                </a:lnTo>
                <a:lnTo>
                  <a:pt x="183108" y="805459"/>
                </a:lnTo>
                <a:lnTo>
                  <a:pt x="163601" y="764679"/>
                </a:lnTo>
                <a:lnTo>
                  <a:pt x="147764" y="722160"/>
                </a:lnTo>
                <a:lnTo>
                  <a:pt x="135801" y="678230"/>
                </a:lnTo>
                <a:lnTo>
                  <a:pt x="127889" y="633196"/>
                </a:lnTo>
                <a:lnTo>
                  <a:pt x="124206" y="587362"/>
                </a:lnTo>
                <a:lnTo>
                  <a:pt x="125361" y="539610"/>
                </a:lnTo>
                <a:lnTo>
                  <a:pt x="131673" y="493509"/>
                </a:lnTo>
                <a:lnTo>
                  <a:pt x="142849" y="449237"/>
                </a:lnTo>
                <a:lnTo>
                  <a:pt x="158559" y="406971"/>
                </a:lnTo>
                <a:lnTo>
                  <a:pt x="178511" y="366903"/>
                </a:lnTo>
                <a:lnTo>
                  <a:pt x="202374" y="329209"/>
                </a:lnTo>
                <a:lnTo>
                  <a:pt x="229831" y="294081"/>
                </a:lnTo>
                <a:lnTo>
                  <a:pt x="260604" y="261721"/>
                </a:lnTo>
                <a:lnTo>
                  <a:pt x="294297" y="232333"/>
                </a:lnTo>
                <a:lnTo>
                  <a:pt x="330746" y="205981"/>
                </a:lnTo>
                <a:lnTo>
                  <a:pt x="369519" y="182981"/>
                </a:lnTo>
                <a:lnTo>
                  <a:pt x="410337" y="163487"/>
                </a:lnTo>
                <a:lnTo>
                  <a:pt x="452882" y="147662"/>
                </a:lnTo>
                <a:lnTo>
                  <a:pt x="496836" y="135699"/>
                </a:lnTo>
                <a:lnTo>
                  <a:pt x="541909" y="127800"/>
                </a:lnTo>
                <a:lnTo>
                  <a:pt x="587781" y="124129"/>
                </a:lnTo>
                <a:lnTo>
                  <a:pt x="635596" y="127876"/>
                </a:lnTo>
                <a:lnTo>
                  <a:pt x="681748" y="135839"/>
                </a:lnTo>
                <a:lnTo>
                  <a:pt x="726059" y="147828"/>
                </a:lnTo>
                <a:lnTo>
                  <a:pt x="768337" y="163652"/>
                </a:lnTo>
                <a:lnTo>
                  <a:pt x="808405" y="183159"/>
                </a:lnTo>
                <a:lnTo>
                  <a:pt x="846099" y="206133"/>
                </a:lnTo>
                <a:lnTo>
                  <a:pt x="881202" y="232410"/>
                </a:lnTo>
                <a:lnTo>
                  <a:pt x="913561" y="261810"/>
                </a:lnTo>
                <a:lnTo>
                  <a:pt x="942975" y="294144"/>
                </a:lnTo>
                <a:lnTo>
                  <a:pt x="969276" y="329234"/>
                </a:lnTo>
                <a:lnTo>
                  <a:pt x="992276" y="366890"/>
                </a:lnTo>
                <a:lnTo>
                  <a:pt x="1011783" y="406933"/>
                </a:lnTo>
                <a:lnTo>
                  <a:pt x="1027633" y="449186"/>
                </a:lnTo>
                <a:lnTo>
                  <a:pt x="1039634" y="493458"/>
                </a:lnTo>
                <a:lnTo>
                  <a:pt x="1047597" y="539584"/>
                </a:lnTo>
                <a:lnTo>
                  <a:pt x="1051344" y="587362"/>
                </a:lnTo>
                <a:lnTo>
                  <a:pt x="1051344" y="228003"/>
                </a:lnTo>
                <a:lnTo>
                  <a:pt x="1002588" y="174701"/>
                </a:lnTo>
                <a:lnTo>
                  <a:pt x="968629" y="144513"/>
                </a:lnTo>
                <a:lnTo>
                  <a:pt x="932446" y="116814"/>
                </a:lnTo>
                <a:lnTo>
                  <a:pt x="894245" y="91732"/>
                </a:lnTo>
                <a:lnTo>
                  <a:pt x="854252" y="69405"/>
                </a:lnTo>
                <a:lnTo>
                  <a:pt x="812647" y="49949"/>
                </a:lnTo>
                <a:lnTo>
                  <a:pt x="769658" y="33489"/>
                </a:lnTo>
                <a:lnTo>
                  <a:pt x="725462" y="20142"/>
                </a:lnTo>
                <a:lnTo>
                  <a:pt x="680288" y="10033"/>
                </a:lnTo>
                <a:lnTo>
                  <a:pt x="634326" y="3276"/>
                </a:lnTo>
                <a:lnTo>
                  <a:pt x="587781" y="0"/>
                </a:lnTo>
                <a:lnTo>
                  <a:pt x="539267" y="3378"/>
                </a:lnTo>
                <a:lnTo>
                  <a:pt x="492048" y="10198"/>
                </a:lnTo>
                <a:lnTo>
                  <a:pt x="446227" y="20370"/>
                </a:lnTo>
                <a:lnTo>
                  <a:pt x="401942" y="33756"/>
                </a:lnTo>
                <a:lnTo>
                  <a:pt x="359308" y="50228"/>
                </a:lnTo>
                <a:lnTo>
                  <a:pt x="318439" y="69697"/>
                </a:lnTo>
                <a:lnTo>
                  <a:pt x="279463" y="92011"/>
                </a:lnTo>
                <a:lnTo>
                  <a:pt x="242506" y="117055"/>
                </a:lnTo>
                <a:lnTo>
                  <a:pt x="207683" y="144729"/>
                </a:lnTo>
                <a:lnTo>
                  <a:pt x="175107" y="174891"/>
                </a:lnTo>
                <a:lnTo>
                  <a:pt x="144907" y="207429"/>
                </a:lnTo>
                <a:lnTo>
                  <a:pt x="124206" y="233438"/>
                </a:lnTo>
                <a:lnTo>
                  <a:pt x="117208" y="242227"/>
                </a:lnTo>
                <a:lnTo>
                  <a:pt x="92125" y="279158"/>
                </a:lnTo>
                <a:lnTo>
                  <a:pt x="69786" y="318109"/>
                </a:lnTo>
                <a:lnTo>
                  <a:pt x="50304" y="358952"/>
                </a:lnTo>
                <a:lnTo>
                  <a:pt x="33794" y="401561"/>
                </a:lnTo>
                <a:lnTo>
                  <a:pt x="20396" y="445833"/>
                </a:lnTo>
                <a:lnTo>
                  <a:pt x="10210" y="491629"/>
                </a:lnTo>
                <a:lnTo>
                  <a:pt x="3378" y="538848"/>
                </a:lnTo>
                <a:lnTo>
                  <a:pt x="0" y="587362"/>
                </a:lnTo>
                <a:lnTo>
                  <a:pt x="622" y="635838"/>
                </a:lnTo>
                <a:lnTo>
                  <a:pt x="5511" y="683044"/>
                </a:lnTo>
                <a:lnTo>
                  <a:pt x="14439" y="728840"/>
                </a:lnTo>
                <a:lnTo>
                  <a:pt x="27216" y="773112"/>
                </a:lnTo>
                <a:lnTo>
                  <a:pt x="43624" y="815733"/>
                </a:lnTo>
                <a:lnTo>
                  <a:pt x="63474" y="856589"/>
                </a:lnTo>
                <a:lnTo>
                  <a:pt x="86563" y="895553"/>
                </a:lnTo>
                <a:lnTo>
                  <a:pt x="112674" y="932510"/>
                </a:lnTo>
                <a:lnTo>
                  <a:pt x="141605" y="967320"/>
                </a:lnTo>
                <a:lnTo>
                  <a:pt x="173151" y="999883"/>
                </a:lnTo>
                <a:lnTo>
                  <a:pt x="207124" y="1030071"/>
                </a:lnTo>
                <a:lnTo>
                  <a:pt x="243293" y="1057744"/>
                </a:lnTo>
                <a:lnTo>
                  <a:pt x="281482" y="1082802"/>
                </a:lnTo>
                <a:lnTo>
                  <a:pt x="321462" y="1105115"/>
                </a:lnTo>
                <a:lnTo>
                  <a:pt x="363042" y="1124559"/>
                </a:lnTo>
                <a:lnTo>
                  <a:pt x="406019" y="1141006"/>
                </a:lnTo>
                <a:lnTo>
                  <a:pt x="450189" y="1154341"/>
                </a:lnTo>
                <a:lnTo>
                  <a:pt x="495338" y="1164450"/>
                </a:lnTo>
                <a:lnTo>
                  <a:pt x="541274" y="1171194"/>
                </a:lnTo>
                <a:lnTo>
                  <a:pt x="587781" y="1174470"/>
                </a:lnTo>
                <a:lnTo>
                  <a:pt x="636295" y="1173873"/>
                </a:lnTo>
                <a:lnTo>
                  <a:pt x="683526" y="1169022"/>
                </a:lnTo>
                <a:lnTo>
                  <a:pt x="729361" y="1160132"/>
                </a:lnTo>
                <a:lnTo>
                  <a:pt x="773658" y="1147394"/>
                </a:lnTo>
                <a:lnTo>
                  <a:pt x="816317" y="1131011"/>
                </a:lnTo>
                <a:lnTo>
                  <a:pt x="857211" y="1111199"/>
                </a:lnTo>
                <a:lnTo>
                  <a:pt x="896213" y="1088148"/>
                </a:lnTo>
                <a:lnTo>
                  <a:pt x="933196" y="1062075"/>
                </a:lnTo>
                <a:lnTo>
                  <a:pt x="968044" y="1033170"/>
                </a:lnTo>
                <a:lnTo>
                  <a:pt x="1000633" y="1001661"/>
                </a:lnTo>
                <a:lnTo>
                  <a:pt x="1030846" y="967727"/>
                </a:lnTo>
                <a:lnTo>
                  <a:pt x="1058557" y="931583"/>
                </a:lnTo>
                <a:lnTo>
                  <a:pt x="1083652" y="893432"/>
                </a:lnTo>
                <a:lnTo>
                  <a:pt x="1105992" y="853478"/>
                </a:lnTo>
                <a:lnTo>
                  <a:pt x="1125474" y="811923"/>
                </a:lnTo>
                <a:lnTo>
                  <a:pt x="1141958" y="768985"/>
                </a:lnTo>
                <a:lnTo>
                  <a:pt x="1155331" y="724852"/>
                </a:lnTo>
                <a:lnTo>
                  <a:pt x="1165466" y="679729"/>
                </a:lnTo>
                <a:lnTo>
                  <a:pt x="1172248" y="633831"/>
                </a:lnTo>
                <a:lnTo>
                  <a:pt x="1175562" y="587362"/>
                </a:lnTo>
                <a:close/>
              </a:path>
            </a:pathLst>
          </a:custGeom>
          <a:solidFill>
            <a:srgbClr val="AAC7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0" y="6266651"/>
            <a:ext cx="454025" cy="657860"/>
          </a:xfrm>
          <a:custGeom>
            <a:avLst/>
            <a:gdLst/>
            <a:ahLst/>
            <a:cxnLst/>
            <a:rect l="l" t="t" r="r" b="b"/>
            <a:pathLst>
              <a:path w="454025" h="657859">
                <a:moveTo>
                  <a:pt x="453811" y="328930"/>
                </a:moveTo>
                <a:lnTo>
                  <a:pt x="448261" y="375305"/>
                </a:lnTo>
                <a:lnTo>
                  <a:pt x="436846" y="420745"/>
                </a:lnTo>
                <a:lnTo>
                  <a:pt x="419898" y="464461"/>
                </a:lnTo>
                <a:lnTo>
                  <a:pt x="397749" y="505667"/>
                </a:lnTo>
                <a:lnTo>
                  <a:pt x="370728" y="543573"/>
                </a:lnTo>
                <a:lnTo>
                  <a:pt x="339169" y="577392"/>
                </a:lnTo>
                <a:lnTo>
                  <a:pt x="303402" y="606337"/>
                </a:lnTo>
                <a:lnTo>
                  <a:pt x="263760" y="629619"/>
                </a:lnTo>
                <a:lnTo>
                  <a:pt x="220573" y="646450"/>
                </a:lnTo>
                <a:lnTo>
                  <a:pt x="174173" y="656044"/>
                </a:lnTo>
                <a:lnTo>
                  <a:pt x="124892" y="657611"/>
                </a:lnTo>
                <a:lnTo>
                  <a:pt x="78422" y="652066"/>
                </a:lnTo>
                <a:lnTo>
                  <a:pt x="32900" y="640659"/>
                </a:lnTo>
                <a:lnTo>
                  <a:pt x="0" y="627934"/>
                </a:lnTo>
                <a:lnTo>
                  <a:pt x="0" y="498027"/>
                </a:lnTo>
                <a:lnTo>
                  <a:pt x="14886" y="509060"/>
                </a:lnTo>
                <a:lnTo>
                  <a:pt x="46642" y="523641"/>
                </a:lnTo>
                <a:lnTo>
                  <a:pt x="83309" y="532064"/>
                </a:lnTo>
                <a:lnTo>
                  <a:pt x="124892" y="533487"/>
                </a:lnTo>
                <a:lnTo>
                  <a:pt x="166421" y="527859"/>
                </a:lnTo>
                <a:lnTo>
                  <a:pt x="203064" y="516196"/>
                </a:lnTo>
                <a:lnTo>
                  <a:pt x="261693" y="477778"/>
                </a:lnTo>
                <a:lnTo>
                  <a:pt x="300779" y="424266"/>
                </a:lnTo>
                <a:lnTo>
                  <a:pt x="320322" y="361696"/>
                </a:lnTo>
                <a:lnTo>
                  <a:pt x="322765" y="328899"/>
                </a:lnTo>
                <a:lnTo>
                  <a:pt x="322765" y="71098"/>
                </a:lnTo>
                <a:lnTo>
                  <a:pt x="339690" y="83146"/>
                </a:lnTo>
                <a:lnTo>
                  <a:pt x="373534" y="114683"/>
                </a:lnTo>
                <a:lnTo>
                  <a:pt x="402499" y="150426"/>
                </a:lnTo>
                <a:lnTo>
                  <a:pt x="425798" y="190049"/>
                </a:lnTo>
                <a:lnTo>
                  <a:pt x="442642" y="233225"/>
                </a:lnTo>
                <a:lnTo>
                  <a:pt x="452242" y="279628"/>
                </a:lnTo>
                <a:lnTo>
                  <a:pt x="453811" y="328930"/>
                </a:lnTo>
                <a:close/>
              </a:path>
              <a:path w="454025" h="657859">
                <a:moveTo>
                  <a:pt x="124892" y="124124"/>
                </a:moveTo>
                <a:lnTo>
                  <a:pt x="83309" y="130070"/>
                </a:lnTo>
                <a:lnTo>
                  <a:pt x="46974" y="142355"/>
                </a:lnTo>
                <a:lnTo>
                  <a:pt x="0" y="173320"/>
                </a:lnTo>
                <a:lnTo>
                  <a:pt x="0" y="28698"/>
                </a:lnTo>
                <a:lnTo>
                  <a:pt x="28989" y="17296"/>
                </a:lnTo>
                <a:lnTo>
                  <a:pt x="64896" y="8385"/>
                </a:lnTo>
                <a:lnTo>
                  <a:pt x="64896" y="58897"/>
                </a:lnTo>
                <a:lnTo>
                  <a:pt x="71507" y="88633"/>
                </a:lnTo>
                <a:lnTo>
                  <a:pt x="71507" y="88997"/>
                </a:lnTo>
                <a:lnTo>
                  <a:pt x="91492" y="113005"/>
                </a:lnTo>
                <a:lnTo>
                  <a:pt x="124892" y="124124"/>
                </a:lnTo>
                <a:close/>
              </a:path>
              <a:path w="454025" h="657859">
                <a:moveTo>
                  <a:pt x="184701" y="58897"/>
                </a:moveTo>
                <a:lnTo>
                  <a:pt x="178000" y="89130"/>
                </a:lnTo>
                <a:lnTo>
                  <a:pt x="158050" y="113171"/>
                </a:lnTo>
                <a:lnTo>
                  <a:pt x="124892" y="124124"/>
                </a:lnTo>
                <a:lnTo>
                  <a:pt x="91492" y="113005"/>
                </a:lnTo>
                <a:lnTo>
                  <a:pt x="71507" y="88997"/>
                </a:lnTo>
                <a:lnTo>
                  <a:pt x="71507" y="88633"/>
                </a:lnTo>
                <a:lnTo>
                  <a:pt x="64896" y="58897"/>
                </a:lnTo>
                <a:lnTo>
                  <a:pt x="71507" y="29366"/>
                </a:lnTo>
                <a:lnTo>
                  <a:pt x="91492" y="7436"/>
                </a:lnTo>
                <a:lnTo>
                  <a:pt x="124892" y="0"/>
                </a:lnTo>
                <a:lnTo>
                  <a:pt x="158050" y="7405"/>
                </a:lnTo>
                <a:lnTo>
                  <a:pt x="166421" y="16498"/>
                </a:lnTo>
                <a:lnTo>
                  <a:pt x="178000" y="29245"/>
                </a:lnTo>
                <a:lnTo>
                  <a:pt x="178000" y="28872"/>
                </a:lnTo>
                <a:lnTo>
                  <a:pt x="184701" y="58897"/>
                </a:lnTo>
                <a:close/>
              </a:path>
              <a:path w="454025" h="657859">
                <a:moveTo>
                  <a:pt x="124892" y="0"/>
                </a:moveTo>
                <a:lnTo>
                  <a:pt x="91492" y="7436"/>
                </a:lnTo>
                <a:lnTo>
                  <a:pt x="71507" y="29366"/>
                </a:lnTo>
                <a:lnTo>
                  <a:pt x="64896" y="58897"/>
                </a:lnTo>
                <a:lnTo>
                  <a:pt x="64896" y="8385"/>
                </a:lnTo>
                <a:lnTo>
                  <a:pt x="75457" y="5764"/>
                </a:lnTo>
                <a:lnTo>
                  <a:pt x="124892" y="0"/>
                </a:lnTo>
                <a:close/>
              </a:path>
              <a:path w="454025" h="657859">
                <a:moveTo>
                  <a:pt x="322765" y="71098"/>
                </a:moveTo>
                <a:lnTo>
                  <a:pt x="322765" y="328899"/>
                </a:lnTo>
                <a:lnTo>
                  <a:pt x="320322" y="296099"/>
                </a:lnTo>
                <a:lnTo>
                  <a:pt x="312993" y="264051"/>
                </a:lnTo>
                <a:lnTo>
                  <a:pt x="283679" y="205229"/>
                </a:lnTo>
                <a:lnTo>
                  <a:pt x="234821" y="158464"/>
                </a:lnTo>
                <a:lnTo>
                  <a:pt x="166421" y="129791"/>
                </a:lnTo>
                <a:lnTo>
                  <a:pt x="124892" y="124124"/>
                </a:lnTo>
                <a:lnTo>
                  <a:pt x="158050" y="113171"/>
                </a:lnTo>
                <a:lnTo>
                  <a:pt x="178000" y="89130"/>
                </a:lnTo>
                <a:lnTo>
                  <a:pt x="184701" y="58897"/>
                </a:lnTo>
                <a:lnTo>
                  <a:pt x="184701" y="8973"/>
                </a:lnTo>
                <a:lnTo>
                  <a:pt x="216773" y="17044"/>
                </a:lnTo>
                <a:lnTo>
                  <a:pt x="260521" y="34000"/>
                </a:lnTo>
                <a:lnTo>
                  <a:pt x="301756" y="56143"/>
                </a:lnTo>
                <a:lnTo>
                  <a:pt x="322765" y="71098"/>
                </a:lnTo>
                <a:close/>
              </a:path>
              <a:path w="454025" h="657859">
                <a:moveTo>
                  <a:pt x="184701" y="8973"/>
                </a:moveTo>
                <a:lnTo>
                  <a:pt x="184701" y="58897"/>
                </a:lnTo>
                <a:lnTo>
                  <a:pt x="178000" y="28872"/>
                </a:lnTo>
                <a:lnTo>
                  <a:pt x="178000" y="29245"/>
                </a:lnTo>
                <a:lnTo>
                  <a:pt x="166421" y="16498"/>
                </a:lnTo>
                <a:lnTo>
                  <a:pt x="158050" y="7405"/>
                </a:lnTo>
                <a:lnTo>
                  <a:pt x="124892" y="0"/>
                </a:lnTo>
                <a:lnTo>
                  <a:pt x="171300" y="5601"/>
                </a:lnTo>
                <a:lnTo>
                  <a:pt x="184701" y="8973"/>
                </a:lnTo>
                <a:close/>
              </a:path>
            </a:pathLst>
          </a:custGeom>
          <a:solidFill>
            <a:srgbClr val="AAC7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2533654" y="4284878"/>
            <a:ext cx="657860" cy="657860"/>
          </a:xfrm>
          <a:custGeom>
            <a:avLst/>
            <a:gdLst/>
            <a:ahLst/>
            <a:cxnLst/>
            <a:rect l="l" t="t" r="r" b="b"/>
            <a:pathLst>
              <a:path w="657860" h="657860">
                <a:moveTo>
                  <a:pt x="657838" y="328681"/>
                </a:moveTo>
                <a:lnTo>
                  <a:pt x="652294" y="375118"/>
                </a:lnTo>
                <a:lnTo>
                  <a:pt x="640894" y="420609"/>
                </a:lnTo>
                <a:lnTo>
                  <a:pt x="623966" y="464366"/>
                </a:lnTo>
                <a:lnTo>
                  <a:pt x="601838" y="505602"/>
                </a:lnTo>
                <a:lnTo>
                  <a:pt x="574839" y="543532"/>
                </a:lnTo>
                <a:lnTo>
                  <a:pt x="543297" y="577369"/>
                </a:lnTo>
                <a:lnTo>
                  <a:pt x="507539" y="606325"/>
                </a:lnTo>
                <a:lnTo>
                  <a:pt x="467895" y="629614"/>
                </a:lnTo>
                <a:lnTo>
                  <a:pt x="424691" y="646449"/>
                </a:lnTo>
                <a:lnTo>
                  <a:pt x="378256" y="656044"/>
                </a:lnTo>
                <a:lnTo>
                  <a:pt x="328919" y="657611"/>
                </a:lnTo>
                <a:lnTo>
                  <a:pt x="282510" y="652065"/>
                </a:lnTo>
                <a:lnTo>
                  <a:pt x="237037" y="640658"/>
                </a:lnTo>
                <a:lnTo>
                  <a:pt x="193289" y="623718"/>
                </a:lnTo>
                <a:lnTo>
                  <a:pt x="152054" y="601578"/>
                </a:lnTo>
                <a:lnTo>
                  <a:pt x="114120" y="574566"/>
                </a:lnTo>
                <a:lnTo>
                  <a:pt x="80277" y="543012"/>
                </a:lnTo>
                <a:lnTo>
                  <a:pt x="51311" y="507248"/>
                </a:lnTo>
                <a:lnTo>
                  <a:pt x="28012" y="467602"/>
                </a:lnTo>
                <a:lnTo>
                  <a:pt x="11168" y="424406"/>
                </a:lnTo>
                <a:lnTo>
                  <a:pt x="1568" y="377989"/>
                </a:lnTo>
                <a:lnTo>
                  <a:pt x="0" y="328681"/>
                </a:lnTo>
                <a:lnTo>
                  <a:pt x="5706" y="279396"/>
                </a:lnTo>
                <a:lnTo>
                  <a:pt x="17196" y="233039"/>
                </a:lnTo>
                <a:lnTo>
                  <a:pt x="34154" y="189926"/>
                </a:lnTo>
                <a:lnTo>
                  <a:pt x="56266" y="150377"/>
                </a:lnTo>
                <a:lnTo>
                  <a:pt x="83216" y="114709"/>
                </a:lnTo>
                <a:lnTo>
                  <a:pt x="114692" y="83240"/>
                </a:lnTo>
                <a:lnTo>
                  <a:pt x="131418" y="70607"/>
                </a:lnTo>
                <a:lnTo>
                  <a:pt x="131418" y="339418"/>
                </a:lnTo>
                <a:lnTo>
                  <a:pt x="133795" y="373260"/>
                </a:lnTo>
                <a:lnTo>
                  <a:pt x="153197" y="436789"/>
                </a:lnTo>
                <a:lnTo>
                  <a:pt x="192160" y="489162"/>
                </a:lnTo>
                <a:lnTo>
                  <a:pt x="250722" y="523641"/>
                </a:lnTo>
                <a:lnTo>
                  <a:pt x="328919" y="533487"/>
                </a:lnTo>
                <a:lnTo>
                  <a:pt x="370487" y="527859"/>
                </a:lnTo>
                <a:lnTo>
                  <a:pt x="407165" y="516195"/>
                </a:lnTo>
                <a:lnTo>
                  <a:pt x="465849" y="477778"/>
                </a:lnTo>
                <a:lnTo>
                  <a:pt x="504972" y="424266"/>
                </a:lnTo>
                <a:lnTo>
                  <a:pt x="524533" y="361696"/>
                </a:lnTo>
                <a:lnTo>
                  <a:pt x="526978" y="328899"/>
                </a:lnTo>
                <a:lnTo>
                  <a:pt x="526978" y="70980"/>
                </a:lnTo>
                <a:lnTo>
                  <a:pt x="543902" y="83022"/>
                </a:lnTo>
                <a:lnTo>
                  <a:pt x="577746" y="114559"/>
                </a:lnTo>
                <a:lnTo>
                  <a:pt x="606699" y="150299"/>
                </a:lnTo>
                <a:lnTo>
                  <a:pt x="629973" y="189913"/>
                </a:lnTo>
                <a:lnTo>
                  <a:pt x="646780" y="233069"/>
                </a:lnTo>
                <a:lnTo>
                  <a:pt x="656331" y="279435"/>
                </a:lnTo>
                <a:lnTo>
                  <a:pt x="657838" y="328681"/>
                </a:lnTo>
                <a:close/>
              </a:path>
              <a:path w="657860" h="657860">
                <a:moveTo>
                  <a:pt x="328919" y="124124"/>
                </a:moveTo>
                <a:lnTo>
                  <a:pt x="287572" y="130001"/>
                </a:lnTo>
                <a:lnTo>
                  <a:pt x="251066" y="142355"/>
                </a:lnTo>
                <a:lnTo>
                  <a:pt x="192590" y="183123"/>
                </a:lnTo>
                <a:lnTo>
                  <a:pt x="153528" y="239689"/>
                </a:lnTo>
                <a:lnTo>
                  <a:pt x="133795" y="305872"/>
                </a:lnTo>
                <a:lnTo>
                  <a:pt x="133795" y="306987"/>
                </a:lnTo>
                <a:lnTo>
                  <a:pt x="131418" y="339418"/>
                </a:lnTo>
                <a:lnTo>
                  <a:pt x="131418" y="70607"/>
                </a:lnTo>
                <a:lnTo>
                  <a:pt x="150377" y="56288"/>
                </a:lnTo>
                <a:lnTo>
                  <a:pt x="189956" y="34169"/>
                </a:lnTo>
                <a:lnTo>
                  <a:pt x="233116" y="17203"/>
                </a:lnTo>
                <a:lnTo>
                  <a:pt x="269110" y="8291"/>
                </a:lnTo>
                <a:lnTo>
                  <a:pt x="269110" y="58897"/>
                </a:lnTo>
                <a:lnTo>
                  <a:pt x="275700" y="88632"/>
                </a:lnTo>
                <a:lnTo>
                  <a:pt x="275700" y="88997"/>
                </a:lnTo>
                <a:lnTo>
                  <a:pt x="295760" y="113171"/>
                </a:lnTo>
                <a:lnTo>
                  <a:pt x="328919" y="124124"/>
                </a:lnTo>
                <a:close/>
              </a:path>
              <a:path w="657860" h="657860">
                <a:moveTo>
                  <a:pt x="388914" y="58897"/>
                </a:moveTo>
                <a:lnTo>
                  <a:pt x="382193" y="89130"/>
                </a:lnTo>
                <a:lnTo>
                  <a:pt x="362181" y="113171"/>
                </a:lnTo>
                <a:lnTo>
                  <a:pt x="328919" y="124124"/>
                </a:lnTo>
                <a:lnTo>
                  <a:pt x="295760" y="113171"/>
                </a:lnTo>
                <a:lnTo>
                  <a:pt x="275700" y="88997"/>
                </a:lnTo>
                <a:lnTo>
                  <a:pt x="275700" y="88632"/>
                </a:lnTo>
                <a:lnTo>
                  <a:pt x="269110" y="58897"/>
                </a:lnTo>
                <a:lnTo>
                  <a:pt x="275700" y="29366"/>
                </a:lnTo>
                <a:lnTo>
                  <a:pt x="295622" y="7435"/>
                </a:lnTo>
                <a:lnTo>
                  <a:pt x="328919" y="0"/>
                </a:lnTo>
                <a:lnTo>
                  <a:pt x="362181" y="7405"/>
                </a:lnTo>
                <a:lnTo>
                  <a:pt x="362319" y="7435"/>
                </a:lnTo>
                <a:lnTo>
                  <a:pt x="382193" y="29245"/>
                </a:lnTo>
                <a:lnTo>
                  <a:pt x="382193" y="28873"/>
                </a:lnTo>
                <a:lnTo>
                  <a:pt x="388914" y="58897"/>
                </a:lnTo>
                <a:close/>
              </a:path>
              <a:path w="657860" h="657860">
                <a:moveTo>
                  <a:pt x="328919" y="0"/>
                </a:moveTo>
                <a:lnTo>
                  <a:pt x="295760" y="7405"/>
                </a:lnTo>
                <a:lnTo>
                  <a:pt x="295622" y="7435"/>
                </a:lnTo>
                <a:lnTo>
                  <a:pt x="275700" y="29366"/>
                </a:lnTo>
                <a:lnTo>
                  <a:pt x="269110" y="58897"/>
                </a:lnTo>
                <a:lnTo>
                  <a:pt x="269110" y="8291"/>
                </a:lnTo>
                <a:lnTo>
                  <a:pt x="279542" y="5707"/>
                </a:lnTo>
                <a:lnTo>
                  <a:pt x="328919" y="0"/>
                </a:lnTo>
                <a:close/>
              </a:path>
              <a:path w="657860" h="657860">
                <a:moveTo>
                  <a:pt x="526978" y="70980"/>
                </a:moveTo>
                <a:lnTo>
                  <a:pt x="526978" y="328899"/>
                </a:lnTo>
                <a:lnTo>
                  <a:pt x="524533" y="296099"/>
                </a:lnTo>
                <a:lnTo>
                  <a:pt x="517198" y="264051"/>
                </a:lnTo>
                <a:lnTo>
                  <a:pt x="487856" y="205229"/>
                </a:lnTo>
                <a:lnTo>
                  <a:pt x="438952" y="158464"/>
                </a:lnTo>
                <a:lnTo>
                  <a:pt x="370487" y="129791"/>
                </a:lnTo>
                <a:lnTo>
                  <a:pt x="328919" y="124124"/>
                </a:lnTo>
                <a:lnTo>
                  <a:pt x="362181" y="113171"/>
                </a:lnTo>
                <a:lnTo>
                  <a:pt x="382193" y="89130"/>
                </a:lnTo>
                <a:lnTo>
                  <a:pt x="388914" y="58897"/>
                </a:lnTo>
                <a:lnTo>
                  <a:pt x="388914" y="8934"/>
                </a:lnTo>
                <a:lnTo>
                  <a:pt x="420911" y="16952"/>
                </a:lnTo>
                <a:lnTo>
                  <a:pt x="464696" y="33888"/>
                </a:lnTo>
                <a:lnTo>
                  <a:pt x="505956" y="56021"/>
                </a:lnTo>
                <a:lnTo>
                  <a:pt x="526978" y="70980"/>
                </a:lnTo>
                <a:close/>
              </a:path>
              <a:path w="657860" h="657860">
                <a:moveTo>
                  <a:pt x="388914" y="8934"/>
                </a:moveTo>
                <a:lnTo>
                  <a:pt x="388914" y="58897"/>
                </a:lnTo>
                <a:lnTo>
                  <a:pt x="382193" y="28873"/>
                </a:lnTo>
                <a:lnTo>
                  <a:pt x="382193" y="29245"/>
                </a:lnTo>
                <a:lnTo>
                  <a:pt x="362319" y="7435"/>
                </a:lnTo>
                <a:lnTo>
                  <a:pt x="328919" y="0"/>
                </a:lnTo>
                <a:lnTo>
                  <a:pt x="375389" y="5545"/>
                </a:lnTo>
                <a:lnTo>
                  <a:pt x="388914" y="8934"/>
                </a:lnTo>
                <a:close/>
              </a:path>
            </a:pathLst>
          </a:custGeom>
          <a:solidFill>
            <a:srgbClr val="AAC7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0" y="0"/>
            <a:ext cx="712470" cy="678180"/>
          </a:xfrm>
          <a:custGeom>
            <a:avLst/>
            <a:gdLst/>
            <a:ahLst/>
            <a:cxnLst/>
            <a:rect l="l" t="t" r="r" b="b"/>
            <a:pathLst>
              <a:path w="712470" h="678180">
                <a:moveTo>
                  <a:pt x="712425" y="90711"/>
                </a:moveTo>
                <a:lnTo>
                  <a:pt x="709153" y="137186"/>
                </a:lnTo>
                <a:lnTo>
                  <a:pt x="702400" y="183085"/>
                </a:lnTo>
                <a:lnTo>
                  <a:pt x="692288" y="228203"/>
                </a:lnTo>
                <a:lnTo>
                  <a:pt x="678939" y="272336"/>
                </a:lnTo>
                <a:lnTo>
                  <a:pt x="662475" y="315279"/>
                </a:lnTo>
                <a:lnTo>
                  <a:pt x="643019" y="356829"/>
                </a:lnTo>
                <a:lnTo>
                  <a:pt x="620693" y="396781"/>
                </a:lnTo>
                <a:lnTo>
                  <a:pt x="595620" y="434931"/>
                </a:lnTo>
                <a:lnTo>
                  <a:pt x="567920" y="471074"/>
                </a:lnTo>
                <a:lnTo>
                  <a:pt x="537717" y="505007"/>
                </a:lnTo>
                <a:lnTo>
                  <a:pt x="505133" y="536525"/>
                </a:lnTo>
                <a:lnTo>
                  <a:pt x="470291" y="565424"/>
                </a:lnTo>
                <a:lnTo>
                  <a:pt x="433311" y="591500"/>
                </a:lnTo>
                <a:lnTo>
                  <a:pt x="394317" y="614548"/>
                </a:lnTo>
                <a:lnTo>
                  <a:pt x="353430" y="634364"/>
                </a:lnTo>
                <a:lnTo>
                  <a:pt x="310774" y="650745"/>
                </a:lnTo>
                <a:lnTo>
                  <a:pt x="266469" y="663484"/>
                </a:lnTo>
                <a:lnTo>
                  <a:pt x="220639" y="672380"/>
                </a:lnTo>
                <a:lnTo>
                  <a:pt x="173406" y="677226"/>
                </a:lnTo>
                <a:lnTo>
                  <a:pt x="124892" y="677820"/>
                </a:lnTo>
                <a:lnTo>
                  <a:pt x="78989" y="674595"/>
                </a:lnTo>
                <a:lnTo>
                  <a:pt x="77088" y="674366"/>
                </a:lnTo>
                <a:lnTo>
                  <a:pt x="32377" y="667802"/>
                </a:lnTo>
                <a:lnTo>
                  <a:pt x="0" y="660561"/>
                </a:lnTo>
                <a:lnTo>
                  <a:pt x="0" y="538549"/>
                </a:lnTo>
                <a:lnTo>
                  <a:pt x="30930" y="546315"/>
                </a:lnTo>
                <a:lnTo>
                  <a:pt x="76339" y="552487"/>
                </a:lnTo>
                <a:lnTo>
                  <a:pt x="77088" y="552529"/>
                </a:lnTo>
                <a:lnTo>
                  <a:pt x="78989" y="552633"/>
                </a:lnTo>
                <a:lnTo>
                  <a:pt x="124892" y="553695"/>
                </a:lnTo>
                <a:lnTo>
                  <a:pt x="170759" y="550026"/>
                </a:lnTo>
                <a:lnTo>
                  <a:pt x="215830" y="542120"/>
                </a:lnTo>
                <a:lnTo>
                  <a:pt x="259794" y="530164"/>
                </a:lnTo>
                <a:lnTo>
                  <a:pt x="302336" y="514344"/>
                </a:lnTo>
                <a:lnTo>
                  <a:pt x="343144" y="494845"/>
                </a:lnTo>
                <a:lnTo>
                  <a:pt x="381906" y="471853"/>
                </a:lnTo>
                <a:lnTo>
                  <a:pt x="418194" y="445637"/>
                </a:lnTo>
                <a:lnTo>
                  <a:pt x="452041" y="416134"/>
                </a:lnTo>
                <a:lnTo>
                  <a:pt x="482788" y="383779"/>
                </a:lnTo>
                <a:lnTo>
                  <a:pt x="510240" y="348674"/>
                </a:lnTo>
                <a:lnTo>
                  <a:pt x="534081" y="311005"/>
                </a:lnTo>
                <a:lnTo>
                  <a:pt x="554001" y="270959"/>
                </a:lnTo>
                <a:lnTo>
                  <a:pt x="569687" y="228720"/>
                </a:lnTo>
                <a:lnTo>
                  <a:pt x="580825" y="184476"/>
                </a:lnTo>
                <a:lnTo>
                  <a:pt x="587104" y="138411"/>
                </a:lnTo>
                <a:lnTo>
                  <a:pt x="588211" y="90711"/>
                </a:lnTo>
                <a:lnTo>
                  <a:pt x="588211" y="0"/>
                </a:lnTo>
                <a:lnTo>
                  <a:pt x="707492" y="0"/>
                </a:lnTo>
                <a:lnTo>
                  <a:pt x="711831" y="42230"/>
                </a:lnTo>
                <a:lnTo>
                  <a:pt x="712425" y="90711"/>
                </a:lnTo>
                <a:close/>
              </a:path>
              <a:path w="712470" h="678180">
                <a:moveTo>
                  <a:pt x="588211" y="0"/>
                </a:moveTo>
                <a:lnTo>
                  <a:pt x="588211" y="90711"/>
                </a:lnTo>
                <a:lnTo>
                  <a:pt x="584500" y="42932"/>
                </a:lnTo>
                <a:lnTo>
                  <a:pt x="577114" y="0"/>
                </a:lnTo>
                <a:lnTo>
                  <a:pt x="588211" y="0"/>
                </a:lnTo>
                <a:close/>
              </a:path>
            </a:pathLst>
          </a:custGeom>
          <a:solidFill>
            <a:srgbClr val="AAC7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2425836" y="287075"/>
            <a:ext cx="658495" cy="657860"/>
          </a:xfrm>
          <a:custGeom>
            <a:avLst/>
            <a:gdLst/>
            <a:ahLst/>
            <a:cxnLst/>
            <a:rect l="l" t="t" r="r" b="b"/>
            <a:pathLst>
              <a:path w="658494" h="657860">
                <a:moveTo>
                  <a:pt x="658086" y="328681"/>
                </a:moveTo>
                <a:lnTo>
                  <a:pt x="652480" y="375118"/>
                </a:lnTo>
                <a:lnTo>
                  <a:pt x="641030" y="420607"/>
                </a:lnTo>
                <a:lnTo>
                  <a:pt x="624061" y="464360"/>
                </a:lnTo>
                <a:lnTo>
                  <a:pt x="601902" y="505590"/>
                </a:lnTo>
                <a:lnTo>
                  <a:pt x="574880" y="543509"/>
                </a:lnTo>
                <a:lnTo>
                  <a:pt x="543320" y="577328"/>
                </a:lnTo>
                <a:lnTo>
                  <a:pt x="507551" y="606260"/>
                </a:lnTo>
                <a:lnTo>
                  <a:pt x="467900" y="629518"/>
                </a:lnTo>
                <a:lnTo>
                  <a:pt x="424692" y="646312"/>
                </a:lnTo>
                <a:lnTo>
                  <a:pt x="378256" y="655857"/>
                </a:lnTo>
                <a:lnTo>
                  <a:pt x="328919" y="657363"/>
                </a:lnTo>
                <a:lnTo>
                  <a:pt x="282510" y="651822"/>
                </a:lnTo>
                <a:lnTo>
                  <a:pt x="237037" y="640431"/>
                </a:lnTo>
                <a:lnTo>
                  <a:pt x="193289" y="623515"/>
                </a:lnTo>
                <a:lnTo>
                  <a:pt x="152054" y="601404"/>
                </a:lnTo>
                <a:lnTo>
                  <a:pt x="114121" y="574424"/>
                </a:lnTo>
                <a:lnTo>
                  <a:pt x="80277" y="542905"/>
                </a:lnTo>
                <a:lnTo>
                  <a:pt x="51311" y="507173"/>
                </a:lnTo>
                <a:lnTo>
                  <a:pt x="28012" y="467557"/>
                </a:lnTo>
                <a:lnTo>
                  <a:pt x="11169" y="424384"/>
                </a:lnTo>
                <a:lnTo>
                  <a:pt x="1568" y="377983"/>
                </a:lnTo>
                <a:lnTo>
                  <a:pt x="0" y="328681"/>
                </a:lnTo>
                <a:lnTo>
                  <a:pt x="5706" y="279346"/>
                </a:lnTo>
                <a:lnTo>
                  <a:pt x="17196" y="232968"/>
                </a:lnTo>
                <a:lnTo>
                  <a:pt x="34154" y="189859"/>
                </a:lnTo>
                <a:lnTo>
                  <a:pt x="56266" y="150331"/>
                </a:lnTo>
                <a:lnTo>
                  <a:pt x="83217" y="114693"/>
                </a:lnTo>
                <a:lnTo>
                  <a:pt x="114692" y="83257"/>
                </a:lnTo>
                <a:lnTo>
                  <a:pt x="131418" y="70638"/>
                </a:lnTo>
                <a:lnTo>
                  <a:pt x="131418" y="339387"/>
                </a:lnTo>
                <a:lnTo>
                  <a:pt x="133795" y="373218"/>
                </a:lnTo>
                <a:lnTo>
                  <a:pt x="153197" y="436716"/>
                </a:lnTo>
                <a:lnTo>
                  <a:pt x="192160" y="489046"/>
                </a:lnTo>
                <a:lnTo>
                  <a:pt x="250722" y="523467"/>
                </a:lnTo>
                <a:lnTo>
                  <a:pt x="328919" y="533239"/>
                </a:lnTo>
                <a:lnTo>
                  <a:pt x="370487" y="527611"/>
                </a:lnTo>
                <a:lnTo>
                  <a:pt x="407165" y="515948"/>
                </a:lnTo>
                <a:lnTo>
                  <a:pt x="465849" y="477532"/>
                </a:lnTo>
                <a:lnTo>
                  <a:pt x="504972" y="424027"/>
                </a:lnTo>
                <a:lnTo>
                  <a:pt x="524533" y="361469"/>
                </a:lnTo>
                <a:lnTo>
                  <a:pt x="526978" y="328681"/>
                </a:lnTo>
                <a:lnTo>
                  <a:pt x="526978" y="70967"/>
                </a:lnTo>
                <a:lnTo>
                  <a:pt x="543925" y="83022"/>
                </a:lnTo>
                <a:lnTo>
                  <a:pt x="577786" y="114558"/>
                </a:lnTo>
                <a:lnTo>
                  <a:pt x="606763" y="150299"/>
                </a:lnTo>
                <a:lnTo>
                  <a:pt x="630069" y="189913"/>
                </a:lnTo>
                <a:lnTo>
                  <a:pt x="646916" y="233069"/>
                </a:lnTo>
                <a:lnTo>
                  <a:pt x="656518" y="279435"/>
                </a:lnTo>
                <a:lnTo>
                  <a:pt x="658086" y="328681"/>
                </a:lnTo>
                <a:close/>
              </a:path>
              <a:path w="658494" h="657860">
                <a:moveTo>
                  <a:pt x="328919" y="124124"/>
                </a:moveTo>
                <a:lnTo>
                  <a:pt x="287572" y="130001"/>
                </a:lnTo>
                <a:lnTo>
                  <a:pt x="251066" y="142355"/>
                </a:lnTo>
                <a:lnTo>
                  <a:pt x="192590" y="183120"/>
                </a:lnTo>
                <a:lnTo>
                  <a:pt x="153528" y="239680"/>
                </a:lnTo>
                <a:lnTo>
                  <a:pt x="133795" y="305850"/>
                </a:lnTo>
                <a:lnTo>
                  <a:pt x="133795" y="306966"/>
                </a:lnTo>
                <a:lnTo>
                  <a:pt x="131418" y="339387"/>
                </a:lnTo>
                <a:lnTo>
                  <a:pt x="131418" y="70638"/>
                </a:lnTo>
                <a:lnTo>
                  <a:pt x="150377" y="56335"/>
                </a:lnTo>
                <a:lnTo>
                  <a:pt x="189956" y="34237"/>
                </a:lnTo>
                <a:lnTo>
                  <a:pt x="233116" y="17274"/>
                </a:lnTo>
                <a:lnTo>
                  <a:pt x="269110" y="8346"/>
                </a:lnTo>
                <a:lnTo>
                  <a:pt x="269110" y="58896"/>
                </a:lnTo>
                <a:lnTo>
                  <a:pt x="275700" y="88632"/>
                </a:lnTo>
                <a:lnTo>
                  <a:pt x="275700" y="88997"/>
                </a:lnTo>
                <a:lnTo>
                  <a:pt x="295761" y="113171"/>
                </a:lnTo>
                <a:lnTo>
                  <a:pt x="328919" y="124124"/>
                </a:lnTo>
                <a:close/>
              </a:path>
              <a:path w="658494" h="657860">
                <a:moveTo>
                  <a:pt x="388914" y="58896"/>
                </a:moveTo>
                <a:lnTo>
                  <a:pt x="382193" y="89130"/>
                </a:lnTo>
                <a:lnTo>
                  <a:pt x="362181" y="113171"/>
                </a:lnTo>
                <a:lnTo>
                  <a:pt x="328919" y="124124"/>
                </a:lnTo>
                <a:lnTo>
                  <a:pt x="295761" y="113171"/>
                </a:lnTo>
                <a:lnTo>
                  <a:pt x="275700" y="88997"/>
                </a:lnTo>
                <a:lnTo>
                  <a:pt x="275700" y="88632"/>
                </a:lnTo>
                <a:lnTo>
                  <a:pt x="269110" y="58896"/>
                </a:lnTo>
                <a:lnTo>
                  <a:pt x="275700" y="29366"/>
                </a:lnTo>
                <a:lnTo>
                  <a:pt x="295622" y="7435"/>
                </a:lnTo>
                <a:lnTo>
                  <a:pt x="328919" y="0"/>
                </a:lnTo>
                <a:lnTo>
                  <a:pt x="362181" y="7405"/>
                </a:lnTo>
                <a:lnTo>
                  <a:pt x="362319" y="7435"/>
                </a:lnTo>
                <a:lnTo>
                  <a:pt x="382193" y="29245"/>
                </a:lnTo>
                <a:lnTo>
                  <a:pt x="382193" y="28873"/>
                </a:lnTo>
                <a:lnTo>
                  <a:pt x="388914" y="58896"/>
                </a:lnTo>
                <a:close/>
              </a:path>
              <a:path w="658494" h="657860">
                <a:moveTo>
                  <a:pt x="328919" y="0"/>
                </a:moveTo>
                <a:lnTo>
                  <a:pt x="295761" y="7405"/>
                </a:lnTo>
                <a:lnTo>
                  <a:pt x="295622" y="7435"/>
                </a:lnTo>
                <a:lnTo>
                  <a:pt x="275700" y="29366"/>
                </a:lnTo>
                <a:lnTo>
                  <a:pt x="269110" y="58896"/>
                </a:lnTo>
                <a:lnTo>
                  <a:pt x="269110" y="8346"/>
                </a:lnTo>
                <a:lnTo>
                  <a:pt x="279542" y="5758"/>
                </a:lnTo>
                <a:lnTo>
                  <a:pt x="328919" y="0"/>
                </a:lnTo>
                <a:close/>
              </a:path>
              <a:path w="658494" h="657860">
                <a:moveTo>
                  <a:pt x="526978" y="70967"/>
                </a:moveTo>
                <a:lnTo>
                  <a:pt x="526978" y="328681"/>
                </a:lnTo>
                <a:lnTo>
                  <a:pt x="524533" y="295893"/>
                </a:lnTo>
                <a:lnTo>
                  <a:pt x="517198" y="263860"/>
                </a:lnTo>
                <a:lnTo>
                  <a:pt x="487856" y="205074"/>
                </a:lnTo>
                <a:lnTo>
                  <a:pt x="438952" y="158360"/>
                </a:lnTo>
                <a:lnTo>
                  <a:pt x="370487" y="129752"/>
                </a:lnTo>
                <a:lnTo>
                  <a:pt x="328919" y="124124"/>
                </a:lnTo>
                <a:lnTo>
                  <a:pt x="362181" y="113171"/>
                </a:lnTo>
                <a:lnTo>
                  <a:pt x="382193" y="89130"/>
                </a:lnTo>
                <a:lnTo>
                  <a:pt x="388914" y="58896"/>
                </a:lnTo>
                <a:lnTo>
                  <a:pt x="388914" y="8934"/>
                </a:lnTo>
                <a:lnTo>
                  <a:pt x="420913" y="16952"/>
                </a:lnTo>
                <a:lnTo>
                  <a:pt x="464701" y="33887"/>
                </a:lnTo>
                <a:lnTo>
                  <a:pt x="505968" y="56021"/>
                </a:lnTo>
                <a:lnTo>
                  <a:pt x="526978" y="70967"/>
                </a:lnTo>
                <a:close/>
              </a:path>
              <a:path w="658494" h="657860">
                <a:moveTo>
                  <a:pt x="388914" y="8934"/>
                </a:moveTo>
                <a:lnTo>
                  <a:pt x="388914" y="58896"/>
                </a:lnTo>
                <a:lnTo>
                  <a:pt x="382193" y="28873"/>
                </a:lnTo>
                <a:lnTo>
                  <a:pt x="382193" y="29245"/>
                </a:lnTo>
                <a:lnTo>
                  <a:pt x="362319" y="7435"/>
                </a:lnTo>
                <a:lnTo>
                  <a:pt x="328919" y="0"/>
                </a:lnTo>
                <a:lnTo>
                  <a:pt x="375389" y="5545"/>
                </a:lnTo>
                <a:lnTo>
                  <a:pt x="388914" y="8934"/>
                </a:lnTo>
                <a:close/>
              </a:path>
            </a:pathLst>
          </a:custGeom>
          <a:solidFill>
            <a:srgbClr val="AAC7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05273" y="827487"/>
            <a:ext cx="9912350" cy="12202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12618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jp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jpg"/><Relationship Id="rId5" Type="http://schemas.openxmlformats.org/officeDocument/2006/relationships/image" Target="../media/image18.jp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jpg"/><Relationship Id="rId5" Type="http://schemas.openxmlformats.org/officeDocument/2006/relationships/image" Target="../media/image21.jp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jpg"/><Relationship Id="rId5" Type="http://schemas.openxmlformats.org/officeDocument/2006/relationships/image" Target="../media/image10.png"/><Relationship Id="rId4" Type="http://schemas.openxmlformats.org/officeDocument/2006/relationships/image" Target="../media/image2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jpg"/><Relationship Id="rId5" Type="http://schemas.openxmlformats.org/officeDocument/2006/relationships/image" Target="../media/image27.jp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jpg"/><Relationship Id="rId5" Type="http://schemas.openxmlformats.org/officeDocument/2006/relationships/image" Target="../media/image30.jp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jpg"/><Relationship Id="rId5" Type="http://schemas.openxmlformats.org/officeDocument/2006/relationships/image" Target="../media/image33.jp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jpg"/><Relationship Id="rId5" Type="http://schemas.openxmlformats.org/officeDocument/2006/relationships/image" Target="../media/image36.jp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0.jpg"/><Relationship Id="rId5" Type="http://schemas.openxmlformats.org/officeDocument/2006/relationships/image" Target="../media/image39.jp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3.jpg"/><Relationship Id="rId5" Type="http://schemas.openxmlformats.org/officeDocument/2006/relationships/image" Target="../media/image10.png"/><Relationship Id="rId4" Type="http://schemas.openxmlformats.org/officeDocument/2006/relationships/image" Target="../media/image42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52225" y="2695979"/>
            <a:ext cx="7915374" cy="186397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2000" spc="965" dirty="0">
                <a:solidFill>
                  <a:srgbClr val="12618A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Trebuchet MS"/>
              </a:rPr>
              <a:t>HEALTH</a:t>
            </a:r>
            <a:endParaRPr sz="12000" dirty="0">
              <a:latin typeface="Segoe UI Black" panose="020B0A02040204020203" pitchFamily="34" charset="0"/>
              <a:ea typeface="Segoe UI Black" panose="020B0A02040204020203" pitchFamily="34" charset="0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34200" y="5059125"/>
            <a:ext cx="6365686" cy="186397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2000" spc="1390" dirty="0">
                <a:solidFill>
                  <a:srgbClr val="12618A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Trebuchet MS"/>
              </a:rPr>
              <a:t>CARE</a:t>
            </a:r>
            <a:endParaRPr sz="12000" dirty="0">
              <a:latin typeface="Segoe UI Black" panose="020B0A02040204020203" pitchFamily="34" charset="0"/>
              <a:ea typeface="Segoe UI Black" panose="020B0A02040204020203" pitchFamily="34" charset="0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8750045"/>
            <a:ext cx="712470" cy="1174750"/>
          </a:xfrm>
          <a:custGeom>
            <a:avLst/>
            <a:gdLst/>
            <a:ahLst/>
            <a:cxnLst/>
            <a:rect l="l" t="t" r="r" b="b"/>
            <a:pathLst>
              <a:path w="712470" h="1174750">
                <a:moveTo>
                  <a:pt x="31445" y="280301"/>
                </a:moveTo>
                <a:lnTo>
                  <a:pt x="24790" y="250609"/>
                </a:lnTo>
                <a:lnTo>
                  <a:pt x="4775" y="228180"/>
                </a:lnTo>
                <a:lnTo>
                  <a:pt x="0" y="226999"/>
                </a:lnTo>
                <a:lnTo>
                  <a:pt x="0" y="335356"/>
                </a:lnTo>
                <a:lnTo>
                  <a:pt x="4699" y="333921"/>
                </a:lnTo>
                <a:lnTo>
                  <a:pt x="24739" y="310375"/>
                </a:lnTo>
                <a:lnTo>
                  <a:pt x="31445" y="280301"/>
                </a:lnTo>
                <a:close/>
              </a:path>
              <a:path w="712470" h="1174750">
                <a:moveTo>
                  <a:pt x="712419" y="587260"/>
                </a:moveTo>
                <a:lnTo>
                  <a:pt x="711822" y="538772"/>
                </a:lnTo>
                <a:lnTo>
                  <a:pt x="706970" y="491578"/>
                </a:lnTo>
                <a:lnTo>
                  <a:pt x="698068" y="445782"/>
                </a:lnTo>
                <a:lnTo>
                  <a:pt x="685330" y="401510"/>
                </a:lnTo>
                <a:lnTo>
                  <a:pt x="668934" y="358876"/>
                </a:lnTo>
                <a:lnTo>
                  <a:pt x="649097" y="318020"/>
                </a:lnTo>
                <a:lnTo>
                  <a:pt x="626033" y="279057"/>
                </a:lnTo>
                <a:lnTo>
                  <a:pt x="599948" y="242100"/>
                </a:lnTo>
                <a:lnTo>
                  <a:pt x="588200" y="227965"/>
                </a:lnTo>
                <a:lnTo>
                  <a:pt x="571017" y="207276"/>
                </a:lnTo>
                <a:lnTo>
                  <a:pt x="539483" y="174713"/>
                </a:lnTo>
                <a:lnTo>
                  <a:pt x="505523" y="144526"/>
                </a:lnTo>
                <a:lnTo>
                  <a:pt x="469353" y="116840"/>
                </a:lnTo>
                <a:lnTo>
                  <a:pt x="431177" y="91770"/>
                </a:lnTo>
                <a:lnTo>
                  <a:pt x="391198" y="69443"/>
                </a:lnTo>
                <a:lnTo>
                  <a:pt x="349618" y="49999"/>
                </a:lnTo>
                <a:lnTo>
                  <a:pt x="306641" y="33528"/>
                </a:lnTo>
                <a:lnTo>
                  <a:pt x="262470" y="20180"/>
                </a:lnTo>
                <a:lnTo>
                  <a:pt x="217322" y="10058"/>
                </a:lnTo>
                <a:lnTo>
                  <a:pt x="172656" y="3479"/>
                </a:lnTo>
                <a:lnTo>
                  <a:pt x="124891" y="0"/>
                </a:lnTo>
                <a:lnTo>
                  <a:pt x="76327" y="3352"/>
                </a:lnTo>
                <a:lnTo>
                  <a:pt x="64795" y="5016"/>
                </a:lnTo>
                <a:lnTo>
                  <a:pt x="29070" y="10172"/>
                </a:lnTo>
                <a:lnTo>
                  <a:pt x="0" y="16611"/>
                </a:lnTo>
                <a:lnTo>
                  <a:pt x="0" y="144894"/>
                </a:lnTo>
                <a:lnTo>
                  <a:pt x="33883" y="135686"/>
                </a:lnTo>
                <a:lnTo>
                  <a:pt x="78981" y="127787"/>
                </a:lnTo>
                <a:lnTo>
                  <a:pt x="124891" y="124117"/>
                </a:lnTo>
                <a:lnTo>
                  <a:pt x="172656" y="127850"/>
                </a:lnTo>
                <a:lnTo>
                  <a:pt x="173367" y="127977"/>
                </a:lnTo>
                <a:lnTo>
                  <a:pt x="218782" y="135801"/>
                </a:lnTo>
                <a:lnTo>
                  <a:pt x="263067" y="147777"/>
                </a:lnTo>
                <a:lnTo>
                  <a:pt x="305333" y="163601"/>
                </a:lnTo>
                <a:lnTo>
                  <a:pt x="345401" y="183095"/>
                </a:lnTo>
                <a:lnTo>
                  <a:pt x="383082" y="206082"/>
                </a:lnTo>
                <a:lnTo>
                  <a:pt x="418185" y="232359"/>
                </a:lnTo>
                <a:lnTo>
                  <a:pt x="450545" y="261759"/>
                </a:lnTo>
                <a:lnTo>
                  <a:pt x="479958" y="294093"/>
                </a:lnTo>
                <a:lnTo>
                  <a:pt x="506260" y="329171"/>
                </a:lnTo>
                <a:lnTo>
                  <a:pt x="529247" y="366826"/>
                </a:lnTo>
                <a:lnTo>
                  <a:pt x="548754" y="406869"/>
                </a:lnTo>
                <a:lnTo>
                  <a:pt x="564591" y="449122"/>
                </a:lnTo>
                <a:lnTo>
                  <a:pt x="576554" y="493382"/>
                </a:lnTo>
                <a:lnTo>
                  <a:pt x="584492" y="539496"/>
                </a:lnTo>
                <a:lnTo>
                  <a:pt x="588200" y="587260"/>
                </a:lnTo>
                <a:lnTo>
                  <a:pt x="587095" y="635000"/>
                </a:lnTo>
                <a:lnTo>
                  <a:pt x="580821" y="681113"/>
                </a:lnTo>
                <a:lnTo>
                  <a:pt x="569683" y="725385"/>
                </a:lnTo>
                <a:lnTo>
                  <a:pt x="553999" y="767651"/>
                </a:lnTo>
                <a:lnTo>
                  <a:pt x="534073" y="807720"/>
                </a:lnTo>
                <a:lnTo>
                  <a:pt x="510235" y="845400"/>
                </a:lnTo>
                <a:lnTo>
                  <a:pt x="482777" y="880516"/>
                </a:lnTo>
                <a:lnTo>
                  <a:pt x="452031" y="912876"/>
                </a:lnTo>
                <a:lnTo>
                  <a:pt x="418185" y="942378"/>
                </a:lnTo>
                <a:lnTo>
                  <a:pt x="381901" y="968603"/>
                </a:lnTo>
                <a:lnTo>
                  <a:pt x="343141" y="991590"/>
                </a:lnTo>
                <a:lnTo>
                  <a:pt x="302323" y="1011097"/>
                </a:lnTo>
                <a:lnTo>
                  <a:pt x="259791" y="1026922"/>
                </a:lnTo>
                <a:lnTo>
                  <a:pt x="215823" y="1038885"/>
                </a:lnTo>
                <a:lnTo>
                  <a:pt x="170751" y="1046797"/>
                </a:lnTo>
                <a:lnTo>
                  <a:pt x="124891" y="1050493"/>
                </a:lnTo>
                <a:lnTo>
                  <a:pt x="78981" y="1049413"/>
                </a:lnTo>
                <a:lnTo>
                  <a:pt x="77076" y="1049299"/>
                </a:lnTo>
                <a:lnTo>
                  <a:pt x="76327" y="1049261"/>
                </a:lnTo>
                <a:lnTo>
                  <a:pt x="30924" y="1043076"/>
                </a:lnTo>
                <a:lnTo>
                  <a:pt x="0" y="1035291"/>
                </a:lnTo>
                <a:lnTo>
                  <a:pt x="0" y="1157300"/>
                </a:lnTo>
                <a:lnTo>
                  <a:pt x="32372" y="1164551"/>
                </a:lnTo>
                <a:lnTo>
                  <a:pt x="77076" y="1171130"/>
                </a:lnTo>
                <a:lnTo>
                  <a:pt x="78981" y="1171371"/>
                </a:lnTo>
                <a:lnTo>
                  <a:pt x="124891" y="1174610"/>
                </a:lnTo>
                <a:lnTo>
                  <a:pt x="173367" y="1174000"/>
                </a:lnTo>
                <a:lnTo>
                  <a:pt x="220573" y="1169149"/>
                </a:lnTo>
                <a:lnTo>
                  <a:pt x="266382" y="1160233"/>
                </a:lnTo>
                <a:lnTo>
                  <a:pt x="310667" y="1147495"/>
                </a:lnTo>
                <a:lnTo>
                  <a:pt x="353314" y="1131100"/>
                </a:lnTo>
                <a:lnTo>
                  <a:pt x="394195" y="1111275"/>
                </a:lnTo>
                <a:lnTo>
                  <a:pt x="433197" y="1088224"/>
                </a:lnTo>
                <a:lnTo>
                  <a:pt x="470179" y="1062139"/>
                </a:lnTo>
                <a:lnTo>
                  <a:pt x="505028" y="1033233"/>
                </a:lnTo>
                <a:lnTo>
                  <a:pt x="537616" y="1001699"/>
                </a:lnTo>
                <a:lnTo>
                  <a:pt x="567829" y="967765"/>
                </a:lnTo>
                <a:lnTo>
                  <a:pt x="595541" y="931608"/>
                </a:lnTo>
                <a:lnTo>
                  <a:pt x="620623" y="893445"/>
                </a:lnTo>
                <a:lnTo>
                  <a:pt x="642962" y="853478"/>
                </a:lnTo>
                <a:lnTo>
                  <a:pt x="662432" y="811923"/>
                </a:lnTo>
                <a:lnTo>
                  <a:pt x="678903" y="768959"/>
                </a:lnTo>
                <a:lnTo>
                  <a:pt x="692264" y="724814"/>
                </a:lnTo>
                <a:lnTo>
                  <a:pt x="702386" y="679678"/>
                </a:lnTo>
                <a:lnTo>
                  <a:pt x="709142" y="633755"/>
                </a:lnTo>
                <a:lnTo>
                  <a:pt x="712419" y="587260"/>
                </a:lnTo>
                <a:close/>
              </a:path>
            </a:pathLst>
          </a:custGeom>
          <a:solidFill>
            <a:srgbClr val="AAC7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2804042"/>
            <a:ext cx="33655" cy="384175"/>
          </a:xfrm>
          <a:custGeom>
            <a:avLst/>
            <a:gdLst/>
            <a:ahLst/>
            <a:cxnLst/>
            <a:rect l="l" t="t" r="r" b="b"/>
            <a:pathLst>
              <a:path w="33655" h="384175">
                <a:moveTo>
                  <a:pt x="33470" y="202354"/>
                </a:moveTo>
                <a:lnTo>
                  <a:pt x="30197" y="248829"/>
                </a:lnTo>
                <a:lnTo>
                  <a:pt x="23440" y="294728"/>
                </a:lnTo>
                <a:lnTo>
                  <a:pt x="13322" y="339846"/>
                </a:lnTo>
                <a:lnTo>
                  <a:pt x="0" y="383979"/>
                </a:lnTo>
                <a:lnTo>
                  <a:pt x="0" y="0"/>
                </a:lnTo>
                <a:lnTo>
                  <a:pt x="19124" y="60863"/>
                </a:lnTo>
                <a:lnTo>
                  <a:pt x="28026" y="106668"/>
                </a:lnTo>
                <a:lnTo>
                  <a:pt x="32876" y="153872"/>
                </a:lnTo>
                <a:lnTo>
                  <a:pt x="33470" y="202354"/>
                </a:lnTo>
                <a:close/>
              </a:path>
            </a:pathLst>
          </a:custGeom>
          <a:solidFill>
            <a:srgbClr val="AAC7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6266651"/>
            <a:ext cx="454025" cy="657860"/>
          </a:xfrm>
          <a:custGeom>
            <a:avLst/>
            <a:gdLst/>
            <a:ahLst/>
            <a:cxnLst/>
            <a:rect l="l" t="t" r="r" b="b"/>
            <a:pathLst>
              <a:path w="454025" h="657859">
                <a:moveTo>
                  <a:pt x="453811" y="328930"/>
                </a:moveTo>
                <a:lnTo>
                  <a:pt x="448261" y="375305"/>
                </a:lnTo>
                <a:lnTo>
                  <a:pt x="436846" y="420745"/>
                </a:lnTo>
                <a:lnTo>
                  <a:pt x="419898" y="464461"/>
                </a:lnTo>
                <a:lnTo>
                  <a:pt x="397749" y="505667"/>
                </a:lnTo>
                <a:lnTo>
                  <a:pt x="370728" y="543573"/>
                </a:lnTo>
                <a:lnTo>
                  <a:pt x="339169" y="577392"/>
                </a:lnTo>
                <a:lnTo>
                  <a:pt x="303402" y="606337"/>
                </a:lnTo>
                <a:lnTo>
                  <a:pt x="263760" y="629619"/>
                </a:lnTo>
                <a:lnTo>
                  <a:pt x="220573" y="646450"/>
                </a:lnTo>
                <a:lnTo>
                  <a:pt x="174173" y="656044"/>
                </a:lnTo>
                <a:lnTo>
                  <a:pt x="124892" y="657611"/>
                </a:lnTo>
                <a:lnTo>
                  <a:pt x="78422" y="652066"/>
                </a:lnTo>
                <a:lnTo>
                  <a:pt x="32900" y="640659"/>
                </a:lnTo>
                <a:lnTo>
                  <a:pt x="0" y="627934"/>
                </a:lnTo>
                <a:lnTo>
                  <a:pt x="0" y="498027"/>
                </a:lnTo>
                <a:lnTo>
                  <a:pt x="14886" y="509060"/>
                </a:lnTo>
                <a:lnTo>
                  <a:pt x="46642" y="523641"/>
                </a:lnTo>
                <a:lnTo>
                  <a:pt x="83309" y="532064"/>
                </a:lnTo>
                <a:lnTo>
                  <a:pt x="124892" y="533487"/>
                </a:lnTo>
                <a:lnTo>
                  <a:pt x="166421" y="527859"/>
                </a:lnTo>
                <a:lnTo>
                  <a:pt x="203064" y="516196"/>
                </a:lnTo>
                <a:lnTo>
                  <a:pt x="261693" y="477778"/>
                </a:lnTo>
                <a:lnTo>
                  <a:pt x="300779" y="424266"/>
                </a:lnTo>
                <a:lnTo>
                  <a:pt x="320322" y="361696"/>
                </a:lnTo>
                <a:lnTo>
                  <a:pt x="322765" y="328899"/>
                </a:lnTo>
                <a:lnTo>
                  <a:pt x="322765" y="71098"/>
                </a:lnTo>
                <a:lnTo>
                  <a:pt x="339690" y="83146"/>
                </a:lnTo>
                <a:lnTo>
                  <a:pt x="373534" y="114683"/>
                </a:lnTo>
                <a:lnTo>
                  <a:pt x="402499" y="150426"/>
                </a:lnTo>
                <a:lnTo>
                  <a:pt x="425798" y="190049"/>
                </a:lnTo>
                <a:lnTo>
                  <a:pt x="442642" y="233225"/>
                </a:lnTo>
                <a:lnTo>
                  <a:pt x="452242" y="279628"/>
                </a:lnTo>
                <a:lnTo>
                  <a:pt x="453811" y="328930"/>
                </a:lnTo>
                <a:close/>
              </a:path>
              <a:path w="454025" h="657859">
                <a:moveTo>
                  <a:pt x="124892" y="124124"/>
                </a:moveTo>
                <a:lnTo>
                  <a:pt x="83309" y="130070"/>
                </a:lnTo>
                <a:lnTo>
                  <a:pt x="46974" y="142355"/>
                </a:lnTo>
                <a:lnTo>
                  <a:pt x="0" y="173320"/>
                </a:lnTo>
                <a:lnTo>
                  <a:pt x="0" y="28698"/>
                </a:lnTo>
                <a:lnTo>
                  <a:pt x="28989" y="17296"/>
                </a:lnTo>
                <a:lnTo>
                  <a:pt x="64896" y="8385"/>
                </a:lnTo>
                <a:lnTo>
                  <a:pt x="64896" y="58897"/>
                </a:lnTo>
                <a:lnTo>
                  <a:pt x="71507" y="88633"/>
                </a:lnTo>
                <a:lnTo>
                  <a:pt x="71507" y="88997"/>
                </a:lnTo>
                <a:lnTo>
                  <a:pt x="91492" y="113005"/>
                </a:lnTo>
                <a:lnTo>
                  <a:pt x="124892" y="124124"/>
                </a:lnTo>
                <a:close/>
              </a:path>
              <a:path w="454025" h="657859">
                <a:moveTo>
                  <a:pt x="184701" y="58897"/>
                </a:moveTo>
                <a:lnTo>
                  <a:pt x="178000" y="89130"/>
                </a:lnTo>
                <a:lnTo>
                  <a:pt x="158050" y="113171"/>
                </a:lnTo>
                <a:lnTo>
                  <a:pt x="124892" y="124124"/>
                </a:lnTo>
                <a:lnTo>
                  <a:pt x="91492" y="113005"/>
                </a:lnTo>
                <a:lnTo>
                  <a:pt x="71507" y="88997"/>
                </a:lnTo>
                <a:lnTo>
                  <a:pt x="71507" y="88633"/>
                </a:lnTo>
                <a:lnTo>
                  <a:pt x="64896" y="58897"/>
                </a:lnTo>
                <a:lnTo>
                  <a:pt x="71507" y="29366"/>
                </a:lnTo>
                <a:lnTo>
                  <a:pt x="91492" y="7436"/>
                </a:lnTo>
                <a:lnTo>
                  <a:pt x="124892" y="0"/>
                </a:lnTo>
                <a:lnTo>
                  <a:pt x="158050" y="7405"/>
                </a:lnTo>
                <a:lnTo>
                  <a:pt x="166421" y="16498"/>
                </a:lnTo>
                <a:lnTo>
                  <a:pt x="178000" y="29245"/>
                </a:lnTo>
                <a:lnTo>
                  <a:pt x="178000" y="28872"/>
                </a:lnTo>
                <a:lnTo>
                  <a:pt x="184701" y="58897"/>
                </a:lnTo>
                <a:close/>
              </a:path>
              <a:path w="454025" h="657859">
                <a:moveTo>
                  <a:pt x="124892" y="0"/>
                </a:moveTo>
                <a:lnTo>
                  <a:pt x="91492" y="7436"/>
                </a:lnTo>
                <a:lnTo>
                  <a:pt x="71507" y="29366"/>
                </a:lnTo>
                <a:lnTo>
                  <a:pt x="64896" y="58897"/>
                </a:lnTo>
                <a:lnTo>
                  <a:pt x="64896" y="8385"/>
                </a:lnTo>
                <a:lnTo>
                  <a:pt x="75457" y="5764"/>
                </a:lnTo>
                <a:lnTo>
                  <a:pt x="124892" y="0"/>
                </a:lnTo>
                <a:close/>
              </a:path>
              <a:path w="454025" h="657859">
                <a:moveTo>
                  <a:pt x="322765" y="71098"/>
                </a:moveTo>
                <a:lnTo>
                  <a:pt x="322765" y="328899"/>
                </a:lnTo>
                <a:lnTo>
                  <a:pt x="320322" y="296099"/>
                </a:lnTo>
                <a:lnTo>
                  <a:pt x="312993" y="264051"/>
                </a:lnTo>
                <a:lnTo>
                  <a:pt x="283679" y="205229"/>
                </a:lnTo>
                <a:lnTo>
                  <a:pt x="234821" y="158464"/>
                </a:lnTo>
                <a:lnTo>
                  <a:pt x="166421" y="129791"/>
                </a:lnTo>
                <a:lnTo>
                  <a:pt x="124892" y="124124"/>
                </a:lnTo>
                <a:lnTo>
                  <a:pt x="158050" y="113171"/>
                </a:lnTo>
                <a:lnTo>
                  <a:pt x="178000" y="89130"/>
                </a:lnTo>
                <a:lnTo>
                  <a:pt x="184701" y="58897"/>
                </a:lnTo>
                <a:lnTo>
                  <a:pt x="184701" y="8973"/>
                </a:lnTo>
                <a:lnTo>
                  <a:pt x="216773" y="17044"/>
                </a:lnTo>
                <a:lnTo>
                  <a:pt x="260521" y="34000"/>
                </a:lnTo>
                <a:lnTo>
                  <a:pt x="301756" y="56143"/>
                </a:lnTo>
                <a:lnTo>
                  <a:pt x="322765" y="71098"/>
                </a:lnTo>
                <a:close/>
              </a:path>
              <a:path w="454025" h="657859">
                <a:moveTo>
                  <a:pt x="184701" y="8973"/>
                </a:moveTo>
                <a:lnTo>
                  <a:pt x="184701" y="58897"/>
                </a:lnTo>
                <a:lnTo>
                  <a:pt x="178000" y="28872"/>
                </a:lnTo>
                <a:lnTo>
                  <a:pt x="178000" y="29245"/>
                </a:lnTo>
                <a:lnTo>
                  <a:pt x="166421" y="16498"/>
                </a:lnTo>
                <a:lnTo>
                  <a:pt x="158050" y="7405"/>
                </a:lnTo>
                <a:lnTo>
                  <a:pt x="124892" y="0"/>
                </a:lnTo>
                <a:lnTo>
                  <a:pt x="171300" y="5601"/>
                </a:lnTo>
                <a:lnTo>
                  <a:pt x="184701" y="8973"/>
                </a:lnTo>
                <a:close/>
              </a:path>
            </a:pathLst>
          </a:custGeom>
          <a:solidFill>
            <a:srgbClr val="AAC7E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0" y="0"/>
            <a:ext cx="18291175" cy="10287000"/>
            <a:chOff x="0" y="0"/>
            <a:chExt cx="18291175" cy="102870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71248" y="4737258"/>
              <a:ext cx="5319675" cy="554974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0" y="0"/>
              <a:ext cx="712470" cy="678180"/>
            </a:xfrm>
            <a:custGeom>
              <a:avLst/>
              <a:gdLst/>
              <a:ahLst/>
              <a:cxnLst/>
              <a:rect l="l" t="t" r="r" b="b"/>
              <a:pathLst>
                <a:path w="712470" h="678180">
                  <a:moveTo>
                    <a:pt x="712425" y="90711"/>
                  </a:moveTo>
                  <a:lnTo>
                    <a:pt x="709153" y="137186"/>
                  </a:lnTo>
                  <a:lnTo>
                    <a:pt x="702400" y="183085"/>
                  </a:lnTo>
                  <a:lnTo>
                    <a:pt x="692288" y="228203"/>
                  </a:lnTo>
                  <a:lnTo>
                    <a:pt x="678939" y="272336"/>
                  </a:lnTo>
                  <a:lnTo>
                    <a:pt x="662475" y="315279"/>
                  </a:lnTo>
                  <a:lnTo>
                    <a:pt x="643019" y="356829"/>
                  </a:lnTo>
                  <a:lnTo>
                    <a:pt x="620693" y="396781"/>
                  </a:lnTo>
                  <a:lnTo>
                    <a:pt x="595620" y="434931"/>
                  </a:lnTo>
                  <a:lnTo>
                    <a:pt x="567920" y="471074"/>
                  </a:lnTo>
                  <a:lnTo>
                    <a:pt x="537717" y="505007"/>
                  </a:lnTo>
                  <a:lnTo>
                    <a:pt x="505133" y="536525"/>
                  </a:lnTo>
                  <a:lnTo>
                    <a:pt x="470291" y="565424"/>
                  </a:lnTo>
                  <a:lnTo>
                    <a:pt x="433311" y="591500"/>
                  </a:lnTo>
                  <a:lnTo>
                    <a:pt x="394317" y="614548"/>
                  </a:lnTo>
                  <a:lnTo>
                    <a:pt x="353430" y="634364"/>
                  </a:lnTo>
                  <a:lnTo>
                    <a:pt x="310774" y="650745"/>
                  </a:lnTo>
                  <a:lnTo>
                    <a:pt x="266469" y="663484"/>
                  </a:lnTo>
                  <a:lnTo>
                    <a:pt x="220639" y="672380"/>
                  </a:lnTo>
                  <a:lnTo>
                    <a:pt x="173406" y="677226"/>
                  </a:lnTo>
                  <a:lnTo>
                    <a:pt x="124892" y="677820"/>
                  </a:lnTo>
                  <a:lnTo>
                    <a:pt x="78989" y="674595"/>
                  </a:lnTo>
                  <a:lnTo>
                    <a:pt x="77088" y="674366"/>
                  </a:lnTo>
                  <a:lnTo>
                    <a:pt x="32377" y="667802"/>
                  </a:lnTo>
                  <a:lnTo>
                    <a:pt x="0" y="660561"/>
                  </a:lnTo>
                  <a:lnTo>
                    <a:pt x="0" y="538549"/>
                  </a:lnTo>
                  <a:lnTo>
                    <a:pt x="30930" y="546315"/>
                  </a:lnTo>
                  <a:lnTo>
                    <a:pt x="76339" y="552487"/>
                  </a:lnTo>
                  <a:lnTo>
                    <a:pt x="77088" y="552529"/>
                  </a:lnTo>
                  <a:lnTo>
                    <a:pt x="78989" y="552633"/>
                  </a:lnTo>
                  <a:lnTo>
                    <a:pt x="124892" y="553695"/>
                  </a:lnTo>
                  <a:lnTo>
                    <a:pt x="170759" y="550026"/>
                  </a:lnTo>
                  <a:lnTo>
                    <a:pt x="215830" y="542120"/>
                  </a:lnTo>
                  <a:lnTo>
                    <a:pt x="259794" y="530164"/>
                  </a:lnTo>
                  <a:lnTo>
                    <a:pt x="302336" y="514344"/>
                  </a:lnTo>
                  <a:lnTo>
                    <a:pt x="343144" y="494845"/>
                  </a:lnTo>
                  <a:lnTo>
                    <a:pt x="381906" y="471853"/>
                  </a:lnTo>
                  <a:lnTo>
                    <a:pt x="418194" y="445637"/>
                  </a:lnTo>
                  <a:lnTo>
                    <a:pt x="452041" y="416134"/>
                  </a:lnTo>
                  <a:lnTo>
                    <a:pt x="482788" y="383779"/>
                  </a:lnTo>
                  <a:lnTo>
                    <a:pt x="510240" y="348674"/>
                  </a:lnTo>
                  <a:lnTo>
                    <a:pt x="534081" y="311005"/>
                  </a:lnTo>
                  <a:lnTo>
                    <a:pt x="554001" y="270959"/>
                  </a:lnTo>
                  <a:lnTo>
                    <a:pt x="569687" y="228720"/>
                  </a:lnTo>
                  <a:lnTo>
                    <a:pt x="580825" y="184476"/>
                  </a:lnTo>
                  <a:lnTo>
                    <a:pt x="587104" y="138411"/>
                  </a:lnTo>
                  <a:lnTo>
                    <a:pt x="588211" y="90711"/>
                  </a:lnTo>
                  <a:lnTo>
                    <a:pt x="588211" y="0"/>
                  </a:lnTo>
                  <a:lnTo>
                    <a:pt x="707492" y="0"/>
                  </a:lnTo>
                  <a:lnTo>
                    <a:pt x="711831" y="42230"/>
                  </a:lnTo>
                  <a:lnTo>
                    <a:pt x="712425" y="90711"/>
                  </a:lnTo>
                  <a:close/>
                </a:path>
                <a:path w="712470" h="678180">
                  <a:moveTo>
                    <a:pt x="588211" y="0"/>
                  </a:moveTo>
                  <a:lnTo>
                    <a:pt x="588211" y="90711"/>
                  </a:lnTo>
                  <a:lnTo>
                    <a:pt x="584500" y="42932"/>
                  </a:lnTo>
                  <a:lnTo>
                    <a:pt x="577114" y="0"/>
                  </a:lnTo>
                  <a:lnTo>
                    <a:pt x="588211" y="0"/>
                  </a:lnTo>
                  <a:close/>
                </a:path>
              </a:pathLst>
            </a:custGeom>
            <a:solidFill>
              <a:srgbClr val="AAC7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2566" y="17103"/>
              <a:ext cx="4693748" cy="392201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0016" y="4284878"/>
              <a:ext cx="4606415" cy="600212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477053" y="0"/>
              <a:ext cx="5001504" cy="457537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200087" y="0"/>
              <a:ext cx="2409825" cy="2046605"/>
            </a:xfrm>
            <a:custGeom>
              <a:avLst/>
              <a:gdLst/>
              <a:ahLst/>
              <a:cxnLst/>
              <a:rect l="l" t="t" r="r" b="b"/>
              <a:pathLst>
                <a:path w="2409825" h="2046605">
                  <a:moveTo>
                    <a:pt x="2409431" y="1212862"/>
                  </a:moveTo>
                  <a:lnTo>
                    <a:pt x="2381046" y="1150188"/>
                  </a:lnTo>
                  <a:lnTo>
                    <a:pt x="2351989" y="1123899"/>
                  </a:lnTo>
                  <a:lnTo>
                    <a:pt x="2316327" y="1097940"/>
                  </a:lnTo>
                  <a:lnTo>
                    <a:pt x="2276030" y="1070317"/>
                  </a:lnTo>
                  <a:lnTo>
                    <a:pt x="2235263" y="1043241"/>
                  </a:lnTo>
                  <a:lnTo>
                    <a:pt x="2194102" y="1016596"/>
                  </a:lnTo>
                  <a:lnTo>
                    <a:pt x="2152612" y="990320"/>
                  </a:lnTo>
                  <a:lnTo>
                    <a:pt x="2110879" y="964323"/>
                  </a:lnTo>
                  <a:lnTo>
                    <a:pt x="2068957" y="938491"/>
                  </a:lnTo>
                  <a:lnTo>
                    <a:pt x="1942846" y="861275"/>
                  </a:lnTo>
                  <a:lnTo>
                    <a:pt x="1900936" y="835329"/>
                  </a:lnTo>
                  <a:lnTo>
                    <a:pt x="1891004" y="829106"/>
                  </a:lnTo>
                  <a:lnTo>
                    <a:pt x="1926247" y="807834"/>
                  </a:lnTo>
                  <a:lnTo>
                    <a:pt x="2024087" y="748169"/>
                  </a:lnTo>
                  <a:lnTo>
                    <a:pt x="2216747" y="629996"/>
                  </a:lnTo>
                  <a:lnTo>
                    <a:pt x="2260041" y="603656"/>
                  </a:lnTo>
                  <a:lnTo>
                    <a:pt x="2299957" y="579602"/>
                  </a:lnTo>
                  <a:lnTo>
                    <a:pt x="2335746" y="558330"/>
                  </a:lnTo>
                  <a:lnTo>
                    <a:pt x="2366695" y="540372"/>
                  </a:lnTo>
                  <a:lnTo>
                    <a:pt x="2389860" y="521169"/>
                  </a:lnTo>
                  <a:lnTo>
                    <a:pt x="2403792" y="496125"/>
                  </a:lnTo>
                  <a:lnTo>
                    <a:pt x="2409355" y="465950"/>
                  </a:lnTo>
                  <a:lnTo>
                    <a:pt x="2407386" y="431431"/>
                  </a:lnTo>
                  <a:lnTo>
                    <a:pt x="2398738" y="393293"/>
                  </a:lnTo>
                  <a:lnTo>
                    <a:pt x="2384260" y="352285"/>
                  </a:lnTo>
                  <a:lnTo>
                    <a:pt x="2364803" y="309168"/>
                  </a:lnTo>
                  <a:lnTo>
                    <a:pt x="2341219" y="264693"/>
                  </a:lnTo>
                  <a:lnTo>
                    <a:pt x="2314333" y="219595"/>
                  </a:lnTo>
                  <a:lnTo>
                    <a:pt x="2285022" y="174625"/>
                  </a:lnTo>
                  <a:lnTo>
                    <a:pt x="2254123" y="130543"/>
                  </a:lnTo>
                  <a:lnTo>
                    <a:pt x="2222474" y="88099"/>
                  </a:lnTo>
                  <a:lnTo>
                    <a:pt x="2190940" y="48031"/>
                  </a:lnTo>
                  <a:lnTo>
                    <a:pt x="2160346" y="11087"/>
                  </a:lnTo>
                  <a:lnTo>
                    <a:pt x="2150694" y="0"/>
                  </a:lnTo>
                  <a:lnTo>
                    <a:pt x="1897875" y="0"/>
                  </a:lnTo>
                  <a:lnTo>
                    <a:pt x="1820354" y="46266"/>
                  </a:lnTo>
                  <a:lnTo>
                    <a:pt x="1770037" y="77419"/>
                  </a:lnTo>
                  <a:lnTo>
                    <a:pt x="1718424" y="109855"/>
                  </a:lnTo>
                  <a:lnTo>
                    <a:pt x="1563509" y="207924"/>
                  </a:lnTo>
                  <a:lnTo>
                    <a:pt x="1562112" y="208800"/>
                  </a:lnTo>
                  <a:lnTo>
                    <a:pt x="1562087" y="207086"/>
                  </a:lnTo>
                  <a:lnTo>
                    <a:pt x="1560880" y="152476"/>
                  </a:lnTo>
                  <a:lnTo>
                    <a:pt x="1556727" y="0"/>
                  </a:lnTo>
                  <a:lnTo>
                    <a:pt x="852690" y="0"/>
                  </a:lnTo>
                  <a:lnTo>
                    <a:pt x="860005" y="168478"/>
                  </a:lnTo>
                  <a:lnTo>
                    <a:pt x="861834" y="217868"/>
                  </a:lnTo>
                  <a:lnTo>
                    <a:pt x="845934" y="207924"/>
                  </a:lnTo>
                  <a:lnTo>
                    <a:pt x="691019" y="109855"/>
                  </a:lnTo>
                  <a:lnTo>
                    <a:pt x="639406" y="77419"/>
                  </a:lnTo>
                  <a:lnTo>
                    <a:pt x="589089" y="46266"/>
                  </a:lnTo>
                  <a:lnTo>
                    <a:pt x="540854" y="17106"/>
                  </a:lnTo>
                  <a:lnTo>
                    <a:pt x="511568" y="0"/>
                  </a:lnTo>
                  <a:lnTo>
                    <a:pt x="258724" y="0"/>
                  </a:lnTo>
                  <a:lnTo>
                    <a:pt x="218490" y="48031"/>
                  </a:lnTo>
                  <a:lnTo>
                    <a:pt x="186944" y="88099"/>
                  </a:lnTo>
                  <a:lnTo>
                    <a:pt x="155308" y="130543"/>
                  </a:lnTo>
                  <a:lnTo>
                    <a:pt x="124396" y="174625"/>
                  </a:lnTo>
                  <a:lnTo>
                    <a:pt x="95084" y="219595"/>
                  </a:lnTo>
                  <a:lnTo>
                    <a:pt x="68211" y="264693"/>
                  </a:lnTo>
                  <a:lnTo>
                    <a:pt x="44615" y="309168"/>
                  </a:lnTo>
                  <a:lnTo>
                    <a:pt x="25158" y="352285"/>
                  </a:lnTo>
                  <a:lnTo>
                    <a:pt x="10693" y="393293"/>
                  </a:lnTo>
                  <a:lnTo>
                    <a:pt x="2044" y="431431"/>
                  </a:lnTo>
                  <a:lnTo>
                    <a:pt x="88" y="465950"/>
                  </a:lnTo>
                  <a:lnTo>
                    <a:pt x="5638" y="496125"/>
                  </a:lnTo>
                  <a:lnTo>
                    <a:pt x="19583" y="521169"/>
                  </a:lnTo>
                  <a:lnTo>
                    <a:pt x="42735" y="540372"/>
                  </a:lnTo>
                  <a:lnTo>
                    <a:pt x="73698" y="558330"/>
                  </a:lnTo>
                  <a:lnTo>
                    <a:pt x="109486" y="579602"/>
                  </a:lnTo>
                  <a:lnTo>
                    <a:pt x="149402" y="603656"/>
                  </a:lnTo>
                  <a:lnTo>
                    <a:pt x="192709" y="629996"/>
                  </a:lnTo>
                  <a:lnTo>
                    <a:pt x="385356" y="748169"/>
                  </a:lnTo>
                  <a:lnTo>
                    <a:pt x="483196" y="807834"/>
                  </a:lnTo>
                  <a:lnTo>
                    <a:pt x="518426" y="829106"/>
                  </a:lnTo>
                  <a:lnTo>
                    <a:pt x="508495" y="835329"/>
                  </a:lnTo>
                  <a:lnTo>
                    <a:pt x="466585" y="861275"/>
                  </a:lnTo>
                  <a:lnTo>
                    <a:pt x="340474" y="938491"/>
                  </a:lnTo>
                  <a:lnTo>
                    <a:pt x="298564" y="964323"/>
                  </a:lnTo>
                  <a:lnTo>
                    <a:pt x="256819" y="990320"/>
                  </a:lnTo>
                  <a:lnTo>
                    <a:pt x="215328" y="1016596"/>
                  </a:lnTo>
                  <a:lnTo>
                    <a:pt x="174167" y="1043241"/>
                  </a:lnTo>
                  <a:lnTo>
                    <a:pt x="133400" y="1070317"/>
                  </a:lnTo>
                  <a:lnTo>
                    <a:pt x="93091" y="1097940"/>
                  </a:lnTo>
                  <a:lnTo>
                    <a:pt x="57442" y="1123899"/>
                  </a:lnTo>
                  <a:lnTo>
                    <a:pt x="28384" y="1150188"/>
                  </a:lnTo>
                  <a:lnTo>
                    <a:pt x="0" y="1212862"/>
                  </a:lnTo>
                  <a:lnTo>
                    <a:pt x="5626" y="1253807"/>
                  </a:lnTo>
                  <a:lnTo>
                    <a:pt x="27762" y="1304175"/>
                  </a:lnTo>
                  <a:lnTo>
                    <a:pt x="68897" y="1366278"/>
                  </a:lnTo>
                  <a:lnTo>
                    <a:pt x="68757" y="1365910"/>
                  </a:lnTo>
                  <a:lnTo>
                    <a:pt x="89192" y="1400632"/>
                  </a:lnTo>
                  <a:lnTo>
                    <a:pt x="161899" y="1521968"/>
                  </a:lnTo>
                  <a:lnTo>
                    <a:pt x="194017" y="1571777"/>
                  </a:lnTo>
                  <a:lnTo>
                    <a:pt x="223151" y="1607972"/>
                  </a:lnTo>
                  <a:lnTo>
                    <a:pt x="281736" y="1643697"/>
                  </a:lnTo>
                  <a:lnTo>
                    <a:pt x="315836" y="1645348"/>
                  </a:lnTo>
                  <a:lnTo>
                    <a:pt x="356235" y="1637576"/>
                  </a:lnTo>
                  <a:lnTo>
                    <a:pt x="405257" y="1621434"/>
                  </a:lnTo>
                  <a:lnTo>
                    <a:pt x="465226" y="1597964"/>
                  </a:lnTo>
                  <a:lnTo>
                    <a:pt x="512254" y="1578559"/>
                  </a:lnTo>
                  <a:lnTo>
                    <a:pt x="558990" y="1558493"/>
                  </a:lnTo>
                  <a:lnTo>
                    <a:pt x="605459" y="1537817"/>
                  </a:lnTo>
                  <a:lnTo>
                    <a:pt x="651662" y="1516557"/>
                  </a:lnTo>
                  <a:lnTo>
                    <a:pt x="697623" y="1494751"/>
                  </a:lnTo>
                  <a:lnTo>
                    <a:pt x="743369" y="1472450"/>
                  </a:lnTo>
                  <a:lnTo>
                    <a:pt x="788885" y="1449666"/>
                  </a:lnTo>
                  <a:lnTo>
                    <a:pt x="834224" y="1426451"/>
                  </a:lnTo>
                  <a:lnTo>
                    <a:pt x="879233" y="1402918"/>
                  </a:lnTo>
                  <a:lnTo>
                    <a:pt x="880643" y="1445056"/>
                  </a:lnTo>
                  <a:lnTo>
                    <a:pt x="884834" y="1592872"/>
                  </a:lnTo>
                  <a:lnTo>
                    <a:pt x="886371" y="1642084"/>
                  </a:lnTo>
                  <a:lnTo>
                    <a:pt x="888149" y="1691233"/>
                  </a:lnTo>
                  <a:lnTo>
                    <a:pt x="890282" y="1740293"/>
                  </a:lnTo>
                  <a:lnTo>
                    <a:pt x="892898" y="1789252"/>
                  </a:lnTo>
                  <a:lnTo>
                    <a:pt x="896086" y="1838096"/>
                  </a:lnTo>
                  <a:lnTo>
                    <a:pt x="899985" y="1886800"/>
                  </a:lnTo>
                  <a:lnTo>
                    <a:pt x="904760" y="1930654"/>
                  </a:lnTo>
                  <a:lnTo>
                    <a:pt x="913091" y="1968931"/>
                  </a:lnTo>
                  <a:lnTo>
                    <a:pt x="953325" y="2024748"/>
                  </a:lnTo>
                  <a:lnTo>
                    <a:pt x="991628" y="2040255"/>
                  </a:lnTo>
                  <a:lnTo>
                    <a:pt x="1046340" y="2046122"/>
                  </a:lnTo>
                  <a:lnTo>
                    <a:pt x="1120673" y="2041359"/>
                  </a:lnTo>
                  <a:lnTo>
                    <a:pt x="1120279" y="2041283"/>
                  </a:lnTo>
                  <a:lnTo>
                    <a:pt x="1160564" y="2040839"/>
                  </a:lnTo>
                  <a:lnTo>
                    <a:pt x="1302004" y="2038184"/>
                  </a:lnTo>
                  <a:lnTo>
                    <a:pt x="1361186" y="2035124"/>
                  </a:lnTo>
                  <a:lnTo>
                    <a:pt x="1407083" y="2027872"/>
                  </a:lnTo>
                  <a:lnTo>
                    <a:pt x="1467243" y="1994852"/>
                  </a:lnTo>
                  <a:lnTo>
                    <a:pt x="1499006" y="1927199"/>
                  </a:lnTo>
                  <a:lnTo>
                    <a:pt x="1509407" y="1876640"/>
                  </a:lnTo>
                  <a:lnTo>
                    <a:pt x="1518907" y="1812950"/>
                  </a:lnTo>
                  <a:lnTo>
                    <a:pt x="1525473" y="1762493"/>
                  </a:lnTo>
                  <a:lnTo>
                    <a:pt x="1531340" y="1711972"/>
                  </a:lnTo>
                  <a:lnTo>
                    <a:pt x="1536534" y="1661388"/>
                  </a:lnTo>
                  <a:lnTo>
                    <a:pt x="1541094" y="1610728"/>
                  </a:lnTo>
                  <a:lnTo>
                    <a:pt x="1545069" y="1560004"/>
                  </a:lnTo>
                  <a:lnTo>
                    <a:pt x="1548485" y="1509242"/>
                  </a:lnTo>
                  <a:lnTo>
                    <a:pt x="1551393" y="1458417"/>
                  </a:lnTo>
                  <a:lnTo>
                    <a:pt x="1553451" y="1415072"/>
                  </a:lnTo>
                  <a:lnTo>
                    <a:pt x="1575231" y="1426451"/>
                  </a:lnTo>
                  <a:lnTo>
                    <a:pt x="1620558" y="1449666"/>
                  </a:lnTo>
                  <a:lnTo>
                    <a:pt x="1666087" y="1472450"/>
                  </a:lnTo>
                  <a:lnTo>
                    <a:pt x="1711820" y="1494751"/>
                  </a:lnTo>
                  <a:lnTo>
                    <a:pt x="1757781" y="1516557"/>
                  </a:lnTo>
                  <a:lnTo>
                    <a:pt x="1803996" y="1537817"/>
                  </a:lnTo>
                  <a:lnTo>
                    <a:pt x="1850453" y="1558493"/>
                  </a:lnTo>
                  <a:lnTo>
                    <a:pt x="1897189" y="1578559"/>
                  </a:lnTo>
                  <a:lnTo>
                    <a:pt x="1944217" y="1597964"/>
                  </a:lnTo>
                  <a:lnTo>
                    <a:pt x="2004187" y="1621434"/>
                  </a:lnTo>
                  <a:lnTo>
                    <a:pt x="2053209" y="1637576"/>
                  </a:lnTo>
                  <a:lnTo>
                    <a:pt x="2093607" y="1645348"/>
                  </a:lnTo>
                  <a:lnTo>
                    <a:pt x="2127707" y="1643697"/>
                  </a:lnTo>
                  <a:lnTo>
                    <a:pt x="2186292" y="1607972"/>
                  </a:lnTo>
                  <a:lnTo>
                    <a:pt x="2215413" y="1571777"/>
                  </a:lnTo>
                  <a:lnTo>
                    <a:pt x="2247544" y="1521968"/>
                  </a:lnTo>
                  <a:lnTo>
                    <a:pt x="2320239" y="1400632"/>
                  </a:lnTo>
                  <a:lnTo>
                    <a:pt x="2340660" y="1365910"/>
                  </a:lnTo>
                  <a:lnTo>
                    <a:pt x="2340546" y="1366278"/>
                  </a:lnTo>
                  <a:lnTo>
                    <a:pt x="2381669" y="1304175"/>
                  </a:lnTo>
                  <a:lnTo>
                    <a:pt x="2403805" y="1253807"/>
                  </a:lnTo>
                  <a:lnTo>
                    <a:pt x="2409431" y="1212862"/>
                  </a:lnTo>
                  <a:close/>
                </a:path>
              </a:pathLst>
            </a:custGeom>
            <a:solidFill>
              <a:srgbClr val="2D8BB9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362801" y="338297"/>
              <a:ext cx="84455" cy="1213485"/>
            </a:xfrm>
            <a:custGeom>
              <a:avLst/>
              <a:gdLst/>
              <a:ahLst/>
              <a:cxnLst/>
              <a:rect l="l" t="t" r="r" b="b"/>
              <a:pathLst>
                <a:path w="84454" h="1213485">
                  <a:moveTo>
                    <a:pt x="18442" y="1213099"/>
                  </a:moveTo>
                  <a:lnTo>
                    <a:pt x="7527" y="1173279"/>
                  </a:lnTo>
                  <a:lnTo>
                    <a:pt x="5460" y="1091128"/>
                  </a:lnTo>
                  <a:lnTo>
                    <a:pt x="4903" y="1043948"/>
                  </a:lnTo>
                  <a:lnTo>
                    <a:pt x="3832" y="901749"/>
                  </a:lnTo>
                  <a:lnTo>
                    <a:pt x="2762" y="802832"/>
                  </a:lnTo>
                  <a:lnTo>
                    <a:pt x="2388" y="751219"/>
                  </a:lnTo>
                  <a:lnTo>
                    <a:pt x="2061" y="647850"/>
                  </a:lnTo>
                  <a:lnTo>
                    <a:pt x="2123" y="389192"/>
                  </a:lnTo>
                  <a:lnTo>
                    <a:pt x="1793" y="331022"/>
                  </a:lnTo>
                  <a:lnTo>
                    <a:pt x="431" y="197670"/>
                  </a:lnTo>
                  <a:lnTo>
                    <a:pt x="0" y="134193"/>
                  </a:lnTo>
                  <a:lnTo>
                    <a:pt x="135" y="80652"/>
                  </a:lnTo>
                  <a:lnTo>
                    <a:pt x="1137" y="42900"/>
                  </a:lnTo>
                  <a:lnTo>
                    <a:pt x="3306" y="26788"/>
                  </a:lnTo>
                  <a:lnTo>
                    <a:pt x="23410" y="9826"/>
                  </a:lnTo>
                  <a:lnTo>
                    <a:pt x="49698" y="0"/>
                  </a:lnTo>
                  <a:lnTo>
                    <a:pt x="72528" y="10704"/>
                  </a:lnTo>
                  <a:lnTo>
                    <a:pt x="82254" y="55337"/>
                  </a:lnTo>
                  <a:lnTo>
                    <a:pt x="82360" y="95672"/>
                  </a:lnTo>
                  <a:lnTo>
                    <a:pt x="84035" y="374297"/>
                  </a:lnTo>
                  <a:lnTo>
                    <a:pt x="83744" y="465238"/>
                  </a:lnTo>
                  <a:lnTo>
                    <a:pt x="83589" y="809268"/>
                  </a:lnTo>
                  <a:lnTo>
                    <a:pt x="82912" y="907390"/>
                  </a:lnTo>
                  <a:lnTo>
                    <a:pt x="82285" y="956337"/>
                  </a:lnTo>
                  <a:lnTo>
                    <a:pt x="81416" y="1005186"/>
                  </a:lnTo>
                  <a:lnTo>
                    <a:pt x="80270" y="1053919"/>
                  </a:lnTo>
                  <a:lnTo>
                    <a:pt x="78810" y="1102520"/>
                  </a:lnTo>
                  <a:lnTo>
                    <a:pt x="76485" y="1157512"/>
                  </a:lnTo>
                  <a:lnTo>
                    <a:pt x="65717" y="1205973"/>
                  </a:lnTo>
                  <a:lnTo>
                    <a:pt x="32105" y="1212436"/>
                  </a:lnTo>
                  <a:lnTo>
                    <a:pt x="18442" y="1213099"/>
                  </a:lnTo>
                  <a:close/>
                </a:path>
              </a:pathLst>
            </a:custGeom>
            <a:solidFill>
              <a:srgbClr val="FFFFF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00543" y="11009"/>
              <a:ext cx="206325" cy="20362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271855" y="0"/>
              <a:ext cx="2265680" cy="1974850"/>
            </a:xfrm>
            <a:custGeom>
              <a:avLst/>
              <a:gdLst/>
              <a:ahLst/>
              <a:cxnLst/>
              <a:rect l="l" t="t" r="r" b="b"/>
              <a:pathLst>
                <a:path w="2265679" h="1974850">
                  <a:moveTo>
                    <a:pt x="276593" y="1527632"/>
                  </a:moveTo>
                  <a:lnTo>
                    <a:pt x="272986" y="1520253"/>
                  </a:lnTo>
                  <a:lnTo>
                    <a:pt x="266230" y="1517929"/>
                  </a:lnTo>
                  <a:lnTo>
                    <a:pt x="242874" y="1501597"/>
                  </a:lnTo>
                  <a:lnTo>
                    <a:pt x="211175" y="1468374"/>
                  </a:lnTo>
                  <a:lnTo>
                    <a:pt x="174358" y="1423238"/>
                  </a:lnTo>
                  <a:lnTo>
                    <a:pt x="135661" y="1371130"/>
                  </a:lnTo>
                  <a:lnTo>
                    <a:pt x="98323" y="1317028"/>
                  </a:lnTo>
                  <a:lnTo>
                    <a:pt x="65582" y="1265897"/>
                  </a:lnTo>
                  <a:lnTo>
                    <a:pt x="40678" y="1222679"/>
                  </a:lnTo>
                  <a:lnTo>
                    <a:pt x="24625" y="1185570"/>
                  </a:lnTo>
                  <a:lnTo>
                    <a:pt x="17310" y="1181836"/>
                  </a:lnTo>
                  <a:lnTo>
                    <a:pt x="3721" y="1186268"/>
                  </a:lnTo>
                  <a:lnTo>
                    <a:pt x="0" y="1193571"/>
                  </a:lnTo>
                  <a:lnTo>
                    <a:pt x="2209" y="1200365"/>
                  </a:lnTo>
                  <a:lnTo>
                    <a:pt x="35420" y="1265682"/>
                  </a:lnTo>
                  <a:lnTo>
                    <a:pt x="63715" y="1311452"/>
                  </a:lnTo>
                  <a:lnTo>
                    <a:pt x="96862" y="1361160"/>
                  </a:lnTo>
                  <a:lnTo>
                    <a:pt x="132638" y="1411198"/>
                  </a:lnTo>
                  <a:lnTo>
                    <a:pt x="168833" y="1457947"/>
                  </a:lnTo>
                  <a:lnTo>
                    <a:pt x="203238" y="1497812"/>
                  </a:lnTo>
                  <a:lnTo>
                    <a:pt x="233629" y="1527175"/>
                  </a:lnTo>
                  <a:lnTo>
                    <a:pt x="260604" y="1543138"/>
                  </a:lnTo>
                  <a:lnTo>
                    <a:pt x="262013" y="1543138"/>
                  </a:lnTo>
                  <a:lnTo>
                    <a:pt x="267373" y="1543138"/>
                  </a:lnTo>
                  <a:lnTo>
                    <a:pt x="272402" y="1539760"/>
                  </a:lnTo>
                  <a:lnTo>
                    <a:pt x="276593" y="1527632"/>
                  </a:lnTo>
                  <a:close/>
                </a:path>
                <a:path w="2265679" h="1974850">
                  <a:moveTo>
                    <a:pt x="322580" y="7670"/>
                  </a:moveTo>
                  <a:lnTo>
                    <a:pt x="321818" y="0"/>
                  </a:lnTo>
                  <a:lnTo>
                    <a:pt x="295389" y="0"/>
                  </a:lnTo>
                  <a:lnTo>
                    <a:pt x="287629" y="9423"/>
                  </a:lnTo>
                  <a:lnTo>
                    <a:pt x="226110" y="82524"/>
                  </a:lnTo>
                  <a:lnTo>
                    <a:pt x="197002" y="118046"/>
                  </a:lnTo>
                  <a:lnTo>
                    <a:pt x="168478" y="154774"/>
                  </a:lnTo>
                  <a:lnTo>
                    <a:pt x="141211" y="192874"/>
                  </a:lnTo>
                  <a:lnTo>
                    <a:pt x="115887" y="232498"/>
                  </a:lnTo>
                  <a:lnTo>
                    <a:pt x="93167" y="273812"/>
                  </a:lnTo>
                  <a:lnTo>
                    <a:pt x="73723" y="316966"/>
                  </a:lnTo>
                  <a:lnTo>
                    <a:pt x="58254" y="362115"/>
                  </a:lnTo>
                  <a:lnTo>
                    <a:pt x="47409" y="409409"/>
                  </a:lnTo>
                  <a:lnTo>
                    <a:pt x="41884" y="459003"/>
                  </a:lnTo>
                  <a:lnTo>
                    <a:pt x="41516" y="466153"/>
                  </a:lnTo>
                  <a:lnTo>
                    <a:pt x="47002" y="472249"/>
                  </a:lnTo>
                  <a:lnTo>
                    <a:pt x="54140" y="472617"/>
                  </a:lnTo>
                  <a:lnTo>
                    <a:pt x="61671" y="472630"/>
                  </a:lnTo>
                  <a:lnTo>
                    <a:pt x="67386" y="467271"/>
                  </a:lnTo>
                  <a:lnTo>
                    <a:pt x="67754" y="460362"/>
                  </a:lnTo>
                  <a:lnTo>
                    <a:pt x="73990" y="408114"/>
                  </a:lnTo>
                  <a:lnTo>
                    <a:pt x="86537" y="358343"/>
                  </a:lnTo>
                  <a:lnTo>
                    <a:pt x="104470" y="310883"/>
                  </a:lnTo>
                  <a:lnTo>
                    <a:pt x="126898" y="265557"/>
                  </a:lnTo>
                  <a:lnTo>
                    <a:pt x="152933" y="222186"/>
                  </a:lnTo>
                  <a:lnTo>
                    <a:pt x="181635" y="180606"/>
                  </a:lnTo>
                  <a:lnTo>
                    <a:pt x="212140" y="140627"/>
                  </a:lnTo>
                  <a:lnTo>
                    <a:pt x="243535" y="102082"/>
                  </a:lnTo>
                  <a:lnTo>
                    <a:pt x="296938" y="38696"/>
                  </a:lnTo>
                  <a:lnTo>
                    <a:pt x="322580" y="7670"/>
                  </a:lnTo>
                  <a:close/>
                </a:path>
                <a:path w="2265679" h="1974850">
                  <a:moveTo>
                    <a:pt x="1253591" y="274497"/>
                  </a:moveTo>
                  <a:lnTo>
                    <a:pt x="1247965" y="268528"/>
                  </a:lnTo>
                  <a:lnTo>
                    <a:pt x="1240815" y="268325"/>
                  </a:lnTo>
                  <a:lnTo>
                    <a:pt x="1183309" y="269963"/>
                  </a:lnTo>
                  <a:lnTo>
                    <a:pt x="1131049" y="278244"/>
                  </a:lnTo>
                  <a:lnTo>
                    <a:pt x="1084338" y="293027"/>
                  </a:lnTo>
                  <a:lnTo>
                    <a:pt x="1043520" y="314121"/>
                  </a:lnTo>
                  <a:lnTo>
                    <a:pt x="1008888" y="341363"/>
                  </a:lnTo>
                  <a:lnTo>
                    <a:pt x="980770" y="374611"/>
                  </a:lnTo>
                  <a:lnTo>
                    <a:pt x="959472" y="413677"/>
                  </a:lnTo>
                  <a:lnTo>
                    <a:pt x="945692" y="457796"/>
                  </a:lnTo>
                  <a:lnTo>
                    <a:pt x="940003" y="504875"/>
                  </a:lnTo>
                  <a:lnTo>
                    <a:pt x="942098" y="553770"/>
                  </a:lnTo>
                  <a:lnTo>
                    <a:pt x="951687" y="603326"/>
                  </a:lnTo>
                  <a:lnTo>
                    <a:pt x="968438" y="652424"/>
                  </a:lnTo>
                  <a:lnTo>
                    <a:pt x="992073" y="699909"/>
                  </a:lnTo>
                  <a:lnTo>
                    <a:pt x="1022273" y="744639"/>
                  </a:lnTo>
                  <a:lnTo>
                    <a:pt x="1058735" y="785495"/>
                  </a:lnTo>
                  <a:lnTo>
                    <a:pt x="1064514" y="789165"/>
                  </a:lnTo>
                  <a:lnTo>
                    <a:pt x="1067777" y="789165"/>
                  </a:lnTo>
                  <a:lnTo>
                    <a:pt x="1071130" y="789165"/>
                  </a:lnTo>
                  <a:lnTo>
                    <a:pt x="1074508" y="787857"/>
                  </a:lnTo>
                  <a:lnTo>
                    <a:pt x="1082040" y="780148"/>
                  </a:lnTo>
                  <a:lnTo>
                    <a:pt x="1081938" y="771956"/>
                  </a:lnTo>
                  <a:lnTo>
                    <a:pt x="1076820" y="766953"/>
                  </a:lnTo>
                  <a:lnTo>
                    <a:pt x="1042873" y="729005"/>
                  </a:lnTo>
                  <a:lnTo>
                    <a:pt x="1014717" y="687539"/>
                  </a:lnTo>
                  <a:lnTo>
                    <a:pt x="992632" y="643610"/>
                  </a:lnTo>
                  <a:lnTo>
                    <a:pt x="976909" y="598258"/>
                  </a:lnTo>
                  <a:lnTo>
                    <a:pt x="967816" y="552551"/>
                  </a:lnTo>
                  <a:lnTo>
                    <a:pt x="965669" y="507542"/>
                  </a:lnTo>
                  <a:lnTo>
                    <a:pt x="970737" y="464273"/>
                  </a:lnTo>
                  <a:lnTo>
                    <a:pt x="983310" y="423799"/>
                  </a:lnTo>
                  <a:lnTo>
                    <a:pt x="1006259" y="383616"/>
                  </a:lnTo>
                  <a:lnTo>
                    <a:pt x="1037755" y="350532"/>
                  </a:lnTo>
                  <a:lnTo>
                    <a:pt x="1077341" y="324815"/>
                  </a:lnTo>
                  <a:lnTo>
                    <a:pt x="1124559" y="306692"/>
                  </a:lnTo>
                  <a:lnTo>
                    <a:pt x="1178953" y="296405"/>
                  </a:lnTo>
                  <a:lnTo>
                    <a:pt x="1240053" y="294220"/>
                  </a:lnTo>
                  <a:lnTo>
                    <a:pt x="1247101" y="294449"/>
                  </a:lnTo>
                  <a:lnTo>
                    <a:pt x="1253185" y="288798"/>
                  </a:lnTo>
                  <a:lnTo>
                    <a:pt x="1253591" y="274497"/>
                  </a:lnTo>
                  <a:close/>
                </a:path>
                <a:path w="2265679" h="1974850">
                  <a:moveTo>
                    <a:pt x="1320228" y="1073886"/>
                  </a:moveTo>
                  <a:lnTo>
                    <a:pt x="1306423" y="998512"/>
                  </a:lnTo>
                  <a:lnTo>
                    <a:pt x="1284833" y="957783"/>
                  </a:lnTo>
                  <a:lnTo>
                    <a:pt x="1252702" y="913663"/>
                  </a:lnTo>
                  <a:lnTo>
                    <a:pt x="1209509" y="865111"/>
                  </a:lnTo>
                  <a:lnTo>
                    <a:pt x="1196352" y="859764"/>
                  </a:lnTo>
                  <a:lnTo>
                    <a:pt x="1186027" y="869657"/>
                  </a:lnTo>
                  <a:lnTo>
                    <a:pt x="1185849" y="877862"/>
                  </a:lnTo>
                  <a:lnTo>
                    <a:pt x="1190790" y="883018"/>
                  </a:lnTo>
                  <a:lnTo>
                    <a:pt x="1239532" y="938606"/>
                  </a:lnTo>
                  <a:lnTo>
                    <a:pt x="1272374" y="987463"/>
                  </a:lnTo>
                  <a:lnTo>
                    <a:pt x="1290320" y="1031392"/>
                  </a:lnTo>
                  <a:lnTo>
                    <a:pt x="1294371" y="1072235"/>
                  </a:lnTo>
                  <a:lnTo>
                    <a:pt x="1285938" y="1110183"/>
                  </a:lnTo>
                  <a:lnTo>
                    <a:pt x="1265199" y="1148791"/>
                  </a:lnTo>
                  <a:lnTo>
                    <a:pt x="1231658" y="1188745"/>
                  </a:lnTo>
                  <a:lnTo>
                    <a:pt x="1184846" y="1230744"/>
                  </a:lnTo>
                  <a:lnTo>
                    <a:pt x="1139151" y="1267841"/>
                  </a:lnTo>
                  <a:lnTo>
                    <a:pt x="1097991" y="1303832"/>
                  </a:lnTo>
                  <a:lnTo>
                    <a:pt x="1058100" y="1343888"/>
                  </a:lnTo>
                  <a:lnTo>
                    <a:pt x="1024839" y="1386230"/>
                  </a:lnTo>
                  <a:lnTo>
                    <a:pt x="1003630" y="1429080"/>
                  </a:lnTo>
                  <a:lnTo>
                    <a:pt x="999845" y="1470634"/>
                  </a:lnTo>
                  <a:lnTo>
                    <a:pt x="1007516" y="1492897"/>
                  </a:lnTo>
                  <a:lnTo>
                    <a:pt x="1045108" y="1528813"/>
                  </a:lnTo>
                  <a:lnTo>
                    <a:pt x="1077823" y="1543126"/>
                  </a:lnTo>
                  <a:lnTo>
                    <a:pt x="1079271" y="1543126"/>
                  </a:lnTo>
                  <a:lnTo>
                    <a:pt x="1084580" y="1543126"/>
                  </a:lnTo>
                  <a:lnTo>
                    <a:pt x="1089545" y="1539849"/>
                  </a:lnTo>
                  <a:lnTo>
                    <a:pt x="1093889" y="1527822"/>
                  </a:lnTo>
                  <a:lnTo>
                    <a:pt x="1090396" y="1520418"/>
                  </a:lnTo>
                  <a:lnTo>
                    <a:pt x="1083665" y="1517980"/>
                  </a:lnTo>
                  <a:lnTo>
                    <a:pt x="1060272" y="1507629"/>
                  </a:lnTo>
                  <a:lnTo>
                    <a:pt x="1042720" y="1495539"/>
                  </a:lnTo>
                  <a:lnTo>
                    <a:pt x="1031087" y="1481772"/>
                  </a:lnTo>
                  <a:lnTo>
                    <a:pt x="1025385" y="1466367"/>
                  </a:lnTo>
                  <a:lnTo>
                    <a:pt x="1030262" y="1431099"/>
                  </a:lnTo>
                  <a:lnTo>
                    <a:pt x="1051991" y="1392643"/>
                  </a:lnTo>
                  <a:lnTo>
                    <a:pt x="1084821" y="1353540"/>
                  </a:lnTo>
                  <a:lnTo>
                    <a:pt x="1122997" y="1316355"/>
                  </a:lnTo>
                  <a:lnTo>
                    <a:pt x="1160780" y="1283627"/>
                  </a:lnTo>
                  <a:lnTo>
                    <a:pt x="1201102" y="1250899"/>
                  </a:lnTo>
                  <a:lnTo>
                    <a:pt x="1251902" y="1205039"/>
                  </a:lnTo>
                  <a:lnTo>
                    <a:pt x="1288326" y="1160767"/>
                  </a:lnTo>
                  <a:lnTo>
                    <a:pt x="1310932" y="1117307"/>
                  </a:lnTo>
                  <a:lnTo>
                    <a:pt x="1320228" y="1073886"/>
                  </a:lnTo>
                  <a:close/>
                </a:path>
                <a:path w="2265679" h="1974850">
                  <a:moveTo>
                    <a:pt x="1334604" y="1950313"/>
                  </a:moveTo>
                  <a:lnTo>
                    <a:pt x="1333119" y="1936089"/>
                  </a:lnTo>
                  <a:lnTo>
                    <a:pt x="1326807" y="1930933"/>
                  </a:lnTo>
                  <a:lnTo>
                    <a:pt x="1271981" y="1936280"/>
                  </a:lnTo>
                  <a:lnTo>
                    <a:pt x="1223213" y="1940153"/>
                  </a:lnTo>
                  <a:lnTo>
                    <a:pt x="1173200" y="1943303"/>
                  </a:lnTo>
                  <a:lnTo>
                    <a:pt x="1121841" y="1945754"/>
                  </a:lnTo>
                  <a:lnTo>
                    <a:pt x="1068997" y="1947494"/>
                  </a:lnTo>
                  <a:lnTo>
                    <a:pt x="1014552" y="1948535"/>
                  </a:lnTo>
                  <a:lnTo>
                    <a:pt x="951255" y="1948878"/>
                  </a:lnTo>
                  <a:lnTo>
                    <a:pt x="945451" y="1954669"/>
                  </a:lnTo>
                  <a:lnTo>
                    <a:pt x="945451" y="1968982"/>
                  </a:lnTo>
                  <a:lnTo>
                    <a:pt x="951255" y="1974773"/>
                  </a:lnTo>
                  <a:lnTo>
                    <a:pt x="958392" y="1974773"/>
                  </a:lnTo>
                  <a:lnTo>
                    <a:pt x="1014945" y="1974430"/>
                  </a:lnTo>
                  <a:lnTo>
                    <a:pt x="1069771" y="1973376"/>
                  </a:lnTo>
                  <a:lnTo>
                    <a:pt x="1122997" y="1971624"/>
                  </a:lnTo>
                  <a:lnTo>
                    <a:pt x="1174750" y="1969160"/>
                  </a:lnTo>
                  <a:lnTo>
                    <a:pt x="1225143" y="1965972"/>
                  </a:lnTo>
                  <a:lnTo>
                    <a:pt x="1274305" y="1962073"/>
                  </a:lnTo>
                  <a:lnTo>
                    <a:pt x="1329448" y="1956689"/>
                  </a:lnTo>
                  <a:lnTo>
                    <a:pt x="1334604" y="1950313"/>
                  </a:lnTo>
                  <a:close/>
                </a:path>
                <a:path w="2265679" h="1974850">
                  <a:moveTo>
                    <a:pt x="2222068" y="1197229"/>
                  </a:moveTo>
                  <a:lnTo>
                    <a:pt x="2220252" y="1189228"/>
                  </a:lnTo>
                  <a:lnTo>
                    <a:pt x="2208161" y="1181608"/>
                  </a:lnTo>
                  <a:lnTo>
                    <a:pt x="2200160" y="1183398"/>
                  </a:lnTo>
                  <a:lnTo>
                    <a:pt x="2175433" y="1228699"/>
                  </a:lnTo>
                  <a:lnTo>
                    <a:pt x="2128774" y="1329245"/>
                  </a:lnTo>
                  <a:lnTo>
                    <a:pt x="2104301" y="1379461"/>
                  </a:lnTo>
                  <a:lnTo>
                    <a:pt x="2077923" y="1428254"/>
                  </a:lnTo>
                  <a:lnTo>
                    <a:pt x="2050859" y="1470164"/>
                  </a:lnTo>
                  <a:lnTo>
                    <a:pt x="2024316" y="1499730"/>
                  </a:lnTo>
                  <a:lnTo>
                    <a:pt x="1992388" y="1511795"/>
                  </a:lnTo>
                  <a:lnTo>
                    <a:pt x="1986851" y="1517840"/>
                  </a:lnTo>
                  <a:lnTo>
                    <a:pt x="1987473" y="1531950"/>
                  </a:lnTo>
                  <a:lnTo>
                    <a:pt x="1993201" y="1537373"/>
                  </a:lnTo>
                  <a:lnTo>
                    <a:pt x="2000097" y="1537373"/>
                  </a:lnTo>
                  <a:lnTo>
                    <a:pt x="2057514" y="1503413"/>
                  </a:lnTo>
                  <a:lnTo>
                    <a:pt x="2085581" y="1465808"/>
                  </a:lnTo>
                  <a:lnTo>
                    <a:pt x="2114004" y="1417053"/>
                  </a:lnTo>
                  <a:lnTo>
                    <a:pt x="2143214" y="1359077"/>
                  </a:lnTo>
                  <a:lnTo>
                    <a:pt x="2173668" y="1293850"/>
                  </a:lnTo>
                  <a:lnTo>
                    <a:pt x="2186533" y="1265834"/>
                  </a:lnTo>
                  <a:lnTo>
                    <a:pt x="2198344" y="1240764"/>
                  </a:lnTo>
                  <a:lnTo>
                    <a:pt x="2208961" y="1219593"/>
                  </a:lnTo>
                  <a:lnTo>
                    <a:pt x="2218245" y="1203274"/>
                  </a:lnTo>
                  <a:lnTo>
                    <a:pt x="2222068" y="1197229"/>
                  </a:lnTo>
                  <a:close/>
                </a:path>
                <a:path w="2265679" h="1974850">
                  <a:moveTo>
                    <a:pt x="2265261" y="468922"/>
                  </a:moveTo>
                  <a:lnTo>
                    <a:pt x="2259571" y="426402"/>
                  </a:lnTo>
                  <a:lnTo>
                    <a:pt x="2248217" y="386105"/>
                  </a:lnTo>
                  <a:lnTo>
                    <a:pt x="2231504" y="342163"/>
                  </a:lnTo>
                  <a:lnTo>
                    <a:pt x="2210219" y="295859"/>
                  </a:lnTo>
                  <a:lnTo>
                    <a:pt x="2185085" y="248437"/>
                  </a:lnTo>
                  <a:lnTo>
                    <a:pt x="2156904" y="201193"/>
                  </a:lnTo>
                  <a:lnTo>
                    <a:pt x="2126386" y="155384"/>
                  </a:lnTo>
                  <a:lnTo>
                    <a:pt x="2094331" y="112280"/>
                  </a:lnTo>
                  <a:lnTo>
                    <a:pt x="2061464" y="73152"/>
                  </a:lnTo>
                  <a:lnTo>
                    <a:pt x="2028571" y="39281"/>
                  </a:lnTo>
                  <a:lnTo>
                    <a:pt x="1996389" y="11912"/>
                  </a:lnTo>
                  <a:lnTo>
                    <a:pt x="1990661" y="7632"/>
                  </a:lnTo>
                  <a:lnTo>
                    <a:pt x="1982546" y="8775"/>
                  </a:lnTo>
                  <a:lnTo>
                    <a:pt x="1973961" y="20218"/>
                  </a:lnTo>
                  <a:lnTo>
                    <a:pt x="1975129" y="28333"/>
                  </a:lnTo>
                  <a:lnTo>
                    <a:pt x="1980844" y="32639"/>
                  </a:lnTo>
                  <a:lnTo>
                    <a:pt x="2016429" y="63322"/>
                  </a:lnTo>
                  <a:lnTo>
                    <a:pt x="2052180" y="101396"/>
                  </a:lnTo>
                  <a:lnTo>
                    <a:pt x="2087206" y="145122"/>
                  </a:lnTo>
                  <a:lnTo>
                    <a:pt x="2120646" y="192747"/>
                  </a:lnTo>
                  <a:lnTo>
                    <a:pt x="2151621" y="242557"/>
                  </a:lnTo>
                  <a:lnTo>
                    <a:pt x="2179256" y="292785"/>
                  </a:lnTo>
                  <a:lnTo>
                    <a:pt x="2202688" y="341718"/>
                  </a:lnTo>
                  <a:lnTo>
                    <a:pt x="2221026" y="387616"/>
                  </a:lnTo>
                  <a:lnTo>
                    <a:pt x="2233422" y="428726"/>
                  </a:lnTo>
                  <a:lnTo>
                    <a:pt x="2239391" y="470204"/>
                  </a:lnTo>
                  <a:lnTo>
                    <a:pt x="2245080" y="475513"/>
                  </a:lnTo>
                  <a:lnTo>
                    <a:pt x="2251887" y="475513"/>
                  </a:lnTo>
                  <a:lnTo>
                    <a:pt x="2259825" y="475056"/>
                  </a:lnTo>
                  <a:lnTo>
                    <a:pt x="2265261" y="468922"/>
                  </a:lnTo>
                  <a:close/>
                </a:path>
              </a:pathLst>
            </a:custGeom>
            <a:solidFill>
              <a:srgbClr val="40426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260205" y="8638133"/>
              <a:ext cx="2409825" cy="1649095"/>
            </a:xfrm>
            <a:custGeom>
              <a:avLst/>
              <a:gdLst/>
              <a:ahLst/>
              <a:cxnLst/>
              <a:rect l="l" t="t" r="r" b="b"/>
              <a:pathLst>
                <a:path w="2409825" h="1649095">
                  <a:moveTo>
                    <a:pt x="2409266" y="943749"/>
                  </a:moveTo>
                  <a:lnTo>
                    <a:pt x="2398661" y="871080"/>
                  </a:lnTo>
                  <a:lnTo>
                    <a:pt x="2384183" y="830084"/>
                  </a:lnTo>
                  <a:lnTo>
                    <a:pt x="2364727" y="786968"/>
                  </a:lnTo>
                  <a:lnTo>
                    <a:pt x="2341143" y="742480"/>
                  </a:lnTo>
                  <a:lnTo>
                    <a:pt x="2314257" y="697382"/>
                  </a:lnTo>
                  <a:lnTo>
                    <a:pt x="2284946" y="652424"/>
                  </a:lnTo>
                  <a:lnTo>
                    <a:pt x="2254046" y="608342"/>
                  </a:lnTo>
                  <a:lnTo>
                    <a:pt x="2222398" y="565886"/>
                  </a:lnTo>
                  <a:lnTo>
                    <a:pt x="2190851" y="525818"/>
                  </a:lnTo>
                  <a:lnTo>
                    <a:pt x="2160270" y="488886"/>
                  </a:lnTo>
                  <a:lnTo>
                    <a:pt x="2131491" y="455828"/>
                  </a:lnTo>
                  <a:lnTo>
                    <a:pt x="2105355" y="427393"/>
                  </a:lnTo>
                  <a:lnTo>
                    <a:pt x="2070785" y="400253"/>
                  </a:lnTo>
                  <a:lnTo>
                    <a:pt x="2051329" y="402996"/>
                  </a:lnTo>
                  <a:lnTo>
                    <a:pt x="1992985" y="426199"/>
                  </a:lnTo>
                  <a:lnTo>
                    <a:pt x="1955634" y="445274"/>
                  </a:lnTo>
                  <a:lnTo>
                    <a:pt x="1913890" y="468401"/>
                  </a:lnTo>
                  <a:lnTo>
                    <a:pt x="1868512" y="494893"/>
                  </a:lnTo>
                  <a:lnTo>
                    <a:pt x="1820278" y="524065"/>
                  </a:lnTo>
                  <a:lnTo>
                    <a:pt x="1769960" y="555205"/>
                  </a:lnTo>
                  <a:lnTo>
                    <a:pt x="1718335" y="587641"/>
                  </a:lnTo>
                  <a:lnTo>
                    <a:pt x="1563420" y="685711"/>
                  </a:lnTo>
                  <a:lnTo>
                    <a:pt x="1562023" y="686587"/>
                  </a:lnTo>
                  <a:lnTo>
                    <a:pt x="1561998" y="684872"/>
                  </a:lnTo>
                  <a:lnTo>
                    <a:pt x="1560804" y="630275"/>
                  </a:lnTo>
                  <a:lnTo>
                    <a:pt x="1557756" y="515708"/>
                  </a:lnTo>
                  <a:lnTo>
                    <a:pt x="1551165" y="289801"/>
                  </a:lnTo>
                  <a:lnTo>
                    <a:pt x="1549869" y="239128"/>
                  </a:lnTo>
                  <a:lnTo>
                    <a:pt x="1548879" y="192532"/>
                  </a:lnTo>
                  <a:lnTo>
                    <a:pt x="1548257" y="150901"/>
                  </a:lnTo>
                  <a:lnTo>
                    <a:pt x="1548079" y="115112"/>
                  </a:lnTo>
                  <a:lnTo>
                    <a:pt x="1542961" y="85483"/>
                  </a:lnTo>
                  <a:lnTo>
                    <a:pt x="1504772" y="41084"/>
                  </a:lnTo>
                  <a:lnTo>
                    <a:pt x="1436458" y="14122"/>
                  </a:lnTo>
                  <a:lnTo>
                    <a:pt x="1393698" y="6261"/>
                  </a:lnTo>
                  <a:lnTo>
                    <a:pt x="1346606" y="1676"/>
                  </a:lnTo>
                  <a:lnTo>
                    <a:pt x="1296289" y="0"/>
                  </a:lnTo>
                  <a:lnTo>
                    <a:pt x="1243799" y="863"/>
                  </a:lnTo>
                  <a:lnTo>
                    <a:pt x="1190205" y="3898"/>
                  </a:lnTo>
                  <a:lnTo>
                    <a:pt x="1136586" y="8763"/>
                  </a:lnTo>
                  <a:lnTo>
                    <a:pt x="1084021" y="15074"/>
                  </a:lnTo>
                  <a:lnTo>
                    <a:pt x="1033564" y="22479"/>
                  </a:lnTo>
                  <a:lnTo>
                    <a:pt x="986307" y="30619"/>
                  </a:lnTo>
                  <a:lnTo>
                    <a:pt x="943305" y="39128"/>
                  </a:lnTo>
                  <a:lnTo>
                    <a:pt x="905649" y="47637"/>
                  </a:lnTo>
                  <a:lnTo>
                    <a:pt x="864895" y="64122"/>
                  </a:lnTo>
                  <a:lnTo>
                    <a:pt x="852246" y="109512"/>
                  </a:lnTo>
                  <a:lnTo>
                    <a:pt x="846620" y="186410"/>
                  </a:lnTo>
                  <a:lnTo>
                    <a:pt x="845896" y="234137"/>
                  </a:lnTo>
                  <a:lnTo>
                    <a:pt x="846289" y="286689"/>
                  </a:lnTo>
                  <a:lnTo>
                    <a:pt x="847572" y="343039"/>
                  </a:lnTo>
                  <a:lnTo>
                    <a:pt x="849541" y="402183"/>
                  </a:lnTo>
                  <a:lnTo>
                    <a:pt x="851966" y="463092"/>
                  </a:lnTo>
                  <a:lnTo>
                    <a:pt x="859917" y="646277"/>
                  </a:lnTo>
                  <a:lnTo>
                    <a:pt x="861758" y="695655"/>
                  </a:lnTo>
                  <a:lnTo>
                    <a:pt x="845858" y="685711"/>
                  </a:lnTo>
                  <a:lnTo>
                    <a:pt x="690943" y="587641"/>
                  </a:lnTo>
                  <a:lnTo>
                    <a:pt x="639330" y="555205"/>
                  </a:lnTo>
                  <a:lnTo>
                    <a:pt x="589013" y="524065"/>
                  </a:lnTo>
                  <a:lnTo>
                    <a:pt x="540778" y="494893"/>
                  </a:lnTo>
                  <a:lnTo>
                    <a:pt x="495401" y="468401"/>
                  </a:lnTo>
                  <a:lnTo>
                    <a:pt x="453644" y="445274"/>
                  </a:lnTo>
                  <a:lnTo>
                    <a:pt x="416306" y="426199"/>
                  </a:lnTo>
                  <a:lnTo>
                    <a:pt x="357949" y="402996"/>
                  </a:lnTo>
                  <a:lnTo>
                    <a:pt x="338493" y="400253"/>
                  </a:lnTo>
                  <a:lnTo>
                    <a:pt x="326542" y="404342"/>
                  </a:lnTo>
                  <a:lnTo>
                    <a:pt x="277774" y="455828"/>
                  </a:lnTo>
                  <a:lnTo>
                    <a:pt x="248996" y="488886"/>
                  </a:lnTo>
                  <a:lnTo>
                    <a:pt x="218414" y="525818"/>
                  </a:lnTo>
                  <a:lnTo>
                    <a:pt x="186867" y="565886"/>
                  </a:lnTo>
                  <a:lnTo>
                    <a:pt x="155232" y="608342"/>
                  </a:lnTo>
                  <a:lnTo>
                    <a:pt x="124320" y="652424"/>
                  </a:lnTo>
                  <a:lnTo>
                    <a:pt x="95008" y="697382"/>
                  </a:lnTo>
                  <a:lnTo>
                    <a:pt x="68135" y="742480"/>
                  </a:lnTo>
                  <a:lnTo>
                    <a:pt x="44538" y="786968"/>
                  </a:lnTo>
                  <a:lnTo>
                    <a:pt x="25082" y="830084"/>
                  </a:lnTo>
                  <a:lnTo>
                    <a:pt x="10617" y="871080"/>
                  </a:lnTo>
                  <a:lnTo>
                    <a:pt x="1968" y="909218"/>
                  </a:lnTo>
                  <a:lnTo>
                    <a:pt x="0" y="943749"/>
                  </a:lnTo>
                  <a:lnTo>
                    <a:pt x="5562" y="973912"/>
                  </a:lnTo>
                  <a:lnTo>
                    <a:pt x="19507" y="998969"/>
                  </a:lnTo>
                  <a:lnTo>
                    <a:pt x="42659" y="1018159"/>
                  </a:lnTo>
                  <a:lnTo>
                    <a:pt x="73621" y="1036129"/>
                  </a:lnTo>
                  <a:lnTo>
                    <a:pt x="109410" y="1057389"/>
                  </a:lnTo>
                  <a:lnTo>
                    <a:pt x="149326" y="1081443"/>
                  </a:lnTo>
                  <a:lnTo>
                    <a:pt x="192633" y="1107795"/>
                  </a:lnTo>
                  <a:lnTo>
                    <a:pt x="385279" y="1225956"/>
                  </a:lnTo>
                  <a:lnTo>
                    <a:pt x="483120" y="1285633"/>
                  </a:lnTo>
                  <a:lnTo>
                    <a:pt x="518337" y="1306893"/>
                  </a:lnTo>
                  <a:lnTo>
                    <a:pt x="508419" y="1313116"/>
                  </a:lnTo>
                  <a:lnTo>
                    <a:pt x="466509" y="1339062"/>
                  </a:lnTo>
                  <a:lnTo>
                    <a:pt x="340398" y="1416291"/>
                  </a:lnTo>
                  <a:lnTo>
                    <a:pt x="298488" y="1442110"/>
                  </a:lnTo>
                  <a:lnTo>
                    <a:pt x="256743" y="1468120"/>
                  </a:lnTo>
                  <a:lnTo>
                    <a:pt x="215252" y="1494396"/>
                  </a:lnTo>
                  <a:lnTo>
                    <a:pt x="174091" y="1521028"/>
                  </a:lnTo>
                  <a:lnTo>
                    <a:pt x="133324" y="1548117"/>
                  </a:lnTo>
                  <a:lnTo>
                    <a:pt x="93014" y="1575727"/>
                  </a:lnTo>
                  <a:lnTo>
                    <a:pt x="57353" y="1601698"/>
                  </a:lnTo>
                  <a:lnTo>
                    <a:pt x="28308" y="1627987"/>
                  </a:lnTo>
                  <a:lnTo>
                    <a:pt x="13868" y="1648866"/>
                  </a:lnTo>
                  <a:lnTo>
                    <a:pt x="869188" y="1648866"/>
                  </a:lnTo>
                  <a:lnTo>
                    <a:pt x="1116698" y="1648866"/>
                  </a:lnTo>
                  <a:lnTo>
                    <a:pt x="1292593" y="1648866"/>
                  </a:lnTo>
                  <a:lnTo>
                    <a:pt x="1559902" y="1648866"/>
                  </a:lnTo>
                  <a:lnTo>
                    <a:pt x="2395397" y="1648866"/>
                  </a:lnTo>
                  <a:lnTo>
                    <a:pt x="2380958" y="1627987"/>
                  </a:lnTo>
                  <a:lnTo>
                    <a:pt x="2351913" y="1601698"/>
                  </a:lnTo>
                  <a:lnTo>
                    <a:pt x="2316251" y="1575727"/>
                  </a:lnTo>
                  <a:lnTo>
                    <a:pt x="2275954" y="1548117"/>
                  </a:lnTo>
                  <a:lnTo>
                    <a:pt x="2235187" y="1521028"/>
                  </a:lnTo>
                  <a:lnTo>
                    <a:pt x="2194026" y="1494396"/>
                  </a:lnTo>
                  <a:lnTo>
                    <a:pt x="2152535" y="1468120"/>
                  </a:lnTo>
                  <a:lnTo>
                    <a:pt x="2110803" y="1442110"/>
                  </a:lnTo>
                  <a:lnTo>
                    <a:pt x="2068880" y="1416291"/>
                  </a:lnTo>
                  <a:lnTo>
                    <a:pt x="1942769" y="1339062"/>
                  </a:lnTo>
                  <a:lnTo>
                    <a:pt x="1900847" y="1313116"/>
                  </a:lnTo>
                  <a:lnTo>
                    <a:pt x="1890928" y="1306893"/>
                  </a:lnTo>
                  <a:lnTo>
                    <a:pt x="1926158" y="1285633"/>
                  </a:lnTo>
                  <a:lnTo>
                    <a:pt x="2024011" y="1225956"/>
                  </a:lnTo>
                  <a:lnTo>
                    <a:pt x="2216658" y="1107795"/>
                  </a:lnTo>
                  <a:lnTo>
                    <a:pt x="2259965" y="1081443"/>
                  </a:lnTo>
                  <a:lnTo>
                    <a:pt x="2299881" y="1057389"/>
                  </a:lnTo>
                  <a:lnTo>
                    <a:pt x="2335669" y="1036129"/>
                  </a:lnTo>
                  <a:lnTo>
                    <a:pt x="2366619" y="1018159"/>
                  </a:lnTo>
                  <a:lnTo>
                    <a:pt x="2389784" y="998969"/>
                  </a:lnTo>
                  <a:lnTo>
                    <a:pt x="2403716" y="973912"/>
                  </a:lnTo>
                  <a:lnTo>
                    <a:pt x="2409266" y="943749"/>
                  </a:lnTo>
                  <a:close/>
                </a:path>
              </a:pathLst>
            </a:custGeom>
            <a:solidFill>
              <a:srgbClr val="2D8BB9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422841" y="9454223"/>
              <a:ext cx="84455" cy="833119"/>
            </a:xfrm>
            <a:custGeom>
              <a:avLst/>
              <a:gdLst/>
              <a:ahLst/>
              <a:cxnLst/>
              <a:rect l="l" t="t" r="r" b="b"/>
              <a:pathLst>
                <a:path w="84454" h="833120">
                  <a:moveTo>
                    <a:pt x="83467" y="832776"/>
                  </a:moveTo>
                  <a:lnTo>
                    <a:pt x="3088" y="832776"/>
                  </a:lnTo>
                  <a:lnTo>
                    <a:pt x="2388" y="751219"/>
                  </a:lnTo>
                  <a:lnTo>
                    <a:pt x="2061" y="647850"/>
                  </a:lnTo>
                  <a:lnTo>
                    <a:pt x="2123" y="389192"/>
                  </a:lnTo>
                  <a:lnTo>
                    <a:pt x="1793" y="331022"/>
                  </a:lnTo>
                  <a:lnTo>
                    <a:pt x="431" y="197670"/>
                  </a:lnTo>
                  <a:lnTo>
                    <a:pt x="0" y="134194"/>
                  </a:lnTo>
                  <a:lnTo>
                    <a:pt x="135" y="80652"/>
                  </a:lnTo>
                  <a:lnTo>
                    <a:pt x="1137" y="42900"/>
                  </a:lnTo>
                  <a:lnTo>
                    <a:pt x="3306" y="26788"/>
                  </a:lnTo>
                  <a:lnTo>
                    <a:pt x="23410" y="9826"/>
                  </a:lnTo>
                  <a:lnTo>
                    <a:pt x="49698" y="0"/>
                  </a:lnTo>
                  <a:lnTo>
                    <a:pt x="72528" y="10704"/>
                  </a:lnTo>
                  <a:lnTo>
                    <a:pt x="82254" y="55337"/>
                  </a:lnTo>
                  <a:lnTo>
                    <a:pt x="82360" y="95672"/>
                  </a:lnTo>
                  <a:lnTo>
                    <a:pt x="84035" y="374297"/>
                  </a:lnTo>
                  <a:lnTo>
                    <a:pt x="83640" y="514307"/>
                  </a:lnTo>
                  <a:lnTo>
                    <a:pt x="83741" y="710957"/>
                  </a:lnTo>
                  <a:lnTo>
                    <a:pt x="83467" y="832776"/>
                  </a:lnTo>
                  <a:close/>
                </a:path>
              </a:pathLst>
            </a:custGeom>
            <a:solidFill>
              <a:srgbClr val="FFFFF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360583" y="9126935"/>
              <a:ext cx="206325" cy="20362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9373413" y="8723984"/>
              <a:ext cx="2223770" cy="1563370"/>
            </a:xfrm>
            <a:custGeom>
              <a:avLst/>
              <a:gdLst/>
              <a:ahLst/>
              <a:cxnLst/>
              <a:rect l="l" t="t" r="r" b="b"/>
              <a:pathLst>
                <a:path w="2223770" h="1563370">
                  <a:moveTo>
                    <a:pt x="281063" y="399605"/>
                  </a:moveTo>
                  <a:lnTo>
                    <a:pt x="280250" y="391452"/>
                  </a:lnTo>
                  <a:lnTo>
                    <a:pt x="269189" y="382397"/>
                  </a:lnTo>
                  <a:lnTo>
                    <a:pt x="261010" y="383209"/>
                  </a:lnTo>
                  <a:lnTo>
                    <a:pt x="246113" y="401358"/>
                  </a:lnTo>
                  <a:lnTo>
                    <a:pt x="184594" y="474472"/>
                  </a:lnTo>
                  <a:lnTo>
                    <a:pt x="155486" y="509981"/>
                  </a:lnTo>
                  <a:lnTo>
                    <a:pt x="126961" y="546709"/>
                  </a:lnTo>
                  <a:lnTo>
                    <a:pt x="99695" y="584809"/>
                  </a:lnTo>
                  <a:lnTo>
                    <a:pt x="74358" y="624446"/>
                  </a:lnTo>
                  <a:lnTo>
                    <a:pt x="51638" y="665759"/>
                  </a:lnTo>
                  <a:lnTo>
                    <a:pt x="32207" y="708914"/>
                  </a:lnTo>
                  <a:lnTo>
                    <a:pt x="16725" y="754062"/>
                  </a:lnTo>
                  <a:lnTo>
                    <a:pt x="5892" y="801357"/>
                  </a:lnTo>
                  <a:lnTo>
                    <a:pt x="368" y="850950"/>
                  </a:lnTo>
                  <a:lnTo>
                    <a:pt x="0" y="858088"/>
                  </a:lnTo>
                  <a:lnTo>
                    <a:pt x="5486" y="864184"/>
                  </a:lnTo>
                  <a:lnTo>
                    <a:pt x="13309" y="864577"/>
                  </a:lnTo>
                  <a:lnTo>
                    <a:pt x="20154" y="864577"/>
                  </a:lnTo>
                  <a:lnTo>
                    <a:pt x="25869" y="859218"/>
                  </a:lnTo>
                  <a:lnTo>
                    <a:pt x="26225" y="852297"/>
                  </a:lnTo>
                  <a:lnTo>
                    <a:pt x="32473" y="800049"/>
                  </a:lnTo>
                  <a:lnTo>
                    <a:pt x="45008" y="750290"/>
                  </a:lnTo>
                  <a:lnTo>
                    <a:pt x="62953" y="702830"/>
                  </a:lnTo>
                  <a:lnTo>
                    <a:pt x="85382" y="657504"/>
                  </a:lnTo>
                  <a:lnTo>
                    <a:pt x="111404" y="614133"/>
                  </a:lnTo>
                  <a:lnTo>
                    <a:pt x="140119" y="572541"/>
                  </a:lnTo>
                  <a:lnTo>
                    <a:pt x="170624" y="532574"/>
                  </a:lnTo>
                  <a:lnTo>
                    <a:pt x="202006" y="494030"/>
                  </a:lnTo>
                  <a:lnTo>
                    <a:pt x="255422" y="430631"/>
                  </a:lnTo>
                  <a:lnTo>
                    <a:pt x="281063" y="399605"/>
                  </a:lnTo>
                  <a:close/>
                </a:path>
                <a:path w="2223770" h="1563370">
                  <a:moveTo>
                    <a:pt x="1212062" y="666432"/>
                  </a:moveTo>
                  <a:lnTo>
                    <a:pt x="1206449" y="660476"/>
                  </a:lnTo>
                  <a:lnTo>
                    <a:pt x="1199299" y="660260"/>
                  </a:lnTo>
                  <a:lnTo>
                    <a:pt x="1141793" y="661898"/>
                  </a:lnTo>
                  <a:lnTo>
                    <a:pt x="1089533" y="670191"/>
                  </a:lnTo>
                  <a:lnTo>
                    <a:pt x="1042822" y="684961"/>
                  </a:lnTo>
                  <a:lnTo>
                    <a:pt x="1002004" y="706056"/>
                  </a:lnTo>
                  <a:lnTo>
                    <a:pt x="967371" y="733310"/>
                  </a:lnTo>
                  <a:lnTo>
                    <a:pt x="939253" y="766546"/>
                  </a:lnTo>
                  <a:lnTo>
                    <a:pt x="917943" y="805624"/>
                  </a:lnTo>
                  <a:lnTo>
                    <a:pt x="904176" y="849744"/>
                  </a:lnTo>
                  <a:lnTo>
                    <a:pt x="898486" y="896823"/>
                  </a:lnTo>
                  <a:lnTo>
                    <a:pt x="900582" y="945705"/>
                  </a:lnTo>
                  <a:lnTo>
                    <a:pt x="910158" y="995273"/>
                  </a:lnTo>
                  <a:lnTo>
                    <a:pt x="926922" y="1044359"/>
                  </a:lnTo>
                  <a:lnTo>
                    <a:pt x="950556" y="1091844"/>
                  </a:lnTo>
                  <a:lnTo>
                    <a:pt x="980744" y="1136586"/>
                  </a:lnTo>
                  <a:lnTo>
                    <a:pt x="1017206" y="1177429"/>
                  </a:lnTo>
                  <a:lnTo>
                    <a:pt x="1022997" y="1181112"/>
                  </a:lnTo>
                  <a:lnTo>
                    <a:pt x="1026261" y="1181112"/>
                  </a:lnTo>
                  <a:lnTo>
                    <a:pt x="1029614" y="1181112"/>
                  </a:lnTo>
                  <a:lnTo>
                    <a:pt x="1032992" y="1179804"/>
                  </a:lnTo>
                  <a:lnTo>
                    <a:pt x="1040523" y="1172095"/>
                  </a:lnTo>
                  <a:lnTo>
                    <a:pt x="1040422" y="1163891"/>
                  </a:lnTo>
                  <a:lnTo>
                    <a:pt x="1035304" y="1158900"/>
                  </a:lnTo>
                  <a:lnTo>
                    <a:pt x="1001356" y="1120952"/>
                  </a:lnTo>
                  <a:lnTo>
                    <a:pt x="973201" y="1079474"/>
                  </a:lnTo>
                  <a:lnTo>
                    <a:pt x="951115" y="1035545"/>
                  </a:lnTo>
                  <a:lnTo>
                    <a:pt x="935380" y="990206"/>
                  </a:lnTo>
                  <a:lnTo>
                    <a:pt x="926299" y="944499"/>
                  </a:lnTo>
                  <a:lnTo>
                    <a:pt x="924153" y="899477"/>
                  </a:lnTo>
                  <a:lnTo>
                    <a:pt x="929220" y="856208"/>
                  </a:lnTo>
                  <a:lnTo>
                    <a:pt x="941793" y="815733"/>
                  </a:lnTo>
                  <a:lnTo>
                    <a:pt x="964742" y="775550"/>
                  </a:lnTo>
                  <a:lnTo>
                    <a:pt x="996226" y="742480"/>
                  </a:lnTo>
                  <a:lnTo>
                    <a:pt x="1035812" y="716749"/>
                  </a:lnTo>
                  <a:lnTo>
                    <a:pt x="1083043" y="698627"/>
                  </a:lnTo>
                  <a:lnTo>
                    <a:pt x="1137437" y="688352"/>
                  </a:lnTo>
                  <a:lnTo>
                    <a:pt x="1198537" y="686155"/>
                  </a:lnTo>
                  <a:lnTo>
                    <a:pt x="1205585" y="686384"/>
                  </a:lnTo>
                  <a:lnTo>
                    <a:pt x="1211656" y="680732"/>
                  </a:lnTo>
                  <a:lnTo>
                    <a:pt x="1212062" y="666432"/>
                  </a:lnTo>
                  <a:close/>
                </a:path>
                <a:path w="2223770" h="1563370">
                  <a:moveTo>
                    <a:pt x="1278712" y="1465834"/>
                  </a:moveTo>
                  <a:lnTo>
                    <a:pt x="1264907" y="1390459"/>
                  </a:lnTo>
                  <a:lnTo>
                    <a:pt x="1243317" y="1349730"/>
                  </a:lnTo>
                  <a:lnTo>
                    <a:pt x="1211186" y="1305598"/>
                  </a:lnTo>
                  <a:lnTo>
                    <a:pt x="1167993" y="1257046"/>
                  </a:lnTo>
                  <a:lnTo>
                    <a:pt x="1154836" y="1251699"/>
                  </a:lnTo>
                  <a:lnTo>
                    <a:pt x="1144511" y="1261592"/>
                  </a:lnTo>
                  <a:lnTo>
                    <a:pt x="1144333" y="1269796"/>
                  </a:lnTo>
                  <a:lnTo>
                    <a:pt x="1149273" y="1274965"/>
                  </a:lnTo>
                  <a:lnTo>
                    <a:pt x="1198016" y="1330553"/>
                  </a:lnTo>
                  <a:lnTo>
                    <a:pt x="1230858" y="1379397"/>
                  </a:lnTo>
                  <a:lnTo>
                    <a:pt x="1248803" y="1423327"/>
                  </a:lnTo>
                  <a:lnTo>
                    <a:pt x="1252855" y="1464170"/>
                  </a:lnTo>
                  <a:lnTo>
                    <a:pt x="1244422" y="1502117"/>
                  </a:lnTo>
                  <a:lnTo>
                    <a:pt x="1223683" y="1540725"/>
                  </a:lnTo>
                  <a:lnTo>
                    <a:pt x="1204963" y="1563014"/>
                  </a:lnTo>
                  <a:lnTo>
                    <a:pt x="1238326" y="1563014"/>
                  </a:lnTo>
                  <a:lnTo>
                    <a:pt x="1246809" y="1552714"/>
                  </a:lnTo>
                  <a:lnTo>
                    <a:pt x="1269415" y="1509255"/>
                  </a:lnTo>
                  <a:lnTo>
                    <a:pt x="1278712" y="1465834"/>
                  </a:lnTo>
                  <a:close/>
                </a:path>
                <a:path w="2223770" h="1563370">
                  <a:moveTo>
                    <a:pt x="1328750" y="39039"/>
                  </a:moveTo>
                  <a:lnTo>
                    <a:pt x="1275803" y="12496"/>
                  </a:lnTo>
                  <a:lnTo>
                    <a:pt x="1230528" y="3429"/>
                  </a:lnTo>
                  <a:lnTo>
                    <a:pt x="1183944" y="0"/>
                  </a:lnTo>
                  <a:lnTo>
                    <a:pt x="1136408" y="1066"/>
                  </a:lnTo>
                  <a:lnTo>
                    <a:pt x="1088275" y="5486"/>
                  </a:lnTo>
                  <a:lnTo>
                    <a:pt x="1039888" y="12115"/>
                  </a:lnTo>
                  <a:lnTo>
                    <a:pt x="948182" y="26784"/>
                  </a:lnTo>
                  <a:lnTo>
                    <a:pt x="905916" y="32766"/>
                  </a:lnTo>
                  <a:lnTo>
                    <a:pt x="864781" y="36995"/>
                  </a:lnTo>
                  <a:lnTo>
                    <a:pt x="824750" y="38684"/>
                  </a:lnTo>
                  <a:lnTo>
                    <a:pt x="817587" y="38709"/>
                  </a:lnTo>
                  <a:lnTo>
                    <a:pt x="811809" y="44538"/>
                  </a:lnTo>
                  <a:lnTo>
                    <a:pt x="811885" y="58826"/>
                  </a:lnTo>
                  <a:lnTo>
                    <a:pt x="817676" y="64592"/>
                  </a:lnTo>
                  <a:lnTo>
                    <a:pt x="824801" y="64592"/>
                  </a:lnTo>
                  <a:lnTo>
                    <a:pt x="866609" y="62814"/>
                  </a:lnTo>
                  <a:lnTo>
                    <a:pt x="909421" y="58407"/>
                  </a:lnTo>
                  <a:lnTo>
                    <a:pt x="952690" y="52298"/>
                  </a:lnTo>
                  <a:lnTo>
                    <a:pt x="1050188" y="36779"/>
                  </a:lnTo>
                  <a:lnTo>
                    <a:pt x="1104531" y="29768"/>
                  </a:lnTo>
                  <a:lnTo>
                    <a:pt x="1158201" y="26060"/>
                  </a:lnTo>
                  <a:lnTo>
                    <a:pt x="1210525" y="27381"/>
                  </a:lnTo>
                  <a:lnTo>
                    <a:pt x="1260868" y="35420"/>
                  </a:lnTo>
                  <a:lnTo>
                    <a:pt x="1308582" y="51892"/>
                  </a:lnTo>
                  <a:lnTo>
                    <a:pt x="1315072" y="54876"/>
                  </a:lnTo>
                  <a:lnTo>
                    <a:pt x="1322755" y="52044"/>
                  </a:lnTo>
                  <a:lnTo>
                    <a:pt x="1328750" y="39039"/>
                  </a:lnTo>
                  <a:close/>
                </a:path>
                <a:path w="2223770" h="1563370">
                  <a:moveTo>
                    <a:pt x="2223744" y="860856"/>
                  </a:moveTo>
                  <a:lnTo>
                    <a:pt x="2218055" y="818337"/>
                  </a:lnTo>
                  <a:lnTo>
                    <a:pt x="2206688" y="778040"/>
                  </a:lnTo>
                  <a:lnTo>
                    <a:pt x="2189988" y="734110"/>
                  </a:lnTo>
                  <a:lnTo>
                    <a:pt x="2168690" y="687793"/>
                  </a:lnTo>
                  <a:lnTo>
                    <a:pt x="2143569" y="640384"/>
                  </a:lnTo>
                  <a:lnTo>
                    <a:pt x="2115375" y="593140"/>
                  </a:lnTo>
                  <a:lnTo>
                    <a:pt x="2084870" y="547331"/>
                  </a:lnTo>
                  <a:lnTo>
                    <a:pt x="2052815" y="504228"/>
                  </a:lnTo>
                  <a:lnTo>
                    <a:pt x="2019947" y="465099"/>
                  </a:lnTo>
                  <a:lnTo>
                    <a:pt x="1987054" y="431215"/>
                  </a:lnTo>
                  <a:lnTo>
                    <a:pt x="1954872" y="403860"/>
                  </a:lnTo>
                  <a:lnTo>
                    <a:pt x="1949145" y="399580"/>
                  </a:lnTo>
                  <a:lnTo>
                    <a:pt x="1941029" y="400723"/>
                  </a:lnTo>
                  <a:lnTo>
                    <a:pt x="1932444" y="412165"/>
                  </a:lnTo>
                  <a:lnTo>
                    <a:pt x="1933600" y="420281"/>
                  </a:lnTo>
                  <a:lnTo>
                    <a:pt x="1939315" y="424573"/>
                  </a:lnTo>
                  <a:lnTo>
                    <a:pt x="1974913" y="455269"/>
                  </a:lnTo>
                  <a:lnTo>
                    <a:pt x="2010664" y="493344"/>
                  </a:lnTo>
                  <a:lnTo>
                    <a:pt x="2045690" y="537057"/>
                  </a:lnTo>
                  <a:lnTo>
                    <a:pt x="2079129" y="584695"/>
                  </a:lnTo>
                  <a:lnTo>
                    <a:pt x="2110105" y="634492"/>
                  </a:lnTo>
                  <a:lnTo>
                    <a:pt x="2137740" y="684733"/>
                  </a:lnTo>
                  <a:lnTo>
                    <a:pt x="2161171" y="733666"/>
                  </a:lnTo>
                  <a:lnTo>
                    <a:pt x="2179510" y="779551"/>
                  </a:lnTo>
                  <a:lnTo>
                    <a:pt x="2191893" y="820674"/>
                  </a:lnTo>
                  <a:lnTo>
                    <a:pt x="2197874" y="862152"/>
                  </a:lnTo>
                  <a:lnTo>
                    <a:pt x="2203564" y="867448"/>
                  </a:lnTo>
                  <a:lnTo>
                    <a:pt x="2210371" y="867448"/>
                  </a:lnTo>
                  <a:lnTo>
                    <a:pt x="2218309" y="867003"/>
                  </a:lnTo>
                  <a:lnTo>
                    <a:pt x="2223744" y="860856"/>
                  </a:lnTo>
                  <a:close/>
                </a:path>
              </a:pathLst>
            </a:custGeom>
            <a:solidFill>
              <a:srgbClr val="40426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935631" y="7130403"/>
            <a:ext cx="2416810" cy="8197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200" b="1" spc="45" dirty="0">
                <a:solidFill>
                  <a:srgbClr val="40426F"/>
                </a:solidFill>
                <a:latin typeface="Tahoma"/>
                <a:cs typeface="Tahoma"/>
              </a:rPr>
              <a:t>MYSǪL</a:t>
            </a:r>
            <a:endParaRPr sz="5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84519" y="1030224"/>
            <a:ext cx="6513575" cy="9509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56764">
              <a:lnSpc>
                <a:spcPct val="100000"/>
              </a:lnSpc>
              <a:spcBef>
                <a:spcPts val="95"/>
              </a:spcBef>
            </a:pPr>
            <a:r>
              <a:rPr sz="6850" spc="-204" dirty="0"/>
              <a:t>TOTAL</a:t>
            </a:r>
            <a:r>
              <a:rPr sz="6850" spc="-700" dirty="0"/>
              <a:t> </a:t>
            </a:r>
            <a:r>
              <a:rPr sz="6850" spc="-10" dirty="0"/>
              <a:t>PATIENTS</a:t>
            </a:r>
            <a:endParaRPr sz="685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120575"/>
            <a:ext cx="5394319" cy="41664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77053" y="0"/>
            <a:ext cx="5001504" cy="457537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2300507" y="8943964"/>
            <a:ext cx="2409825" cy="1343660"/>
            <a:chOff x="12300507" y="8943964"/>
            <a:chExt cx="2409825" cy="1343660"/>
          </a:xfrm>
        </p:grpSpPr>
        <p:sp>
          <p:nvSpPr>
            <p:cNvPr id="7" name="object 7"/>
            <p:cNvSpPr/>
            <p:nvPr/>
          </p:nvSpPr>
          <p:spPr>
            <a:xfrm>
              <a:off x="12300496" y="8943974"/>
              <a:ext cx="2409825" cy="1343025"/>
            </a:xfrm>
            <a:custGeom>
              <a:avLst/>
              <a:gdLst/>
              <a:ahLst/>
              <a:cxnLst/>
              <a:rect l="l" t="t" r="r" b="b"/>
              <a:pathLst>
                <a:path w="2409825" h="1343025">
                  <a:moveTo>
                    <a:pt x="2409279" y="943749"/>
                  </a:moveTo>
                  <a:lnTo>
                    <a:pt x="2398661" y="871080"/>
                  </a:lnTo>
                  <a:lnTo>
                    <a:pt x="2384183" y="830084"/>
                  </a:lnTo>
                  <a:lnTo>
                    <a:pt x="2364727" y="786955"/>
                  </a:lnTo>
                  <a:lnTo>
                    <a:pt x="2341143" y="742480"/>
                  </a:lnTo>
                  <a:lnTo>
                    <a:pt x="2314257" y="697382"/>
                  </a:lnTo>
                  <a:lnTo>
                    <a:pt x="2284946" y="652424"/>
                  </a:lnTo>
                  <a:lnTo>
                    <a:pt x="2254046" y="608342"/>
                  </a:lnTo>
                  <a:lnTo>
                    <a:pt x="2222398" y="565886"/>
                  </a:lnTo>
                  <a:lnTo>
                    <a:pt x="2190851" y="525818"/>
                  </a:lnTo>
                  <a:lnTo>
                    <a:pt x="2160270" y="488886"/>
                  </a:lnTo>
                  <a:lnTo>
                    <a:pt x="2131491" y="455828"/>
                  </a:lnTo>
                  <a:lnTo>
                    <a:pt x="2105355" y="427393"/>
                  </a:lnTo>
                  <a:lnTo>
                    <a:pt x="2070785" y="400253"/>
                  </a:lnTo>
                  <a:lnTo>
                    <a:pt x="2051329" y="402996"/>
                  </a:lnTo>
                  <a:lnTo>
                    <a:pt x="1992985" y="426199"/>
                  </a:lnTo>
                  <a:lnTo>
                    <a:pt x="1955634" y="445262"/>
                  </a:lnTo>
                  <a:lnTo>
                    <a:pt x="1913890" y="468401"/>
                  </a:lnTo>
                  <a:lnTo>
                    <a:pt x="1868512" y="494893"/>
                  </a:lnTo>
                  <a:lnTo>
                    <a:pt x="1820278" y="524065"/>
                  </a:lnTo>
                  <a:lnTo>
                    <a:pt x="1769960" y="555205"/>
                  </a:lnTo>
                  <a:lnTo>
                    <a:pt x="1718335" y="587641"/>
                  </a:lnTo>
                  <a:lnTo>
                    <a:pt x="1563420" y="685711"/>
                  </a:lnTo>
                  <a:lnTo>
                    <a:pt x="1562023" y="686587"/>
                  </a:lnTo>
                  <a:lnTo>
                    <a:pt x="1561998" y="684872"/>
                  </a:lnTo>
                  <a:lnTo>
                    <a:pt x="1560804" y="630275"/>
                  </a:lnTo>
                  <a:lnTo>
                    <a:pt x="1557756" y="515708"/>
                  </a:lnTo>
                  <a:lnTo>
                    <a:pt x="1551165" y="289801"/>
                  </a:lnTo>
                  <a:lnTo>
                    <a:pt x="1549869" y="239128"/>
                  </a:lnTo>
                  <a:lnTo>
                    <a:pt x="1548879" y="192532"/>
                  </a:lnTo>
                  <a:lnTo>
                    <a:pt x="1548257" y="150901"/>
                  </a:lnTo>
                  <a:lnTo>
                    <a:pt x="1548079" y="115112"/>
                  </a:lnTo>
                  <a:lnTo>
                    <a:pt x="1542961" y="85471"/>
                  </a:lnTo>
                  <a:lnTo>
                    <a:pt x="1504772" y="41084"/>
                  </a:lnTo>
                  <a:lnTo>
                    <a:pt x="1436458" y="14122"/>
                  </a:lnTo>
                  <a:lnTo>
                    <a:pt x="1393698" y="6261"/>
                  </a:lnTo>
                  <a:lnTo>
                    <a:pt x="1346606" y="1676"/>
                  </a:lnTo>
                  <a:lnTo>
                    <a:pt x="1296289" y="0"/>
                  </a:lnTo>
                  <a:lnTo>
                    <a:pt x="1243799" y="850"/>
                  </a:lnTo>
                  <a:lnTo>
                    <a:pt x="1190205" y="3898"/>
                  </a:lnTo>
                  <a:lnTo>
                    <a:pt x="1136586" y="8763"/>
                  </a:lnTo>
                  <a:lnTo>
                    <a:pt x="1084021" y="15074"/>
                  </a:lnTo>
                  <a:lnTo>
                    <a:pt x="1033564" y="22479"/>
                  </a:lnTo>
                  <a:lnTo>
                    <a:pt x="986307" y="30619"/>
                  </a:lnTo>
                  <a:lnTo>
                    <a:pt x="943317" y="39128"/>
                  </a:lnTo>
                  <a:lnTo>
                    <a:pt x="905649" y="47637"/>
                  </a:lnTo>
                  <a:lnTo>
                    <a:pt x="864895" y="64122"/>
                  </a:lnTo>
                  <a:lnTo>
                    <a:pt x="852246" y="109499"/>
                  </a:lnTo>
                  <a:lnTo>
                    <a:pt x="846620" y="186410"/>
                  </a:lnTo>
                  <a:lnTo>
                    <a:pt x="845896" y="234137"/>
                  </a:lnTo>
                  <a:lnTo>
                    <a:pt x="846289" y="286677"/>
                  </a:lnTo>
                  <a:lnTo>
                    <a:pt x="847572" y="343039"/>
                  </a:lnTo>
                  <a:lnTo>
                    <a:pt x="849541" y="402183"/>
                  </a:lnTo>
                  <a:lnTo>
                    <a:pt x="851966" y="463092"/>
                  </a:lnTo>
                  <a:lnTo>
                    <a:pt x="859917" y="646277"/>
                  </a:lnTo>
                  <a:lnTo>
                    <a:pt x="861758" y="695655"/>
                  </a:lnTo>
                  <a:lnTo>
                    <a:pt x="845858" y="685711"/>
                  </a:lnTo>
                  <a:lnTo>
                    <a:pt x="690943" y="587641"/>
                  </a:lnTo>
                  <a:lnTo>
                    <a:pt x="639330" y="555205"/>
                  </a:lnTo>
                  <a:lnTo>
                    <a:pt x="589013" y="524065"/>
                  </a:lnTo>
                  <a:lnTo>
                    <a:pt x="540778" y="494893"/>
                  </a:lnTo>
                  <a:lnTo>
                    <a:pt x="495401" y="468401"/>
                  </a:lnTo>
                  <a:lnTo>
                    <a:pt x="453644" y="445262"/>
                  </a:lnTo>
                  <a:lnTo>
                    <a:pt x="416306" y="426199"/>
                  </a:lnTo>
                  <a:lnTo>
                    <a:pt x="357949" y="402996"/>
                  </a:lnTo>
                  <a:lnTo>
                    <a:pt x="338493" y="400253"/>
                  </a:lnTo>
                  <a:lnTo>
                    <a:pt x="326542" y="404342"/>
                  </a:lnTo>
                  <a:lnTo>
                    <a:pt x="277774" y="455828"/>
                  </a:lnTo>
                  <a:lnTo>
                    <a:pt x="248996" y="488886"/>
                  </a:lnTo>
                  <a:lnTo>
                    <a:pt x="218414" y="525818"/>
                  </a:lnTo>
                  <a:lnTo>
                    <a:pt x="186867" y="565886"/>
                  </a:lnTo>
                  <a:lnTo>
                    <a:pt x="155232" y="608342"/>
                  </a:lnTo>
                  <a:lnTo>
                    <a:pt x="124320" y="652424"/>
                  </a:lnTo>
                  <a:lnTo>
                    <a:pt x="95008" y="697382"/>
                  </a:lnTo>
                  <a:lnTo>
                    <a:pt x="68135" y="742480"/>
                  </a:lnTo>
                  <a:lnTo>
                    <a:pt x="44538" y="786955"/>
                  </a:lnTo>
                  <a:lnTo>
                    <a:pt x="25082" y="830084"/>
                  </a:lnTo>
                  <a:lnTo>
                    <a:pt x="10617" y="871080"/>
                  </a:lnTo>
                  <a:lnTo>
                    <a:pt x="1968" y="909218"/>
                  </a:lnTo>
                  <a:lnTo>
                    <a:pt x="0" y="943749"/>
                  </a:lnTo>
                  <a:lnTo>
                    <a:pt x="5562" y="973912"/>
                  </a:lnTo>
                  <a:lnTo>
                    <a:pt x="19507" y="998969"/>
                  </a:lnTo>
                  <a:lnTo>
                    <a:pt x="42659" y="1018159"/>
                  </a:lnTo>
                  <a:lnTo>
                    <a:pt x="73621" y="1036116"/>
                  </a:lnTo>
                  <a:lnTo>
                    <a:pt x="109410" y="1057389"/>
                  </a:lnTo>
                  <a:lnTo>
                    <a:pt x="149326" y="1081443"/>
                  </a:lnTo>
                  <a:lnTo>
                    <a:pt x="192633" y="1107795"/>
                  </a:lnTo>
                  <a:lnTo>
                    <a:pt x="385279" y="1225956"/>
                  </a:lnTo>
                  <a:lnTo>
                    <a:pt x="483120" y="1285633"/>
                  </a:lnTo>
                  <a:lnTo>
                    <a:pt x="518337" y="1306893"/>
                  </a:lnTo>
                  <a:lnTo>
                    <a:pt x="508419" y="1313116"/>
                  </a:lnTo>
                  <a:lnTo>
                    <a:pt x="460044" y="1343025"/>
                  </a:lnTo>
                  <a:lnTo>
                    <a:pt x="578878" y="1343025"/>
                  </a:lnTo>
                  <a:lnTo>
                    <a:pt x="863866" y="1343025"/>
                  </a:lnTo>
                  <a:lnTo>
                    <a:pt x="1560385" y="1343025"/>
                  </a:lnTo>
                  <a:lnTo>
                    <a:pt x="1830400" y="1343025"/>
                  </a:lnTo>
                  <a:lnTo>
                    <a:pt x="1949234" y="1343025"/>
                  </a:lnTo>
                  <a:lnTo>
                    <a:pt x="1900847" y="1313116"/>
                  </a:lnTo>
                  <a:lnTo>
                    <a:pt x="1890915" y="1306893"/>
                  </a:lnTo>
                  <a:lnTo>
                    <a:pt x="1926170" y="1285633"/>
                  </a:lnTo>
                  <a:lnTo>
                    <a:pt x="2024011" y="1225956"/>
                  </a:lnTo>
                  <a:lnTo>
                    <a:pt x="2216658" y="1107795"/>
                  </a:lnTo>
                  <a:lnTo>
                    <a:pt x="2259965" y="1081443"/>
                  </a:lnTo>
                  <a:lnTo>
                    <a:pt x="2299881" y="1057389"/>
                  </a:lnTo>
                  <a:lnTo>
                    <a:pt x="2335669" y="1036116"/>
                  </a:lnTo>
                  <a:lnTo>
                    <a:pt x="2366619" y="1018159"/>
                  </a:lnTo>
                  <a:lnTo>
                    <a:pt x="2389784" y="998969"/>
                  </a:lnTo>
                  <a:lnTo>
                    <a:pt x="2403716" y="973912"/>
                  </a:lnTo>
                  <a:lnTo>
                    <a:pt x="2409279" y="943749"/>
                  </a:lnTo>
                  <a:close/>
                </a:path>
              </a:pathLst>
            </a:custGeom>
            <a:solidFill>
              <a:srgbClr val="2D8BB9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463132" y="9760062"/>
              <a:ext cx="84455" cy="527050"/>
            </a:xfrm>
            <a:custGeom>
              <a:avLst/>
              <a:gdLst/>
              <a:ahLst/>
              <a:cxnLst/>
              <a:rect l="l" t="t" r="r" b="b"/>
              <a:pathLst>
                <a:path w="84455" h="527050">
                  <a:moveTo>
                    <a:pt x="83636" y="526937"/>
                  </a:moveTo>
                  <a:lnTo>
                    <a:pt x="2087" y="526937"/>
                  </a:lnTo>
                  <a:lnTo>
                    <a:pt x="2123" y="389192"/>
                  </a:lnTo>
                  <a:lnTo>
                    <a:pt x="1793" y="331022"/>
                  </a:lnTo>
                  <a:lnTo>
                    <a:pt x="431" y="197670"/>
                  </a:lnTo>
                  <a:lnTo>
                    <a:pt x="0" y="134194"/>
                  </a:lnTo>
                  <a:lnTo>
                    <a:pt x="135" y="80652"/>
                  </a:lnTo>
                  <a:lnTo>
                    <a:pt x="1137" y="42900"/>
                  </a:lnTo>
                  <a:lnTo>
                    <a:pt x="3306" y="26788"/>
                  </a:lnTo>
                  <a:lnTo>
                    <a:pt x="23410" y="9826"/>
                  </a:lnTo>
                  <a:lnTo>
                    <a:pt x="49698" y="0"/>
                  </a:lnTo>
                  <a:lnTo>
                    <a:pt x="72528" y="10704"/>
                  </a:lnTo>
                  <a:lnTo>
                    <a:pt x="82254" y="55337"/>
                  </a:lnTo>
                  <a:lnTo>
                    <a:pt x="82360" y="95672"/>
                  </a:lnTo>
                  <a:lnTo>
                    <a:pt x="84035" y="374297"/>
                  </a:lnTo>
                  <a:lnTo>
                    <a:pt x="83636" y="526937"/>
                  </a:lnTo>
                  <a:close/>
                </a:path>
              </a:pathLst>
            </a:custGeom>
            <a:solidFill>
              <a:srgbClr val="FFFFF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400874" y="9432774"/>
              <a:ext cx="206325" cy="20362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2413704" y="9029826"/>
              <a:ext cx="2223770" cy="1257300"/>
            </a:xfrm>
            <a:custGeom>
              <a:avLst/>
              <a:gdLst/>
              <a:ahLst/>
              <a:cxnLst/>
              <a:rect l="l" t="t" r="r" b="b"/>
              <a:pathLst>
                <a:path w="2223769" h="1257300">
                  <a:moveTo>
                    <a:pt x="281063" y="399605"/>
                  </a:moveTo>
                  <a:lnTo>
                    <a:pt x="280250" y="391452"/>
                  </a:lnTo>
                  <a:lnTo>
                    <a:pt x="269189" y="382397"/>
                  </a:lnTo>
                  <a:lnTo>
                    <a:pt x="261010" y="383209"/>
                  </a:lnTo>
                  <a:lnTo>
                    <a:pt x="246113" y="401358"/>
                  </a:lnTo>
                  <a:lnTo>
                    <a:pt x="184594" y="474472"/>
                  </a:lnTo>
                  <a:lnTo>
                    <a:pt x="155486" y="509981"/>
                  </a:lnTo>
                  <a:lnTo>
                    <a:pt x="126961" y="546709"/>
                  </a:lnTo>
                  <a:lnTo>
                    <a:pt x="99695" y="584809"/>
                  </a:lnTo>
                  <a:lnTo>
                    <a:pt x="74358" y="624446"/>
                  </a:lnTo>
                  <a:lnTo>
                    <a:pt x="51638" y="665759"/>
                  </a:lnTo>
                  <a:lnTo>
                    <a:pt x="32207" y="708914"/>
                  </a:lnTo>
                  <a:lnTo>
                    <a:pt x="16725" y="754049"/>
                  </a:lnTo>
                  <a:lnTo>
                    <a:pt x="5892" y="801344"/>
                  </a:lnTo>
                  <a:lnTo>
                    <a:pt x="368" y="850950"/>
                  </a:lnTo>
                  <a:lnTo>
                    <a:pt x="0" y="858088"/>
                  </a:lnTo>
                  <a:lnTo>
                    <a:pt x="5486" y="864184"/>
                  </a:lnTo>
                  <a:lnTo>
                    <a:pt x="13309" y="864565"/>
                  </a:lnTo>
                  <a:lnTo>
                    <a:pt x="20154" y="864565"/>
                  </a:lnTo>
                  <a:lnTo>
                    <a:pt x="25869" y="859205"/>
                  </a:lnTo>
                  <a:lnTo>
                    <a:pt x="26225" y="852297"/>
                  </a:lnTo>
                  <a:lnTo>
                    <a:pt x="32473" y="800049"/>
                  </a:lnTo>
                  <a:lnTo>
                    <a:pt x="45008" y="750290"/>
                  </a:lnTo>
                  <a:lnTo>
                    <a:pt x="62953" y="702830"/>
                  </a:lnTo>
                  <a:lnTo>
                    <a:pt x="85382" y="657504"/>
                  </a:lnTo>
                  <a:lnTo>
                    <a:pt x="111404" y="614133"/>
                  </a:lnTo>
                  <a:lnTo>
                    <a:pt x="140119" y="572541"/>
                  </a:lnTo>
                  <a:lnTo>
                    <a:pt x="170624" y="532561"/>
                  </a:lnTo>
                  <a:lnTo>
                    <a:pt x="202006" y="494030"/>
                  </a:lnTo>
                  <a:lnTo>
                    <a:pt x="255422" y="430631"/>
                  </a:lnTo>
                  <a:lnTo>
                    <a:pt x="281063" y="399605"/>
                  </a:lnTo>
                  <a:close/>
                </a:path>
                <a:path w="2223769" h="1257300">
                  <a:moveTo>
                    <a:pt x="1168107" y="1257173"/>
                  </a:moveTo>
                  <a:lnTo>
                    <a:pt x="1163027" y="1251877"/>
                  </a:lnTo>
                  <a:lnTo>
                    <a:pt x="1154836" y="1251699"/>
                  </a:lnTo>
                  <a:lnTo>
                    <a:pt x="1149121" y="1257173"/>
                  </a:lnTo>
                  <a:lnTo>
                    <a:pt x="1168107" y="1257173"/>
                  </a:lnTo>
                  <a:close/>
                </a:path>
                <a:path w="2223769" h="1257300">
                  <a:moveTo>
                    <a:pt x="1212062" y="666432"/>
                  </a:moveTo>
                  <a:lnTo>
                    <a:pt x="1206449" y="660463"/>
                  </a:lnTo>
                  <a:lnTo>
                    <a:pt x="1199299" y="660260"/>
                  </a:lnTo>
                  <a:lnTo>
                    <a:pt x="1141793" y="661898"/>
                  </a:lnTo>
                  <a:lnTo>
                    <a:pt x="1089533" y="670191"/>
                  </a:lnTo>
                  <a:lnTo>
                    <a:pt x="1042822" y="684961"/>
                  </a:lnTo>
                  <a:lnTo>
                    <a:pt x="1002004" y="706056"/>
                  </a:lnTo>
                  <a:lnTo>
                    <a:pt x="967371" y="733310"/>
                  </a:lnTo>
                  <a:lnTo>
                    <a:pt x="939253" y="766546"/>
                  </a:lnTo>
                  <a:lnTo>
                    <a:pt x="917956" y="805611"/>
                  </a:lnTo>
                  <a:lnTo>
                    <a:pt x="904176" y="849744"/>
                  </a:lnTo>
                  <a:lnTo>
                    <a:pt x="898486" y="896810"/>
                  </a:lnTo>
                  <a:lnTo>
                    <a:pt x="900582" y="945705"/>
                  </a:lnTo>
                  <a:lnTo>
                    <a:pt x="910158" y="995260"/>
                  </a:lnTo>
                  <a:lnTo>
                    <a:pt x="926922" y="1044359"/>
                  </a:lnTo>
                  <a:lnTo>
                    <a:pt x="950556" y="1091844"/>
                  </a:lnTo>
                  <a:lnTo>
                    <a:pt x="980744" y="1136586"/>
                  </a:lnTo>
                  <a:lnTo>
                    <a:pt x="1017206" y="1177429"/>
                  </a:lnTo>
                  <a:lnTo>
                    <a:pt x="1022997" y="1181112"/>
                  </a:lnTo>
                  <a:lnTo>
                    <a:pt x="1026261" y="1181112"/>
                  </a:lnTo>
                  <a:lnTo>
                    <a:pt x="1029614" y="1181112"/>
                  </a:lnTo>
                  <a:lnTo>
                    <a:pt x="1032992" y="1179791"/>
                  </a:lnTo>
                  <a:lnTo>
                    <a:pt x="1040523" y="1172083"/>
                  </a:lnTo>
                  <a:lnTo>
                    <a:pt x="1040422" y="1163891"/>
                  </a:lnTo>
                  <a:lnTo>
                    <a:pt x="1035304" y="1158900"/>
                  </a:lnTo>
                  <a:lnTo>
                    <a:pt x="1001356" y="1120940"/>
                  </a:lnTo>
                  <a:lnTo>
                    <a:pt x="973201" y="1079474"/>
                  </a:lnTo>
                  <a:lnTo>
                    <a:pt x="951115" y="1035545"/>
                  </a:lnTo>
                  <a:lnTo>
                    <a:pt x="935380" y="990193"/>
                  </a:lnTo>
                  <a:lnTo>
                    <a:pt x="926299" y="944499"/>
                  </a:lnTo>
                  <a:lnTo>
                    <a:pt x="924153" y="899477"/>
                  </a:lnTo>
                  <a:lnTo>
                    <a:pt x="929220" y="856208"/>
                  </a:lnTo>
                  <a:lnTo>
                    <a:pt x="941793" y="815733"/>
                  </a:lnTo>
                  <a:lnTo>
                    <a:pt x="964742" y="775550"/>
                  </a:lnTo>
                  <a:lnTo>
                    <a:pt x="996226" y="742467"/>
                  </a:lnTo>
                  <a:lnTo>
                    <a:pt x="1035812" y="716749"/>
                  </a:lnTo>
                  <a:lnTo>
                    <a:pt x="1083043" y="698627"/>
                  </a:lnTo>
                  <a:lnTo>
                    <a:pt x="1137437" y="688340"/>
                  </a:lnTo>
                  <a:lnTo>
                    <a:pt x="1198537" y="686155"/>
                  </a:lnTo>
                  <a:lnTo>
                    <a:pt x="1205585" y="686384"/>
                  </a:lnTo>
                  <a:lnTo>
                    <a:pt x="1211656" y="680732"/>
                  </a:lnTo>
                  <a:lnTo>
                    <a:pt x="1212062" y="666432"/>
                  </a:lnTo>
                  <a:close/>
                </a:path>
                <a:path w="2223769" h="1257300">
                  <a:moveTo>
                    <a:pt x="1328750" y="39039"/>
                  </a:moveTo>
                  <a:lnTo>
                    <a:pt x="1275803" y="12496"/>
                  </a:lnTo>
                  <a:lnTo>
                    <a:pt x="1230528" y="3429"/>
                  </a:lnTo>
                  <a:lnTo>
                    <a:pt x="1183944" y="0"/>
                  </a:lnTo>
                  <a:lnTo>
                    <a:pt x="1136408" y="1066"/>
                  </a:lnTo>
                  <a:lnTo>
                    <a:pt x="1088275" y="5486"/>
                  </a:lnTo>
                  <a:lnTo>
                    <a:pt x="1039888" y="12115"/>
                  </a:lnTo>
                  <a:lnTo>
                    <a:pt x="948182" y="26784"/>
                  </a:lnTo>
                  <a:lnTo>
                    <a:pt x="905916" y="32766"/>
                  </a:lnTo>
                  <a:lnTo>
                    <a:pt x="864781" y="36995"/>
                  </a:lnTo>
                  <a:lnTo>
                    <a:pt x="824750" y="38684"/>
                  </a:lnTo>
                  <a:lnTo>
                    <a:pt x="817587" y="38709"/>
                  </a:lnTo>
                  <a:lnTo>
                    <a:pt x="811822" y="44526"/>
                  </a:lnTo>
                  <a:lnTo>
                    <a:pt x="811885" y="58826"/>
                  </a:lnTo>
                  <a:lnTo>
                    <a:pt x="817676" y="64579"/>
                  </a:lnTo>
                  <a:lnTo>
                    <a:pt x="824801" y="64579"/>
                  </a:lnTo>
                  <a:lnTo>
                    <a:pt x="866609" y="62814"/>
                  </a:lnTo>
                  <a:lnTo>
                    <a:pt x="909421" y="58407"/>
                  </a:lnTo>
                  <a:lnTo>
                    <a:pt x="952690" y="52285"/>
                  </a:lnTo>
                  <a:lnTo>
                    <a:pt x="1050188" y="36766"/>
                  </a:lnTo>
                  <a:lnTo>
                    <a:pt x="1104531" y="29756"/>
                  </a:lnTo>
                  <a:lnTo>
                    <a:pt x="1158201" y="26060"/>
                  </a:lnTo>
                  <a:lnTo>
                    <a:pt x="1210525" y="27381"/>
                  </a:lnTo>
                  <a:lnTo>
                    <a:pt x="1260868" y="35420"/>
                  </a:lnTo>
                  <a:lnTo>
                    <a:pt x="1308582" y="51892"/>
                  </a:lnTo>
                  <a:lnTo>
                    <a:pt x="1315072" y="54876"/>
                  </a:lnTo>
                  <a:lnTo>
                    <a:pt x="1322755" y="52044"/>
                  </a:lnTo>
                  <a:lnTo>
                    <a:pt x="1328750" y="39039"/>
                  </a:lnTo>
                  <a:close/>
                </a:path>
                <a:path w="2223769" h="1257300">
                  <a:moveTo>
                    <a:pt x="2223744" y="860856"/>
                  </a:moveTo>
                  <a:lnTo>
                    <a:pt x="2218055" y="818337"/>
                  </a:lnTo>
                  <a:lnTo>
                    <a:pt x="2206688" y="778040"/>
                  </a:lnTo>
                  <a:lnTo>
                    <a:pt x="2189988" y="734098"/>
                  </a:lnTo>
                  <a:lnTo>
                    <a:pt x="2168690" y="687793"/>
                  </a:lnTo>
                  <a:lnTo>
                    <a:pt x="2143569" y="640384"/>
                  </a:lnTo>
                  <a:lnTo>
                    <a:pt x="2115375" y="593128"/>
                  </a:lnTo>
                  <a:lnTo>
                    <a:pt x="2084870" y="547319"/>
                  </a:lnTo>
                  <a:lnTo>
                    <a:pt x="2052815" y="504215"/>
                  </a:lnTo>
                  <a:lnTo>
                    <a:pt x="2019947" y="465099"/>
                  </a:lnTo>
                  <a:lnTo>
                    <a:pt x="1987054" y="431215"/>
                  </a:lnTo>
                  <a:lnTo>
                    <a:pt x="1954872" y="403847"/>
                  </a:lnTo>
                  <a:lnTo>
                    <a:pt x="1949145" y="399567"/>
                  </a:lnTo>
                  <a:lnTo>
                    <a:pt x="1941029" y="400723"/>
                  </a:lnTo>
                  <a:lnTo>
                    <a:pt x="1932444" y="412153"/>
                  </a:lnTo>
                  <a:lnTo>
                    <a:pt x="1933600" y="420268"/>
                  </a:lnTo>
                  <a:lnTo>
                    <a:pt x="1939315" y="424573"/>
                  </a:lnTo>
                  <a:lnTo>
                    <a:pt x="1974913" y="455269"/>
                  </a:lnTo>
                  <a:lnTo>
                    <a:pt x="2010664" y="493344"/>
                  </a:lnTo>
                  <a:lnTo>
                    <a:pt x="2045690" y="537057"/>
                  </a:lnTo>
                  <a:lnTo>
                    <a:pt x="2079129" y="584695"/>
                  </a:lnTo>
                  <a:lnTo>
                    <a:pt x="2110105" y="634492"/>
                  </a:lnTo>
                  <a:lnTo>
                    <a:pt x="2137740" y="684720"/>
                  </a:lnTo>
                  <a:lnTo>
                    <a:pt x="2161171" y="733653"/>
                  </a:lnTo>
                  <a:lnTo>
                    <a:pt x="2179510" y="779551"/>
                  </a:lnTo>
                  <a:lnTo>
                    <a:pt x="2191893" y="820674"/>
                  </a:lnTo>
                  <a:lnTo>
                    <a:pt x="2197874" y="862139"/>
                  </a:lnTo>
                  <a:lnTo>
                    <a:pt x="2203564" y="867448"/>
                  </a:lnTo>
                  <a:lnTo>
                    <a:pt x="2210371" y="867448"/>
                  </a:lnTo>
                  <a:lnTo>
                    <a:pt x="2218309" y="866990"/>
                  </a:lnTo>
                  <a:lnTo>
                    <a:pt x="2223744" y="860856"/>
                  </a:lnTo>
                  <a:close/>
                </a:path>
              </a:pathLst>
            </a:custGeom>
            <a:solidFill>
              <a:srgbClr val="40426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3518737" y="0"/>
            <a:ext cx="2409825" cy="1248410"/>
            <a:chOff x="3518737" y="0"/>
            <a:chExt cx="2409825" cy="1248410"/>
          </a:xfrm>
        </p:grpSpPr>
        <p:sp>
          <p:nvSpPr>
            <p:cNvPr id="12" name="object 12"/>
            <p:cNvSpPr/>
            <p:nvPr/>
          </p:nvSpPr>
          <p:spPr>
            <a:xfrm>
              <a:off x="3518725" y="11"/>
              <a:ext cx="2409825" cy="1248410"/>
            </a:xfrm>
            <a:custGeom>
              <a:avLst/>
              <a:gdLst/>
              <a:ahLst/>
              <a:cxnLst/>
              <a:rect l="l" t="t" r="r" b="b"/>
              <a:pathLst>
                <a:path w="2409825" h="1248410">
                  <a:moveTo>
                    <a:pt x="2409431" y="414667"/>
                  </a:moveTo>
                  <a:lnTo>
                    <a:pt x="2381046" y="351993"/>
                  </a:lnTo>
                  <a:lnTo>
                    <a:pt x="2351989" y="325704"/>
                  </a:lnTo>
                  <a:lnTo>
                    <a:pt x="2316340" y="299745"/>
                  </a:lnTo>
                  <a:lnTo>
                    <a:pt x="2276043" y="272135"/>
                  </a:lnTo>
                  <a:lnTo>
                    <a:pt x="2235276" y="245046"/>
                  </a:lnTo>
                  <a:lnTo>
                    <a:pt x="2194115" y="218414"/>
                  </a:lnTo>
                  <a:lnTo>
                    <a:pt x="2152624" y="192138"/>
                  </a:lnTo>
                  <a:lnTo>
                    <a:pt x="2110879" y="166128"/>
                  </a:lnTo>
                  <a:lnTo>
                    <a:pt x="2068969" y="140309"/>
                  </a:lnTo>
                  <a:lnTo>
                    <a:pt x="1942846" y="63080"/>
                  </a:lnTo>
                  <a:lnTo>
                    <a:pt x="1900936" y="37134"/>
                  </a:lnTo>
                  <a:lnTo>
                    <a:pt x="1890991" y="30899"/>
                  </a:lnTo>
                  <a:lnTo>
                    <a:pt x="1942122" y="0"/>
                  </a:lnTo>
                  <a:lnTo>
                    <a:pt x="1842096" y="0"/>
                  </a:lnTo>
                  <a:lnTo>
                    <a:pt x="1560182" y="0"/>
                  </a:lnTo>
                  <a:lnTo>
                    <a:pt x="863790" y="0"/>
                  </a:lnTo>
                  <a:lnTo>
                    <a:pt x="567334" y="0"/>
                  </a:lnTo>
                  <a:lnTo>
                    <a:pt x="467334" y="0"/>
                  </a:lnTo>
                  <a:lnTo>
                    <a:pt x="518439" y="30899"/>
                  </a:lnTo>
                  <a:lnTo>
                    <a:pt x="508508" y="37134"/>
                  </a:lnTo>
                  <a:lnTo>
                    <a:pt x="466598" y="63080"/>
                  </a:lnTo>
                  <a:lnTo>
                    <a:pt x="340487" y="140309"/>
                  </a:lnTo>
                  <a:lnTo>
                    <a:pt x="298564" y="166128"/>
                  </a:lnTo>
                  <a:lnTo>
                    <a:pt x="256832" y="192138"/>
                  </a:lnTo>
                  <a:lnTo>
                    <a:pt x="215341" y="218414"/>
                  </a:lnTo>
                  <a:lnTo>
                    <a:pt x="174167" y="245046"/>
                  </a:lnTo>
                  <a:lnTo>
                    <a:pt x="133400" y="272135"/>
                  </a:lnTo>
                  <a:lnTo>
                    <a:pt x="93103" y="299745"/>
                  </a:lnTo>
                  <a:lnTo>
                    <a:pt x="57442" y="325704"/>
                  </a:lnTo>
                  <a:lnTo>
                    <a:pt x="28397" y="351993"/>
                  </a:lnTo>
                  <a:lnTo>
                    <a:pt x="0" y="414667"/>
                  </a:lnTo>
                  <a:lnTo>
                    <a:pt x="5626" y="455612"/>
                  </a:lnTo>
                  <a:lnTo>
                    <a:pt x="27774" y="505993"/>
                  </a:lnTo>
                  <a:lnTo>
                    <a:pt x="68910" y="568083"/>
                  </a:lnTo>
                  <a:lnTo>
                    <a:pt x="68770" y="567728"/>
                  </a:lnTo>
                  <a:lnTo>
                    <a:pt x="89192" y="602437"/>
                  </a:lnTo>
                  <a:lnTo>
                    <a:pt x="161912" y="723785"/>
                  </a:lnTo>
                  <a:lnTo>
                    <a:pt x="194030" y="773582"/>
                  </a:lnTo>
                  <a:lnTo>
                    <a:pt x="223164" y="809777"/>
                  </a:lnTo>
                  <a:lnTo>
                    <a:pt x="281749" y="845515"/>
                  </a:lnTo>
                  <a:lnTo>
                    <a:pt x="315849" y="847153"/>
                  </a:lnTo>
                  <a:lnTo>
                    <a:pt x="356247" y="839381"/>
                  </a:lnTo>
                  <a:lnTo>
                    <a:pt x="405257" y="823239"/>
                  </a:lnTo>
                  <a:lnTo>
                    <a:pt x="465226" y="799782"/>
                  </a:lnTo>
                  <a:lnTo>
                    <a:pt x="512254" y="780364"/>
                  </a:lnTo>
                  <a:lnTo>
                    <a:pt x="559003" y="760298"/>
                  </a:lnTo>
                  <a:lnTo>
                    <a:pt x="605459" y="739622"/>
                  </a:lnTo>
                  <a:lnTo>
                    <a:pt x="651675" y="718362"/>
                  </a:lnTo>
                  <a:lnTo>
                    <a:pt x="697636" y="696569"/>
                  </a:lnTo>
                  <a:lnTo>
                    <a:pt x="743369" y="674255"/>
                  </a:lnTo>
                  <a:lnTo>
                    <a:pt x="788898" y="651484"/>
                  </a:lnTo>
                  <a:lnTo>
                    <a:pt x="834224" y="628269"/>
                  </a:lnTo>
                  <a:lnTo>
                    <a:pt x="879233" y="604723"/>
                  </a:lnTo>
                  <a:lnTo>
                    <a:pt x="880656" y="646861"/>
                  </a:lnTo>
                  <a:lnTo>
                    <a:pt x="884847" y="794677"/>
                  </a:lnTo>
                  <a:lnTo>
                    <a:pt x="886371" y="843889"/>
                  </a:lnTo>
                  <a:lnTo>
                    <a:pt x="888149" y="893038"/>
                  </a:lnTo>
                  <a:lnTo>
                    <a:pt x="890295" y="942098"/>
                  </a:lnTo>
                  <a:lnTo>
                    <a:pt x="892898" y="991057"/>
                  </a:lnTo>
                  <a:lnTo>
                    <a:pt x="896099" y="1039901"/>
                  </a:lnTo>
                  <a:lnTo>
                    <a:pt x="899985" y="1088605"/>
                  </a:lnTo>
                  <a:lnTo>
                    <a:pt x="904760" y="1132459"/>
                  </a:lnTo>
                  <a:lnTo>
                    <a:pt x="913104" y="1170749"/>
                  </a:lnTo>
                  <a:lnTo>
                    <a:pt x="953338" y="1226566"/>
                  </a:lnTo>
                  <a:lnTo>
                    <a:pt x="991641" y="1242060"/>
                  </a:lnTo>
                  <a:lnTo>
                    <a:pt x="1046353" y="1247940"/>
                  </a:lnTo>
                  <a:lnTo>
                    <a:pt x="1120686" y="1243164"/>
                  </a:lnTo>
                  <a:lnTo>
                    <a:pt x="1120292" y="1243088"/>
                  </a:lnTo>
                  <a:lnTo>
                    <a:pt x="1160564" y="1242656"/>
                  </a:lnTo>
                  <a:lnTo>
                    <a:pt x="1302004" y="1239989"/>
                  </a:lnTo>
                  <a:lnTo>
                    <a:pt x="1361198" y="1236929"/>
                  </a:lnTo>
                  <a:lnTo>
                    <a:pt x="1407083" y="1229677"/>
                  </a:lnTo>
                  <a:lnTo>
                    <a:pt x="1467243" y="1196657"/>
                  </a:lnTo>
                  <a:lnTo>
                    <a:pt x="1499019" y="1129004"/>
                  </a:lnTo>
                  <a:lnTo>
                    <a:pt x="1509407" y="1078445"/>
                  </a:lnTo>
                  <a:lnTo>
                    <a:pt x="1518907" y="1014755"/>
                  </a:lnTo>
                  <a:lnTo>
                    <a:pt x="1525485" y="964311"/>
                  </a:lnTo>
                  <a:lnTo>
                    <a:pt x="1531353" y="913777"/>
                  </a:lnTo>
                  <a:lnTo>
                    <a:pt x="1536547" y="863193"/>
                  </a:lnTo>
                  <a:lnTo>
                    <a:pt x="1541106" y="812533"/>
                  </a:lnTo>
                  <a:lnTo>
                    <a:pt x="1545069" y="761822"/>
                  </a:lnTo>
                  <a:lnTo>
                    <a:pt x="1548498" y="711047"/>
                  </a:lnTo>
                  <a:lnTo>
                    <a:pt x="1551393" y="660222"/>
                  </a:lnTo>
                  <a:lnTo>
                    <a:pt x="1553464" y="616889"/>
                  </a:lnTo>
                  <a:lnTo>
                    <a:pt x="1575244" y="628269"/>
                  </a:lnTo>
                  <a:lnTo>
                    <a:pt x="1620570" y="651484"/>
                  </a:lnTo>
                  <a:lnTo>
                    <a:pt x="1666087" y="674255"/>
                  </a:lnTo>
                  <a:lnTo>
                    <a:pt x="1711833" y="696569"/>
                  </a:lnTo>
                  <a:lnTo>
                    <a:pt x="1757794" y="718362"/>
                  </a:lnTo>
                  <a:lnTo>
                    <a:pt x="1803996" y="739622"/>
                  </a:lnTo>
                  <a:lnTo>
                    <a:pt x="1850466" y="760298"/>
                  </a:lnTo>
                  <a:lnTo>
                    <a:pt x="1897202" y="780364"/>
                  </a:lnTo>
                  <a:lnTo>
                    <a:pt x="1944230" y="799782"/>
                  </a:lnTo>
                  <a:lnTo>
                    <a:pt x="2004199" y="823239"/>
                  </a:lnTo>
                  <a:lnTo>
                    <a:pt x="2053221" y="839381"/>
                  </a:lnTo>
                  <a:lnTo>
                    <a:pt x="2093607" y="847153"/>
                  </a:lnTo>
                  <a:lnTo>
                    <a:pt x="2127707" y="845515"/>
                  </a:lnTo>
                  <a:lnTo>
                    <a:pt x="2186292" y="809777"/>
                  </a:lnTo>
                  <a:lnTo>
                    <a:pt x="2215426" y="773582"/>
                  </a:lnTo>
                  <a:lnTo>
                    <a:pt x="2247544" y="723785"/>
                  </a:lnTo>
                  <a:lnTo>
                    <a:pt x="2320252" y="602437"/>
                  </a:lnTo>
                  <a:lnTo>
                    <a:pt x="2340673" y="567728"/>
                  </a:lnTo>
                  <a:lnTo>
                    <a:pt x="2340546" y="568083"/>
                  </a:lnTo>
                  <a:lnTo>
                    <a:pt x="2381681" y="505993"/>
                  </a:lnTo>
                  <a:lnTo>
                    <a:pt x="2403818" y="455612"/>
                  </a:lnTo>
                  <a:lnTo>
                    <a:pt x="2409431" y="414667"/>
                  </a:lnTo>
                  <a:close/>
                </a:path>
              </a:pathLst>
            </a:custGeom>
            <a:solidFill>
              <a:srgbClr val="2D8BB9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83510" y="0"/>
              <a:ext cx="81915" cy="753745"/>
            </a:xfrm>
            <a:custGeom>
              <a:avLst/>
              <a:gdLst/>
              <a:ahLst/>
              <a:cxnLst/>
              <a:rect l="l" t="t" r="r" b="b"/>
              <a:pathLst>
                <a:path w="81914" h="753745">
                  <a:moveTo>
                    <a:pt x="16381" y="753217"/>
                  </a:moveTo>
                  <a:lnTo>
                    <a:pt x="5465" y="713397"/>
                  </a:lnTo>
                  <a:lnTo>
                    <a:pt x="3398" y="631246"/>
                  </a:lnTo>
                  <a:lnTo>
                    <a:pt x="2841" y="584066"/>
                  </a:lnTo>
                  <a:lnTo>
                    <a:pt x="1770" y="441867"/>
                  </a:lnTo>
                  <a:lnTo>
                    <a:pt x="701" y="342950"/>
                  </a:lnTo>
                  <a:lnTo>
                    <a:pt x="326" y="291337"/>
                  </a:lnTo>
                  <a:lnTo>
                    <a:pt x="0" y="187968"/>
                  </a:lnTo>
                  <a:lnTo>
                    <a:pt x="74" y="0"/>
                  </a:lnTo>
                  <a:lnTo>
                    <a:pt x="81707" y="0"/>
                  </a:lnTo>
                  <a:lnTo>
                    <a:pt x="81527" y="349386"/>
                  </a:lnTo>
                  <a:lnTo>
                    <a:pt x="80850" y="447508"/>
                  </a:lnTo>
                  <a:lnTo>
                    <a:pt x="80223" y="496455"/>
                  </a:lnTo>
                  <a:lnTo>
                    <a:pt x="79354" y="545304"/>
                  </a:lnTo>
                  <a:lnTo>
                    <a:pt x="78208" y="594037"/>
                  </a:lnTo>
                  <a:lnTo>
                    <a:pt x="76748" y="642638"/>
                  </a:lnTo>
                  <a:lnTo>
                    <a:pt x="74423" y="697630"/>
                  </a:lnTo>
                  <a:lnTo>
                    <a:pt x="63655" y="746090"/>
                  </a:lnTo>
                  <a:lnTo>
                    <a:pt x="34731" y="752484"/>
                  </a:lnTo>
                  <a:lnTo>
                    <a:pt x="16381" y="753217"/>
                  </a:lnTo>
                  <a:close/>
                </a:path>
              </a:pathLst>
            </a:custGeom>
            <a:solidFill>
              <a:srgbClr val="FFFFF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90493" y="61581"/>
              <a:ext cx="2222500" cy="1115060"/>
            </a:xfrm>
            <a:custGeom>
              <a:avLst/>
              <a:gdLst/>
              <a:ahLst/>
              <a:cxnLst/>
              <a:rect l="l" t="t" r="r" b="b"/>
              <a:pathLst>
                <a:path w="2222500" h="1115060">
                  <a:moveTo>
                    <a:pt x="276593" y="667867"/>
                  </a:moveTo>
                  <a:lnTo>
                    <a:pt x="272999" y="660488"/>
                  </a:lnTo>
                  <a:lnTo>
                    <a:pt x="266242" y="658164"/>
                  </a:lnTo>
                  <a:lnTo>
                    <a:pt x="242887" y="641832"/>
                  </a:lnTo>
                  <a:lnTo>
                    <a:pt x="211175" y="608622"/>
                  </a:lnTo>
                  <a:lnTo>
                    <a:pt x="174358" y="563473"/>
                  </a:lnTo>
                  <a:lnTo>
                    <a:pt x="135661" y="511365"/>
                  </a:lnTo>
                  <a:lnTo>
                    <a:pt x="98323" y="457263"/>
                  </a:lnTo>
                  <a:lnTo>
                    <a:pt x="65582" y="406133"/>
                  </a:lnTo>
                  <a:lnTo>
                    <a:pt x="40678" y="362927"/>
                  </a:lnTo>
                  <a:lnTo>
                    <a:pt x="24638" y="325805"/>
                  </a:lnTo>
                  <a:lnTo>
                    <a:pt x="17322" y="322072"/>
                  </a:lnTo>
                  <a:lnTo>
                    <a:pt x="3733" y="326504"/>
                  </a:lnTo>
                  <a:lnTo>
                    <a:pt x="0" y="333806"/>
                  </a:lnTo>
                  <a:lnTo>
                    <a:pt x="2209" y="340601"/>
                  </a:lnTo>
                  <a:lnTo>
                    <a:pt x="35420" y="405917"/>
                  </a:lnTo>
                  <a:lnTo>
                    <a:pt x="63728" y="451688"/>
                  </a:lnTo>
                  <a:lnTo>
                    <a:pt x="96875" y="501408"/>
                  </a:lnTo>
                  <a:lnTo>
                    <a:pt x="132651" y="551434"/>
                  </a:lnTo>
                  <a:lnTo>
                    <a:pt x="168846" y="598195"/>
                  </a:lnTo>
                  <a:lnTo>
                    <a:pt x="203250" y="638048"/>
                  </a:lnTo>
                  <a:lnTo>
                    <a:pt x="233641" y="667410"/>
                  </a:lnTo>
                  <a:lnTo>
                    <a:pt x="260616" y="683374"/>
                  </a:lnTo>
                  <a:lnTo>
                    <a:pt x="262013" y="683374"/>
                  </a:lnTo>
                  <a:lnTo>
                    <a:pt x="267385" y="683374"/>
                  </a:lnTo>
                  <a:lnTo>
                    <a:pt x="272415" y="679996"/>
                  </a:lnTo>
                  <a:lnTo>
                    <a:pt x="276593" y="667867"/>
                  </a:lnTo>
                  <a:close/>
                </a:path>
                <a:path w="2222500" h="1115060">
                  <a:moveTo>
                    <a:pt x="1320228" y="214122"/>
                  </a:moveTo>
                  <a:lnTo>
                    <a:pt x="1306436" y="138760"/>
                  </a:lnTo>
                  <a:lnTo>
                    <a:pt x="1284833" y="98031"/>
                  </a:lnTo>
                  <a:lnTo>
                    <a:pt x="1252715" y="53898"/>
                  </a:lnTo>
                  <a:lnTo>
                    <a:pt x="1209509" y="5346"/>
                  </a:lnTo>
                  <a:lnTo>
                    <a:pt x="1196365" y="0"/>
                  </a:lnTo>
                  <a:lnTo>
                    <a:pt x="1186027" y="9893"/>
                  </a:lnTo>
                  <a:lnTo>
                    <a:pt x="1185862" y="18097"/>
                  </a:lnTo>
                  <a:lnTo>
                    <a:pt x="1190802" y="23253"/>
                  </a:lnTo>
                  <a:lnTo>
                    <a:pt x="1239532" y="78854"/>
                  </a:lnTo>
                  <a:lnTo>
                    <a:pt x="1272387" y="127698"/>
                  </a:lnTo>
                  <a:lnTo>
                    <a:pt x="1290332" y="171627"/>
                  </a:lnTo>
                  <a:lnTo>
                    <a:pt x="1294384" y="212471"/>
                  </a:lnTo>
                  <a:lnTo>
                    <a:pt x="1285951" y="250418"/>
                  </a:lnTo>
                  <a:lnTo>
                    <a:pt x="1265199" y="289026"/>
                  </a:lnTo>
                  <a:lnTo>
                    <a:pt x="1231658" y="328980"/>
                  </a:lnTo>
                  <a:lnTo>
                    <a:pt x="1184846" y="370979"/>
                  </a:lnTo>
                  <a:lnTo>
                    <a:pt x="1139164" y="408076"/>
                  </a:lnTo>
                  <a:lnTo>
                    <a:pt x="1098003" y="444068"/>
                  </a:lnTo>
                  <a:lnTo>
                    <a:pt x="1058100" y="484124"/>
                  </a:lnTo>
                  <a:lnTo>
                    <a:pt x="1024851" y="526478"/>
                  </a:lnTo>
                  <a:lnTo>
                    <a:pt x="1003642" y="569315"/>
                  </a:lnTo>
                  <a:lnTo>
                    <a:pt x="999858" y="610870"/>
                  </a:lnTo>
                  <a:lnTo>
                    <a:pt x="1007529" y="633133"/>
                  </a:lnTo>
                  <a:lnTo>
                    <a:pt x="1045108" y="669048"/>
                  </a:lnTo>
                  <a:lnTo>
                    <a:pt x="1077823" y="683361"/>
                  </a:lnTo>
                  <a:lnTo>
                    <a:pt x="1079284" y="683361"/>
                  </a:lnTo>
                  <a:lnTo>
                    <a:pt x="1084580" y="683361"/>
                  </a:lnTo>
                  <a:lnTo>
                    <a:pt x="1089558" y="680085"/>
                  </a:lnTo>
                  <a:lnTo>
                    <a:pt x="1093901" y="668070"/>
                  </a:lnTo>
                  <a:lnTo>
                    <a:pt x="1090409" y="660654"/>
                  </a:lnTo>
                  <a:lnTo>
                    <a:pt x="1083678" y="658228"/>
                  </a:lnTo>
                  <a:lnTo>
                    <a:pt x="1060284" y="647865"/>
                  </a:lnTo>
                  <a:lnTo>
                    <a:pt x="1042733" y="635774"/>
                  </a:lnTo>
                  <a:lnTo>
                    <a:pt x="1031087" y="622007"/>
                  </a:lnTo>
                  <a:lnTo>
                    <a:pt x="1025398" y="606602"/>
                  </a:lnTo>
                  <a:lnTo>
                    <a:pt x="1030274" y="571334"/>
                  </a:lnTo>
                  <a:lnTo>
                    <a:pt x="1051991" y="532879"/>
                  </a:lnTo>
                  <a:lnTo>
                    <a:pt x="1084821" y="493776"/>
                  </a:lnTo>
                  <a:lnTo>
                    <a:pt x="1123010" y="456590"/>
                  </a:lnTo>
                  <a:lnTo>
                    <a:pt x="1160780" y="423862"/>
                  </a:lnTo>
                  <a:lnTo>
                    <a:pt x="1201115" y="391134"/>
                  </a:lnTo>
                  <a:lnTo>
                    <a:pt x="1251902" y="345274"/>
                  </a:lnTo>
                  <a:lnTo>
                    <a:pt x="1288338" y="301015"/>
                  </a:lnTo>
                  <a:lnTo>
                    <a:pt x="1310944" y="257556"/>
                  </a:lnTo>
                  <a:lnTo>
                    <a:pt x="1320228" y="214122"/>
                  </a:lnTo>
                  <a:close/>
                </a:path>
                <a:path w="2222500" h="1115060">
                  <a:moveTo>
                    <a:pt x="1334617" y="1090561"/>
                  </a:moveTo>
                  <a:lnTo>
                    <a:pt x="1333131" y="1076325"/>
                  </a:lnTo>
                  <a:lnTo>
                    <a:pt x="1326819" y="1071181"/>
                  </a:lnTo>
                  <a:lnTo>
                    <a:pt x="1271993" y="1076515"/>
                  </a:lnTo>
                  <a:lnTo>
                    <a:pt x="1223225" y="1080389"/>
                  </a:lnTo>
                  <a:lnTo>
                    <a:pt x="1173213" y="1083551"/>
                  </a:lnTo>
                  <a:lnTo>
                    <a:pt x="1121841" y="1085989"/>
                  </a:lnTo>
                  <a:lnTo>
                    <a:pt x="1068997" y="1087729"/>
                  </a:lnTo>
                  <a:lnTo>
                    <a:pt x="1014564" y="1088771"/>
                  </a:lnTo>
                  <a:lnTo>
                    <a:pt x="951255" y="1089113"/>
                  </a:lnTo>
                  <a:lnTo>
                    <a:pt x="945451" y="1094905"/>
                  </a:lnTo>
                  <a:lnTo>
                    <a:pt x="945451" y="1109218"/>
                  </a:lnTo>
                  <a:lnTo>
                    <a:pt x="951255" y="1115009"/>
                  </a:lnTo>
                  <a:lnTo>
                    <a:pt x="958405" y="1115009"/>
                  </a:lnTo>
                  <a:lnTo>
                    <a:pt x="1014945" y="1114666"/>
                  </a:lnTo>
                  <a:lnTo>
                    <a:pt x="1069771" y="1113612"/>
                  </a:lnTo>
                  <a:lnTo>
                    <a:pt x="1123010" y="1111859"/>
                  </a:lnTo>
                  <a:lnTo>
                    <a:pt x="1174762" y="1109395"/>
                  </a:lnTo>
                  <a:lnTo>
                    <a:pt x="1225156" y="1106208"/>
                  </a:lnTo>
                  <a:lnTo>
                    <a:pt x="1274318" y="1102309"/>
                  </a:lnTo>
                  <a:lnTo>
                    <a:pt x="1329448" y="1096924"/>
                  </a:lnTo>
                  <a:lnTo>
                    <a:pt x="1334617" y="1090561"/>
                  </a:lnTo>
                  <a:close/>
                </a:path>
                <a:path w="2222500" h="1115060">
                  <a:moveTo>
                    <a:pt x="2222068" y="337464"/>
                  </a:moveTo>
                  <a:lnTo>
                    <a:pt x="2220252" y="329476"/>
                  </a:lnTo>
                  <a:lnTo>
                    <a:pt x="2208174" y="321843"/>
                  </a:lnTo>
                  <a:lnTo>
                    <a:pt x="2200173" y="323634"/>
                  </a:lnTo>
                  <a:lnTo>
                    <a:pt x="2175433" y="368935"/>
                  </a:lnTo>
                  <a:lnTo>
                    <a:pt x="2128786" y="469480"/>
                  </a:lnTo>
                  <a:lnTo>
                    <a:pt x="2104313" y="519696"/>
                  </a:lnTo>
                  <a:lnTo>
                    <a:pt x="2077935" y="568490"/>
                  </a:lnTo>
                  <a:lnTo>
                    <a:pt x="2050859" y="610412"/>
                  </a:lnTo>
                  <a:lnTo>
                    <a:pt x="2024329" y="639965"/>
                  </a:lnTo>
                  <a:lnTo>
                    <a:pt x="1992401" y="652030"/>
                  </a:lnTo>
                  <a:lnTo>
                    <a:pt x="1986864" y="658075"/>
                  </a:lnTo>
                  <a:lnTo>
                    <a:pt x="1987486" y="672185"/>
                  </a:lnTo>
                  <a:lnTo>
                    <a:pt x="1993214" y="677608"/>
                  </a:lnTo>
                  <a:lnTo>
                    <a:pt x="2000110" y="677608"/>
                  </a:lnTo>
                  <a:lnTo>
                    <a:pt x="2057514" y="643648"/>
                  </a:lnTo>
                  <a:lnTo>
                    <a:pt x="2085581" y="606044"/>
                  </a:lnTo>
                  <a:lnTo>
                    <a:pt x="2114004" y="557288"/>
                  </a:lnTo>
                  <a:lnTo>
                    <a:pt x="2143226" y="499325"/>
                  </a:lnTo>
                  <a:lnTo>
                    <a:pt x="2173668" y="434098"/>
                  </a:lnTo>
                  <a:lnTo>
                    <a:pt x="2186546" y="406069"/>
                  </a:lnTo>
                  <a:lnTo>
                    <a:pt x="2198357" y="381000"/>
                  </a:lnTo>
                  <a:lnTo>
                    <a:pt x="2208974" y="359829"/>
                  </a:lnTo>
                  <a:lnTo>
                    <a:pt x="2218258" y="343522"/>
                  </a:lnTo>
                  <a:lnTo>
                    <a:pt x="2222068" y="337464"/>
                  </a:lnTo>
                  <a:close/>
                </a:path>
              </a:pathLst>
            </a:custGeom>
            <a:solidFill>
              <a:srgbClr val="40426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541279" y="2631760"/>
            <a:ext cx="8286749" cy="234314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32454" y="5992831"/>
            <a:ext cx="6134099" cy="28860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98463" y="1033272"/>
            <a:ext cx="6288023" cy="9509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73630">
              <a:lnSpc>
                <a:spcPct val="100000"/>
              </a:lnSpc>
              <a:spcBef>
                <a:spcPts val="95"/>
              </a:spcBef>
            </a:pPr>
            <a:r>
              <a:rPr sz="6850" spc="-204" dirty="0"/>
              <a:t>TOTAL</a:t>
            </a:r>
            <a:r>
              <a:rPr sz="6850" spc="-700" dirty="0"/>
              <a:t> </a:t>
            </a:r>
            <a:r>
              <a:rPr sz="6850" spc="-135" dirty="0"/>
              <a:t>DOCTORS</a:t>
            </a:r>
            <a:endParaRPr sz="6850"/>
          </a:p>
        </p:txBody>
      </p:sp>
      <p:grpSp>
        <p:nvGrpSpPr>
          <p:cNvPr id="4" name="object 4"/>
          <p:cNvGrpSpPr/>
          <p:nvPr/>
        </p:nvGrpSpPr>
        <p:grpSpPr>
          <a:xfrm>
            <a:off x="0" y="5438967"/>
            <a:ext cx="3660775" cy="4848225"/>
            <a:chOff x="0" y="5438967"/>
            <a:chExt cx="3660775" cy="4848225"/>
          </a:xfrm>
        </p:grpSpPr>
        <p:sp>
          <p:nvSpPr>
            <p:cNvPr id="5" name="object 5"/>
            <p:cNvSpPr/>
            <p:nvPr/>
          </p:nvSpPr>
          <p:spPr>
            <a:xfrm>
              <a:off x="0" y="6003872"/>
              <a:ext cx="3630295" cy="4283710"/>
            </a:xfrm>
            <a:custGeom>
              <a:avLst/>
              <a:gdLst/>
              <a:ahLst/>
              <a:cxnLst/>
              <a:rect l="l" t="t" r="r" b="b"/>
              <a:pathLst>
                <a:path w="3630295" h="4283709">
                  <a:moveTo>
                    <a:pt x="3629788" y="4283126"/>
                  </a:moveTo>
                  <a:lnTo>
                    <a:pt x="0" y="4283126"/>
                  </a:lnTo>
                  <a:lnTo>
                    <a:pt x="0" y="353539"/>
                  </a:lnTo>
                  <a:lnTo>
                    <a:pt x="47262" y="341210"/>
                  </a:lnTo>
                  <a:lnTo>
                    <a:pt x="105771" y="326258"/>
                  </a:lnTo>
                  <a:lnTo>
                    <a:pt x="161887" y="312155"/>
                  </a:lnTo>
                  <a:lnTo>
                    <a:pt x="281878" y="282700"/>
                  </a:lnTo>
                  <a:lnTo>
                    <a:pt x="544046" y="221884"/>
                  </a:lnTo>
                  <a:lnTo>
                    <a:pt x="801063" y="166979"/>
                  </a:lnTo>
                  <a:lnTo>
                    <a:pt x="991870" y="129461"/>
                  </a:lnTo>
                  <a:lnTo>
                    <a:pt x="1178937" y="95666"/>
                  </a:lnTo>
                  <a:lnTo>
                    <a:pt x="1360403" y="66124"/>
                  </a:lnTo>
                  <a:lnTo>
                    <a:pt x="1477351" y="49052"/>
                  </a:lnTo>
                  <a:lnTo>
                    <a:pt x="1590433" y="34261"/>
                  </a:lnTo>
                  <a:lnTo>
                    <a:pt x="1699098" y="21908"/>
                  </a:lnTo>
                  <a:lnTo>
                    <a:pt x="1751603" y="16694"/>
                  </a:lnTo>
                  <a:lnTo>
                    <a:pt x="1802796" y="12149"/>
                  </a:lnTo>
                  <a:lnTo>
                    <a:pt x="1852610" y="8291"/>
                  </a:lnTo>
                  <a:lnTo>
                    <a:pt x="1900975" y="5140"/>
                  </a:lnTo>
                  <a:lnTo>
                    <a:pt x="1947823" y="2716"/>
                  </a:lnTo>
                  <a:lnTo>
                    <a:pt x="1993085" y="1038"/>
                  </a:lnTo>
                  <a:lnTo>
                    <a:pt x="2036692" y="126"/>
                  </a:lnTo>
                  <a:lnTo>
                    <a:pt x="2078575" y="0"/>
                  </a:lnTo>
                  <a:lnTo>
                    <a:pt x="2118665" y="678"/>
                  </a:lnTo>
                  <a:lnTo>
                    <a:pt x="2156894" y="2181"/>
                  </a:lnTo>
                  <a:lnTo>
                    <a:pt x="2227491" y="7739"/>
                  </a:lnTo>
                  <a:lnTo>
                    <a:pt x="2289815" y="16830"/>
                  </a:lnTo>
                  <a:lnTo>
                    <a:pt x="2343316" y="29610"/>
                  </a:lnTo>
                  <a:lnTo>
                    <a:pt x="2387443" y="46236"/>
                  </a:lnTo>
                  <a:lnTo>
                    <a:pt x="2421644" y="66864"/>
                  </a:lnTo>
                  <a:lnTo>
                    <a:pt x="2464870" y="121129"/>
                  </a:lnTo>
                  <a:lnTo>
                    <a:pt x="2503724" y="184666"/>
                  </a:lnTo>
                  <a:lnTo>
                    <a:pt x="2523073" y="218653"/>
                  </a:lnTo>
                  <a:lnTo>
                    <a:pt x="2542367" y="254070"/>
                  </a:lnTo>
                  <a:lnTo>
                    <a:pt x="2561604" y="290881"/>
                  </a:lnTo>
                  <a:lnTo>
                    <a:pt x="2580780" y="329050"/>
                  </a:lnTo>
                  <a:lnTo>
                    <a:pt x="2599892" y="368540"/>
                  </a:lnTo>
                  <a:lnTo>
                    <a:pt x="2618939" y="409316"/>
                  </a:lnTo>
                  <a:lnTo>
                    <a:pt x="2637918" y="451341"/>
                  </a:lnTo>
                  <a:lnTo>
                    <a:pt x="2656825" y="494579"/>
                  </a:lnTo>
                  <a:lnTo>
                    <a:pt x="2675659" y="538993"/>
                  </a:lnTo>
                  <a:lnTo>
                    <a:pt x="2694417" y="584547"/>
                  </a:lnTo>
                  <a:lnTo>
                    <a:pt x="2713096" y="631206"/>
                  </a:lnTo>
                  <a:lnTo>
                    <a:pt x="2731693" y="678932"/>
                  </a:lnTo>
                  <a:lnTo>
                    <a:pt x="2750206" y="727690"/>
                  </a:lnTo>
                  <a:lnTo>
                    <a:pt x="2768633" y="777443"/>
                  </a:lnTo>
                  <a:lnTo>
                    <a:pt x="2786970" y="828154"/>
                  </a:lnTo>
                  <a:lnTo>
                    <a:pt x="2805215" y="879789"/>
                  </a:lnTo>
                  <a:lnTo>
                    <a:pt x="2823365" y="932310"/>
                  </a:lnTo>
                  <a:lnTo>
                    <a:pt x="2841418" y="985681"/>
                  </a:lnTo>
                  <a:lnTo>
                    <a:pt x="2859371" y="1039866"/>
                  </a:lnTo>
                  <a:lnTo>
                    <a:pt x="2877222" y="1094829"/>
                  </a:lnTo>
                  <a:lnTo>
                    <a:pt x="2894967" y="1150533"/>
                  </a:lnTo>
                  <a:lnTo>
                    <a:pt x="2912605" y="1206943"/>
                  </a:lnTo>
                  <a:lnTo>
                    <a:pt x="2930132" y="1264021"/>
                  </a:lnTo>
                  <a:lnTo>
                    <a:pt x="2947546" y="1321732"/>
                  </a:lnTo>
                  <a:lnTo>
                    <a:pt x="2964844" y="1380039"/>
                  </a:lnTo>
                  <a:lnTo>
                    <a:pt x="2982024" y="1438906"/>
                  </a:lnTo>
                  <a:lnTo>
                    <a:pt x="2999084" y="1498297"/>
                  </a:lnTo>
                  <a:lnTo>
                    <a:pt x="3016019" y="1558176"/>
                  </a:lnTo>
                  <a:lnTo>
                    <a:pt x="3032829" y="1618505"/>
                  </a:lnTo>
                  <a:lnTo>
                    <a:pt x="3049509" y="1679250"/>
                  </a:lnTo>
                  <a:lnTo>
                    <a:pt x="3066058" y="1740374"/>
                  </a:lnTo>
                  <a:lnTo>
                    <a:pt x="3082473" y="1801840"/>
                  </a:lnTo>
                  <a:lnTo>
                    <a:pt x="3098752" y="1863613"/>
                  </a:lnTo>
                  <a:lnTo>
                    <a:pt x="3114891" y="1925655"/>
                  </a:lnTo>
                  <a:lnTo>
                    <a:pt x="3130888" y="1987932"/>
                  </a:lnTo>
                  <a:lnTo>
                    <a:pt x="3162445" y="2113040"/>
                  </a:lnTo>
                  <a:lnTo>
                    <a:pt x="3178001" y="2175800"/>
                  </a:lnTo>
                  <a:lnTo>
                    <a:pt x="3193404" y="2238649"/>
                  </a:lnTo>
                  <a:lnTo>
                    <a:pt x="3208652" y="2301550"/>
                  </a:lnTo>
                  <a:lnTo>
                    <a:pt x="3223742" y="2364467"/>
                  </a:lnTo>
                  <a:lnTo>
                    <a:pt x="3238671" y="2427364"/>
                  </a:lnTo>
                  <a:lnTo>
                    <a:pt x="3253438" y="2490204"/>
                  </a:lnTo>
                  <a:lnTo>
                    <a:pt x="3268039" y="2552953"/>
                  </a:lnTo>
                  <a:lnTo>
                    <a:pt x="3282472" y="2615572"/>
                  </a:lnTo>
                  <a:lnTo>
                    <a:pt x="3296734" y="2678026"/>
                  </a:lnTo>
                  <a:lnTo>
                    <a:pt x="3310822" y="2740278"/>
                  </a:lnTo>
                  <a:lnTo>
                    <a:pt x="3324735" y="2802293"/>
                  </a:lnTo>
                  <a:lnTo>
                    <a:pt x="3338468" y="2864034"/>
                  </a:lnTo>
                  <a:lnTo>
                    <a:pt x="3352020" y="2925465"/>
                  </a:lnTo>
                  <a:lnTo>
                    <a:pt x="3365389" y="2986550"/>
                  </a:lnTo>
                  <a:lnTo>
                    <a:pt x="3378570" y="3047251"/>
                  </a:lnTo>
                  <a:lnTo>
                    <a:pt x="3391562" y="3107534"/>
                  </a:lnTo>
                  <a:lnTo>
                    <a:pt x="3404363" y="3167362"/>
                  </a:lnTo>
                  <a:lnTo>
                    <a:pt x="3416969" y="3226698"/>
                  </a:lnTo>
                  <a:lnTo>
                    <a:pt x="3429377" y="3285506"/>
                  </a:lnTo>
                  <a:lnTo>
                    <a:pt x="3441586" y="3343750"/>
                  </a:lnTo>
                  <a:lnTo>
                    <a:pt x="3453593" y="3401394"/>
                  </a:lnTo>
                  <a:lnTo>
                    <a:pt x="3465394" y="3458402"/>
                  </a:lnTo>
                  <a:lnTo>
                    <a:pt x="3476988" y="3514736"/>
                  </a:lnTo>
                  <a:lnTo>
                    <a:pt x="3488371" y="3570362"/>
                  </a:lnTo>
                  <a:lnTo>
                    <a:pt x="3499542" y="3625242"/>
                  </a:lnTo>
                  <a:lnTo>
                    <a:pt x="3510497" y="3679341"/>
                  </a:lnTo>
                  <a:lnTo>
                    <a:pt x="3521234" y="3732621"/>
                  </a:lnTo>
                  <a:lnTo>
                    <a:pt x="3531750" y="3785048"/>
                  </a:lnTo>
                  <a:lnTo>
                    <a:pt x="3542042" y="3836585"/>
                  </a:lnTo>
                  <a:lnTo>
                    <a:pt x="3552109" y="3887194"/>
                  </a:lnTo>
                  <a:lnTo>
                    <a:pt x="3561946" y="3936841"/>
                  </a:lnTo>
                  <a:lnTo>
                    <a:pt x="3571553" y="3985489"/>
                  </a:lnTo>
                  <a:lnTo>
                    <a:pt x="3580925" y="4033101"/>
                  </a:lnTo>
                  <a:lnTo>
                    <a:pt x="3590061" y="4079641"/>
                  </a:lnTo>
                  <a:lnTo>
                    <a:pt x="3607613" y="4169363"/>
                  </a:lnTo>
                  <a:lnTo>
                    <a:pt x="3629788" y="4283126"/>
                  </a:lnTo>
                  <a:close/>
                </a:path>
              </a:pathLst>
            </a:custGeom>
            <a:solidFill>
              <a:srgbClr val="2D8B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57844" y="5973592"/>
              <a:ext cx="1703070" cy="4313555"/>
            </a:xfrm>
            <a:custGeom>
              <a:avLst/>
              <a:gdLst/>
              <a:ahLst/>
              <a:cxnLst/>
              <a:rect l="l" t="t" r="r" b="b"/>
              <a:pathLst>
                <a:path w="1703070" h="4313555">
                  <a:moveTo>
                    <a:pt x="1702737" y="4313406"/>
                  </a:moveTo>
                  <a:lnTo>
                    <a:pt x="1641159" y="4313406"/>
                  </a:lnTo>
                  <a:lnTo>
                    <a:pt x="1520026" y="3700885"/>
                  </a:lnTo>
                  <a:lnTo>
                    <a:pt x="1446328" y="3343110"/>
                  </a:lnTo>
                  <a:lnTo>
                    <a:pt x="1376573" y="3017096"/>
                  </a:lnTo>
                  <a:lnTo>
                    <a:pt x="1314146" y="2736361"/>
                  </a:lnTo>
                  <a:lnTo>
                    <a:pt x="1261576" y="2508344"/>
                  </a:lnTo>
                  <a:lnTo>
                    <a:pt x="1206815" y="2279208"/>
                  </a:lnTo>
                  <a:lnTo>
                    <a:pt x="1164386" y="2107691"/>
                  </a:lnTo>
                  <a:lnTo>
                    <a:pt x="1120855" y="1937295"/>
                  </a:lnTo>
                  <a:lnTo>
                    <a:pt x="1076278" y="1768770"/>
                  </a:lnTo>
                  <a:lnTo>
                    <a:pt x="1030712" y="1602866"/>
                  </a:lnTo>
                  <a:lnTo>
                    <a:pt x="999813" y="1494091"/>
                  </a:lnTo>
                  <a:lnTo>
                    <a:pt x="968515" y="1387037"/>
                  </a:lnTo>
                  <a:lnTo>
                    <a:pt x="936835" y="1281926"/>
                  </a:lnTo>
                  <a:lnTo>
                    <a:pt x="904791" y="1178981"/>
                  </a:lnTo>
                  <a:lnTo>
                    <a:pt x="872397" y="1078423"/>
                  </a:lnTo>
                  <a:lnTo>
                    <a:pt x="839673" y="980476"/>
                  </a:lnTo>
                  <a:lnTo>
                    <a:pt x="806632" y="885362"/>
                  </a:lnTo>
                  <a:lnTo>
                    <a:pt x="773294" y="793302"/>
                  </a:lnTo>
                  <a:lnTo>
                    <a:pt x="739673" y="704520"/>
                  </a:lnTo>
                  <a:lnTo>
                    <a:pt x="705787" y="619237"/>
                  </a:lnTo>
                  <a:lnTo>
                    <a:pt x="688750" y="577978"/>
                  </a:lnTo>
                  <a:lnTo>
                    <a:pt x="671652" y="537677"/>
                  </a:lnTo>
                  <a:lnTo>
                    <a:pt x="654497" y="498362"/>
                  </a:lnTo>
                  <a:lnTo>
                    <a:pt x="637285" y="460060"/>
                  </a:lnTo>
                  <a:lnTo>
                    <a:pt x="620020" y="422801"/>
                  </a:lnTo>
                  <a:lnTo>
                    <a:pt x="602703" y="386611"/>
                  </a:lnTo>
                  <a:lnTo>
                    <a:pt x="585336" y="351518"/>
                  </a:lnTo>
                  <a:lnTo>
                    <a:pt x="567922" y="317550"/>
                  </a:lnTo>
                  <a:lnTo>
                    <a:pt x="532958" y="253101"/>
                  </a:lnTo>
                  <a:lnTo>
                    <a:pt x="497829" y="193485"/>
                  </a:lnTo>
                  <a:lnTo>
                    <a:pt x="462551" y="138925"/>
                  </a:lnTo>
                  <a:lnTo>
                    <a:pt x="412428" y="101934"/>
                  </a:lnTo>
                  <a:lnTo>
                    <a:pt x="336479" y="78849"/>
                  </a:lnTo>
                  <a:lnTo>
                    <a:pt x="281463" y="69880"/>
                  </a:lnTo>
                  <a:lnTo>
                    <a:pt x="213186" y="63560"/>
                  </a:lnTo>
                  <a:lnTo>
                    <a:pt x="130220" y="60590"/>
                  </a:lnTo>
                  <a:lnTo>
                    <a:pt x="31139" y="61669"/>
                  </a:lnTo>
                  <a:lnTo>
                    <a:pt x="19312" y="59660"/>
                  </a:lnTo>
                  <a:lnTo>
                    <a:pt x="9511" y="53486"/>
                  </a:lnTo>
                  <a:lnTo>
                    <a:pt x="2739" y="44086"/>
                  </a:lnTo>
                  <a:lnTo>
                    <a:pt x="0" y="32397"/>
                  </a:lnTo>
                  <a:lnTo>
                    <a:pt x="2000" y="20572"/>
                  </a:lnTo>
                  <a:lnTo>
                    <a:pt x="8160" y="10775"/>
                  </a:lnTo>
                  <a:lnTo>
                    <a:pt x="17558" y="4004"/>
                  </a:lnTo>
                  <a:lnTo>
                    <a:pt x="29271" y="1258"/>
                  </a:lnTo>
                  <a:lnTo>
                    <a:pt x="107468" y="0"/>
                  </a:lnTo>
                  <a:lnTo>
                    <a:pt x="178882" y="1293"/>
                  </a:lnTo>
                  <a:lnTo>
                    <a:pt x="243567" y="5151"/>
                  </a:lnTo>
                  <a:lnTo>
                    <a:pt x="301579" y="11584"/>
                  </a:lnTo>
                  <a:lnTo>
                    <a:pt x="352972" y="20605"/>
                  </a:lnTo>
                  <a:lnTo>
                    <a:pt x="397799" y="32225"/>
                  </a:lnTo>
                  <a:lnTo>
                    <a:pt x="436115" y="46455"/>
                  </a:lnTo>
                  <a:lnTo>
                    <a:pt x="493431" y="82794"/>
                  </a:lnTo>
                  <a:lnTo>
                    <a:pt x="530232" y="131599"/>
                  </a:lnTo>
                  <a:lnTo>
                    <a:pt x="565497" y="188703"/>
                  </a:lnTo>
                  <a:lnTo>
                    <a:pt x="600594" y="250638"/>
                  </a:lnTo>
                  <a:lnTo>
                    <a:pt x="635505" y="317189"/>
                  </a:lnTo>
                  <a:lnTo>
                    <a:pt x="652886" y="352128"/>
                  </a:lnTo>
                  <a:lnTo>
                    <a:pt x="670215" y="388141"/>
                  </a:lnTo>
                  <a:lnTo>
                    <a:pt x="687490" y="425200"/>
                  </a:lnTo>
                  <a:lnTo>
                    <a:pt x="704709" y="463279"/>
                  </a:lnTo>
                  <a:lnTo>
                    <a:pt x="721869" y="502351"/>
                  </a:lnTo>
                  <a:lnTo>
                    <a:pt x="738970" y="542388"/>
                  </a:lnTo>
                  <a:lnTo>
                    <a:pt x="756008" y="583364"/>
                  </a:lnTo>
                  <a:lnTo>
                    <a:pt x="789891" y="668026"/>
                  </a:lnTo>
                  <a:lnTo>
                    <a:pt x="823502" y="756122"/>
                  </a:lnTo>
                  <a:lnTo>
                    <a:pt x="856825" y="847435"/>
                  </a:lnTo>
                  <a:lnTo>
                    <a:pt x="889845" y="941751"/>
                  </a:lnTo>
                  <a:lnTo>
                    <a:pt x="922546" y="1038856"/>
                  </a:lnTo>
                  <a:lnTo>
                    <a:pt x="954912" y="1138533"/>
                  </a:lnTo>
                  <a:lnTo>
                    <a:pt x="986928" y="1240568"/>
                  </a:lnTo>
                  <a:lnTo>
                    <a:pt x="1018577" y="1344746"/>
                  </a:lnTo>
                  <a:lnTo>
                    <a:pt x="1049844" y="1450852"/>
                  </a:lnTo>
                  <a:lnTo>
                    <a:pt x="1080713" y="1558671"/>
                  </a:lnTo>
                  <a:lnTo>
                    <a:pt x="1126236" y="1723140"/>
                  </a:lnTo>
                  <a:lnTo>
                    <a:pt x="1170776" y="1890252"/>
                  </a:lnTo>
                  <a:lnTo>
                    <a:pt x="1214278" y="2059283"/>
                  </a:lnTo>
                  <a:lnTo>
                    <a:pt x="1256691" y="2229506"/>
                  </a:lnTo>
                  <a:lnTo>
                    <a:pt x="1311453" y="2457070"/>
                  </a:lnTo>
                  <a:lnTo>
                    <a:pt x="1364056" y="2683742"/>
                  </a:lnTo>
                  <a:lnTo>
                    <a:pt x="1426584" y="2963208"/>
                  </a:lnTo>
                  <a:lnTo>
                    <a:pt x="1496558" y="3288449"/>
                  </a:lnTo>
                  <a:lnTo>
                    <a:pt x="1590286" y="3743516"/>
                  </a:lnTo>
                  <a:lnTo>
                    <a:pt x="1702737" y="4313406"/>
                  </a:lnTo>
                  <a:close/>
                </a:path>
              </a:pathLst>
            </a:custGeom>
            <a:solidFill>
              <a:srgbClr val="4042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6319102"/>
              <a:ext cx="3241040" cy="3968115"/>
            </a:xfrm>
            <a:custGeom>
              <a:avLst/>
              <a:gdLst/>
              <a:ahLst/>
              <a:cxnLst/>
              <a:rect l="l" t="t" r="r" b="b"/>
              <a:pathLst>
                <a:path w="3241040" h="3968115">
                  <a:moveTo>
                    <a:pt x="3240828" y="3967896"/>
                  </a:moveTo>
                  <a:lnTo>
                    <a:pt x="0" y="3967896"/>
                  </a:lnTo>
                  <a:lnTo>
                    <a:pt x="0" y="318795"/>
                  </a:lnTo>
                  <a:lnTo>
                    <a:pt x="175045" y="271646"/>
                  </a:lnTo>
                  <a:lnTo>
                    <a:pt x="232924" y="256774"/>
                  </a:lnTo>
                  <a:lnTo>
                    <a:pt x="288629" y="242775"/>
                  </a:lnTo>
                  <a:lnTo>
                    <a:pt x="476369" y="197684"/>
                  </a:lnTo>
                  <a:lnTo>
                    <a:pt x="537454" y="183727"/>
                  </a:lnTo>
                  <a:lnTo>
                    <a:pt x="537902" y="183614"/>
                  </a:lnTo>
                  <a:lnTo>
                    <a:pt x="730079" y="141991"/>
                  </a:lnTo>
                  <a:lnTo>
                    <a:pt x="919467" y="104530"/>
                  </a:lnTo>
                  <a:lnTo>
                    <a:pt x="1043827" y="82031"/>
                  </a:lnTo>
                  <a:lnTo>
                    <a:pt x="1165750" y="61775"/>
                  </a:lnTo>
                  <a:lnTo>
                    <a:pt x="1284452" y="43989"/>
                  </a:lnTo>
                  <a:lnTo>
                    <a:pt x="1399146" y="28898"/>
                  </a:lnTo>
                  <a:lnTo>
                    <a:pt x="1454744" y="22433"/>
                  </a:lnTo>
                  <a:lnTo>
                    <a:pt x="1509046" y="16727"/>
                  </a:lnTo>
                  <a:lnTo>
                    <a:pt x="1561953" y="11808"/>
                  </a:lnTo>
                  <a:lnTo>
                    <a:pt x="1613367" y="7704"/>
                  </a:lnTo>
                  <a:lnTo>
                    <a:pt x="1663190" y="4442"/>
                  </a:lnTo>
                  <a:lnTo>
                    <a:pt x="1711324" y="2053"/>
                  </a:lnTo>
                  <a:lnTo>
                    <a:pt x="1757670" y="562"/>
                  </a:lnTo>
                  <a:lnTo>
                    <a:pt x="1802130" y="0"/>
                  </a:lnTo>
                  <a:lnTo>
                    <a:pt x="1844606" y="393"/>
                  </a:lnTo>
                  <a:lnTo>
                    <a:pt x="1884999" y="1771"/>
                  </a:lnTo>
                  <a:lnTo>
                    <a:pt x="1923212" y="4161"/>
                  </a:lnTo>
                  <a:lnTo>
                    <a:pt x="1992704" y="12091"/>
                  </a:lnTo>
                  <a:lnTo>
                    <a:pt x="2052295" y="24410"/>
                  </a:lnTo>
                  <a:lnTo>
                    <a:pt x="2101199" y="41343"/>
                  </a:lnTo>
                  <a:lnTo>
                    <a:pt x="2138631" y="63116"/>
                  </a:lnTo>
                  <a:lnTo>
                    <a:pt x="2182371" y="119923"/>
                  </a:lnTo>
                  <a:lnTo>
                    <a:pt x="2219463" y="184940"/>
                  </a:lnTo>
                  <a:lnTo>
                    <a:pt x="2237980" y="219899"/>
                  </a:lnTo>
                  <a:lnTo>
                    <a:pt x="2256473" y="256433"/>
                  </a:lnTo>
                  <a:lnTo>
                    <a:pt x="2274938" y="294495"/>
                  </a:lnTo>
                  <a:lnTo>
                    <a:pt x="2293371" y="334040"/>
                  </a:lnTo>
                  <a:lnTo>
                    <a:pt x="2311767" y="375025"/>
                  </a:lnTo>
                  <a:lnTo>
                    <a:pt x="2330123" y="417402"/>
                  </a:lnTo>
                  <a:lnTo>
                    <a:pt x="2348435" y="461128"/>
                  </a:lnTo>
                  <a:lnTo>
                    <a:pt x="2366699" y="506157"/>
                  </a:lnTo>
                  <a:lnTo>
                    <a:pt x="2384911" y="552444"/>
                  </a:lnTo>
                  <a:lnTo>
                    <a:pt x="2403067" y="599944"/>
                  </a:lnTo>
                  <a:lnTo>
                    <a:pt x="2421163" y="648612"/>
                  </a:lnTo>
                  <a:lnTo>
                    <a:pt x="2439195" y="698403"/>
                  </a:lnTo>
                  <a:lnTo>
                    <a:pt x="2457159" y="749271"/>
                  </a:lnTo>
                  <a:lnTo>
                    <a:pt x="2475051" y="801171"/>
                  </a:lnTo>
                  <a:lnTo>
                    <a:pt x="2492867" y="854059"/>
                  </a:lnTo>
                  <a:lnTo>
                    <a:pt x="2510604" y="907889"/>
                  </a:lnTo>
                  <a:lnTo>
                    <a:pt x="2528256" y="962616"/>
                  </a:lnTo>
                  <a:lnTo>
                    <a:pt x="2545821" y="1018195"/>
                  </a:lnTo>
                  <a:lnTo>
                    <a:pt x="2563294" y="1074581"/>
                  </a:lnTo>
                  <a:lnTo>
                    <a:pt x="2580672" y="1131729"/>
                  </a:lnTo>
                  <a:lnTo>
                    <a:pt x="2597950" y="1189593"/>
                  </a:lnTo>
                  <a:lnTo>
                    <a:pt x="2615124" y="1248129"/>
                  </a:lnTo>
                  <a:lnTo>
                    <a:pt x="2632191" y="1307291"/>
                  </a:lnTo>
                  <a:lnTo>
                    <a:pt x="2649146" y="1367034"/>
                  </a:lnTo>
                  <a:lnTo>
                    <a:pt x="2665985" y="1427314"/>
                  </a:lnTo>
                  <a:lnTo>
                    <a:pt x="2682705" y="1488084"/>
                  </a:lnTo>
                  <a:lnTo>
                    <a:pt x="2699302" y="1549300"/>
                  </a:lnTo>
                  <a:lnTo>
                    <a:pt x="2715771" y="1610918"/>
                  </a:lnTo>
                  <a:lnTo>
                    <a:pt x="2732109" y="1672890"/>
                  </a:lnTo>
                  <a:lnTo>
                    <a:pt x="2748311" y="1735174"/>
                  </a:lnTo>
                  <a:lnTo>
                    <a:pt x="2764375" y="1797723"/>
                  </a:lnTo>
                  <a:lnTo>
                    <a:pt x="2796067" y="1923436"/>
                  </a:lnTo>
                  <a:lnTo>
                    <a:pt x="2811688" y="1986510"/>
                  </a:lnTo>
                  <a:lnTo>
                    <a:pt x="2827155" y="2049670"/>
                  </a:lnTo>
                  <a:lnTo>
                    <a:pt x="2842462" y="2112869"/>
                  </a:lnTo>
                  <a:lnTo>
                    <a:pt x="2857606" y="2176062"/>
                  </a:lnTo>
                  <a:lnTo>
                    <a:pt x="2872582" y="2239206"/>
                  </a:lnTo>
                  <a:lnTo>
                    <a:pt x="2887388" y="2302254"/>
                  </a:lnTo>
                  <a:lnTo>
                    <a:pt x="2902019" y="2365161"/>
                  </a:lnTo>
                  <a:lnTo>
                    <a:pt x="2916471" y="2427882"/>
                  </a:lnTo>
                  <a:lnTo>
                    <a:pt x="2930740" y="2490373"/>
                  </a:lnTo>
                  <a:lnTo>
                    <a:pt x="2944822" y="2552587"/>
                  </a:lnTo>
                  <a:lnTo>
                    <a:pt x="2958713" y="2614481"/>
                  </a:lnTo>
                  <a:lnTo>
                    <a:pt x="2972409" y="2676008"/>
                  </a:lnTo>
                  <a:lnTo>
                    <a:pt x="2985906" y="2737124"/>
                  </a:lnTo>
                  <a:lnTo>
                    <a:pt x="2999201" y="2797783"/>
                  </a:lnTo>
                  <a:lnTo>
                    <a:pt x="3012289" y="2857941"/>
                  </a:lnTo>
                  <a:lnTo>
                    <a:pt x="3025166" y="2917552"/>
                  </a:lnTo>
                  <a:lnTo>
                    <a:pt x="3037828" y="2976571"/>
                  </a:lnTo>
                  <a:lnTo>
                    <a:pt x="3050272" y="3034953"/>
                  </a:lnTo>
                  <a:lnTo>
                    <a:pt x="3062493" y="3092653"/>
                  </a:lnTo>
                  <a:lnTo>
                    <a:pt x="3074488" y="3149626"/>
                  </a:lnTo>
                  <a:lnTo>
                    <a:pt x="3086252" y="3205827"/>
                  </a:lnTo>
                  <a:lnTo>
                    <a:pt x="3097781" y="3261210"/>
                  </a:lnTo>
                  <a:lnTo>
                    <a:pt x="3109072" y="3315731"/>
                  </a:lnTo>
                  <a:lnTo>
                    <a:pt x="3120121" y="3369344"/>
                  </a:lnTo>
                  <a:lnTo>
                    <a:pt x="3130923" y="3422004"/>
                  </a:lnTo>
                  <a:lnTo>
                    <a:pt x="3141475" y="3473666"/>
                  </a:lnTo>
                  <a:lnTo>
                    <a:pt x="3151773" y="3524286"/>
                  </a:lnTo>
                  <a:lnTo>
                    <a:pt x="3161812" y="3573817"/>
                  </a:lnTo>
                  <a:lnTo>
                    <a:pt x="3171589" y="3622215"/>
                  </a:lnTo>
                  <a:lnTo>
                    <a:pt x="3181099" y="3669434"/>
                  </a:lnTo>
                  <a:lnTo>
                    <a:pt x="3199306" y="3760157"/>
                  </a:lnTo>
                  <a:lnTo>
                    <a:pt x="3240828" y="39678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7161123"/>
              <a:ext cx="2900045" cy="3126105"/>
            </a:xfrm>
            <a:custGeom>
              <a:avLst/>
              <a:gdLst/>
              <a:ahLst/>
              <a:cxnLst/>
              <a:rect l="l" t="t" r="r" b="b"/>
              <a:pathLst>
                <a:path w="2900045" h="3126104">
                  <a:moveTo>
                    <a:pt x="470382" y="845515"/>
                  </a:moveTo>
                  <a:lnTo>
                    <a:pt x="465086" y="798969"/>
                  </a:lnTo>
                  <a:lnTo>
                    <a:pt x="452843" y="744613"/>
                  </a:lnTo>
                  <a:lnTo>
                    <a:pt x="436130" y="687400"/>
                  </a:lnTo>
                  <a:lnTo>
                    <a:pt x="417423" y="632269"/>
                  </a:lnTo>
                  <a:lnTo>
                    <a:pt x="399173" y="584149"/>
                  </a:lnTo>
                  <a:lnTo>
                    <a:pt x="383857" y="547979"/>
                  </a:lnTo>
                  <a:lnTo>
                    <a:pt x="366788" y="541147"/>
                  </a:lnTo>
                  <a:lnTo>
                    <a:pt x="332066" y="545769"/>
                  </a:lnTo>
                  <a:lnTo>
                    <a:pt x="285546" y="558190"/>
                  </a:lnTo>
                  <a:lnTo>
                    <a:pt x="180568" y="591667"/>
                  </a:lnTo>
                  <a:lnTo>
                    <a:pt x="152768" y="599821"/>
                  </a:lnTo>
                  <a:lnTo>
                    <a:pt x="130098" y="527088"/>
                  </a:lnTo>
                  <a:lnTo>
                    <a:pt x="114058" y="472249"/>
                  </a:lnTo>
                  <a:lnTo>
                    <a:pt x="97409" y="417715"/>
                  </a:lnTo>
                  <a:lnTo>
                    <a:pt x="78701" y="364058"/>
                  </a:lnTo>
                  <a:lnTo>
                    <a:pt x="66459" y="338010"/>
                  </a:lnTo>
                  <a:lnTo>
                    <a:pt x="46736" y="321551"/>
                  </a:lnTo>
                  <a:lnTo>
                    <a:pt x="11315" y="318935"/>
                  </a:lnTo>
                  <a:lnTo>
                    <a:pt x="0" y="321881"/>
                  </a:lnTo>
                  <a:lnTo>
                    <a:pt x="0" y="638721"/>
                  </a:lnTo>
                  <a:lnTo>
                    <a:pt x="0" y="1015377"/>
                  </a:lnTo>
                  <a:lnTo>
                    <a:pt x="0" y="1311668"/>
                  </a:lnTo>
                  <a:lnTo>
                    <a:pt x="11798" y="1313624"/>
                  </a:lnTo>
                  <a:lnTo>
                    <a:pt x="58547" y="1309128"/>
                  </a:lnTo>
                  <a:lnTo>
                    <a:pt x="112941" y="1297076"/>
                  </a:lnTo>
                  <a:lnTo>
                    <a:pt x="170078" y="1280071"/>
                  </a:lnTo>
                  <a:lnTo>
                    <a:pt x="225069" y="1260754"/>
                  </a:lnTo>
                  <a:lnTo>
                    <a:pt x="272999" y="1241729"/>
                  </a:lnTo>
                  <a:lnTo>
                    <a:pt x="308965" y="1225626"/>
                  </a:lnTo>
                  <a:lnTo>
                    <a:pt x="315328" y="1206627"/>
                  </a:lnTo>
                  <a:lnTo>
                    <a:pt x="309575" y="1167384"/>
                  </a:lnTo>
                  <a:lnTo>
                    <a:pt x="295592" y="1114615"/>
                  </a:lnTo>
                  <a:lnTo>
                    <a:pt x="258546" y="995375"/>
                  </a:lnTo>
                  <a:lnTo>
                    <a:pt x="246773" y="954570"/>
                  </a:lnTo>
                  <a:lnTo>
                    <a:pt x="246913" y="954532"/>
                  </a:lnTo>
                  <a:lnTo>
                    <a:pt x="300304" y="939228"/>
                  </a:lnTo>
                  <a:lnTo>
                    <a:pt x="409600" y="906627"/>
                  </a:lnTo>
                  <a:lnTo>
                    <a:pt x="450329" y="895413"/>
                  </a:lnTo>
                  <a:lnTo>
                    <a:pt x="466293" y="879309"/>
                  </a:lnTo>
                  <a:lnTo>
                    <a:pt x="470382" y="845515"/>
                  </a:lnTo>
                  <a:close/>
                </a:path>
                <a:path w="2900045" h="3126104">
                  <a:moveTo>
                    <a:pt x="2215985" y="72390"/>
                  </a:moveTo>
                  <a:lnTo>
                    <a:pt x="2206980" y="43053"/>
                  </a:lnTo>
                  <a:lnTo>
                    <a:pt x="2185162" y="17322"/>
                  </a:lnTo>
                  <a:lnTo>
                    <a:pt x="2161438" y="0"/>
                  </a:lnTo>
                  <a:lnTo>
                    <a:pt x="2149246" y="533"/>
                  </a:lnTo>
                  <a:lnTo>
                    <a:pt x="2122055" y="5791"/>
                  </a:lnTo>
                  <a:lnTo>
                    <a:pt x="2082469" y="14947"/>
                  </a:lnTo>
                  <a:lnTo>
                    <a:pt x="2033130" y="27165"/>
                  </a:lnTo>
                  <a:lnTo>
                    <a:pt x="1732191" y="105803"/>
                  </a:lnTo>
                  <a:lnTo>
                    <a:pt x="1679575" y="119303"/>
                  </a:lnTo>
                  <a:lnTo>
                    <a:pt x="1203972" y="239191"/>
                  </a:lnTo>
                  <a:lnTo>
                    <a:pt x="779373" y="350151"/>
                  </a:lnTo>
                  <a:lnTo>
                    <a:pt x="686079" y="375335"/>
                  </a:lnTo>
                  <a:lnTo>
                    <a:pt x="639737" y="388874"/>
                  </a:lnTo>
                  <a:lnTo>
                    <a:pt x="590765" y="417804"/>
                  </a:lnTo>
                  <a:lnTo>
                    <a:pt x="606259" y="467207"/>
                  </a:lnTo>
                  <a:lnTo>
                    <a:pt x="617258" y="483209"/>
                  </a:lnTo>
                  <a:lnTo>
                    <a:pt x="640892" y="488010"/>
                  </a:lnTo>
                  <a:lnTo>
                    <a:pt x="685520" y="482485"/>
                  </a:lnTo>
                  <a:lnTo>
                    <a:pt x="759460" y="467461"/>
                  </a:lnTo>
                  <a:lnTo>
                    <a:pt x="855408" y="446455"/>
                  </a:lnTo>
                  <a:lnTo>
                    <a:pt x="951484" y="424434"/>
                  </a:lnTo>
                  <a:lnTo>
                    <a:pt x="1095768" y="389890"/>
                  </a:lnTo>
                  <a:lnTo>
                    <a:pt x="1755203" y="225082"/>
                  </a:lnTo>
                  <a:lnTo>
                    <a:pt x="2151938" y="122732"/>
                  </a:lnTo>
                  <a:lnTo>
                    <a:pt x="2201278" y="100545"/>
                  </a:lnTo>
                  <a:lnTo>
                    <a:pt x="2215985" y="72390"/>
                  </a:lnTo>
                  <a:close/>
                </a:path>
                <a:path w="2900045" h="3126104">
                  <a:moveTo>
                    <a:pt x="2314016" y="462445"/>
                  </a:moveTo>
                  <a:lnTo>
                    <a:pt x="2305012" y="433108"/>
                  </a:lnTo>
                  <a:lnTo>
                    <a:pt x="2283193" y="407377"/>
                  </a:lnTo>
                  <a:lnTo>
                    <a:pt x="2259457" y="390042"/>
                  </a:lnTo>
                  <a:lnTo>
                    <a:pt x="2247277" y="390575"/>
                  </a:lnTo>
                  <a:lnTo>
                    <a:pt x="2220074" y="395833"/>
                  </a:lnTo>
                  <a:lnTo>
                    <a:pt x="2180488" y="404990"/>
                  </a:lnTo>
                  <a:lnTo>
                    <a:pt x="2131149" y="417207"/>
                  </a:lnTo>
                  <a:lnTo>
                    <a:pt x="1830209" y="495846"/>
                  </a:lnTo>
                  <a:lnTo>
                    <a:pt x="1777593" y="509346"/>
                  </a:lnTo>
                  <a:lnTo>
                    <a:pt x="1301991" y="629246"/>
                  </a:lnTo>
                  <a:lnTo>
                    <a:pt x="877404" y="740206"/>
                  </a:lnTo>
                  <a:lnTo>
                    <a:pt x="784098" y="765378"/>
                  </a:lnTo>
                  <a:lnTo>
                    <a:pt x="737755" y="778916"/>
                  </a:lnTo>
                  <a:lnTo>
                    <a:pt x="688784" y="807847"/>
                  </a:lnTo>
                  <a:lnTo>
                    <a:pt x="704291" y="857262"/>
                  </a:lnTo>
                  <a:lnTo>
                    <a:pt x="715289" y="873264"/>
                  </a:lnTo>
                  <a:lnTo>
                    <a:pt x="738924" y="878078"/>
                  </a:lnTo>
                  <a:lnTo>
                    <a:pt x="783539" y="872540"/>
                  </a:lnTo>
                  <a:lnTo>
                    <a:pt x="857478" y="857504"/>
                  </a:lnTo>
                  <a:lnTo>
                    <a:pt x="953427" y="836498"/>
                  </a:lnTo>
                  <a:lnTo>
                    <a:pt x="1049502" y="814476"/>
                  </a:lnTo>
                  <a:lnTo>
                    <a:pt x="1193787" y="779945"/>
                  </a:lnTo>
                  <a:lnTo>
                    <a:pt x="1853222" y="615137"/>
                  </a:lnTo>
                  <a:lnTo>
                    <a:pt x="2249970" y="512787"/>
                  </a:lnTo>
                  <a:lnTo>
                    <a:pt x="2299297" y="490601"/>
                  </a:lnTo>
                  <a:lnTo>
                    <a:pt x="2314016" y="462445"/>
                  </a:lnTo>
                  <a:close/>
                </a:path>
                <a:path w="2900045" h="3126104">
                  <a:moveTo>
                    <a:pt x="2412047" y="852512"/>
                  </a:moveTo>
                  <a:lnTo>
                    <a:pt x="2403043" y="823175"/>
                  </a:lnTo>
                  <a:lnTo>
                    <a:pt x="2381224" y="797445"/>
                  </a:lnTo>
                  <a:lnTo>
                    <a:pt x="2357488" y="780122"/>
                  </a:lnTo>
                  <a:lnTo>
                    <a:pt x="2345309" y="780656"/>
                  </a:lnTo>
                  <a:lnTo>
                    <a:pt x="2318105" y="785901"/>
                  </a:lnTo>
                  <a:lnTo>
                    <a:pt x="2278519" y="795045"/>
                  </a:lnTo>
                  <a:lnTo>
                    <a:pt x="2229180" y="807262"/>
                  </a:lnTo>
                  <a:lnTo>
                    <a:pt x="1928241" y="885913"/>
                  </a:lnTo>
                  <a:lnTo>
                    <a:pt x="1875624" y="899414"/>
                  </a:lnTo>
                  <a:lnTo>
                    <a:pt x="1400022" y="1019302"/>
                  </a:lnTo>
                  <a:lnTo>
                    <a:pt x="975423" y="1130261"/>
                  </a:lnTo>
                  <a:lnTo>
                    <a:pt x="882129" y="1155446"/>
                  </a:lnTo>
                  <a:lnTo>
                    <a:pt x="835787" y="1168971"/>
                  </a:lnTo>
                  <a:lnTo>
                    <a:pt x="786815" y="1197902"/>
                  </a:lnTo>
                  <a:lnTo>
                    <a:pt x="802322" y="1247330"/>
                  </a:lnTo>
                  <a:lnTo>
                    <a:pt x="813308" y="1263332"/>
                  </a:lnTo>
                  <a:lnTo>
                    <a:pt x="836942" y="1268133"/>
                  </a:lnTo>
                  <a:lnTo>
                    <a:pt x="881570" y="1262595"/>
                  </a:lnTo>
                  <a:lnTo>
                    <a:pt x="955509" y="1247571"/>
                  </a:lnTo>
                  <a:lnTo>
                    <a:pt x="1051445" y="1226553"/>
                  </a:lnTo>
                  <a:lnTo>
                    <a:pt x="1147521" y="1204531"/>
                  </a:lnTo>
                  <a:lnTo>
                    <a:pt x="1291818" y="1170000"/>
                  </a:lnTo>
                  <a:lnTo>
                    <a:pt x="1951253" y="1005205"/>
                  </a:lnTo>
                  <a:lnTo>
                    <a:pt x="2347988" y="902855"/>
                  </a:lnTo>
                  <a:lnTo>
                    <a:pt x="2397328" y="880668"/>
                  </a:lnTo>
                  <a:lnTo>
                    <a:pt x="2412047" y="852512"/>
                  </a:lnTo>
                  <a:close/>
                </a:path>
                <a:path w="2900045" h="3126104">
                  <a:moveTo>
                    <a:pt x="2507843" y="1246695"/>
                  </a:moveTo>
                  <a:lnTo>
                    <a:pt x="2495727" y="1210462"/>
                  </a:lnTo>
                  <a:lnTo>
                    <a:pt x="2452535" y="1184109"/>
                  </a:lnTo>
                  <a:lnTo>
                    <a:pt x="2429929" y="1176566"/>
                  </a:lnTo>
                  <a:lnTo>
                    <a:pt x="2421267" y="1177137"/>
                  </a:lnTo>
                  <a:lnTo>
                    <a:pt x="2376005" y="1186319"/>
                  </a:lnTo>
                  <a:lnTo>
                    <a:pt x="2299639" y="1204442"/>
                  </a:lnTo>
                  <a:lnTo>
                    <a:pt x="2142960" y="1243787"/>
                  </a:lnTo>
                  <a:lnTo>
                    <a:pt x="1602740" y="1382687"/>
                  </a:lnTo>
                  <a:lnTo>
                    <a:pt x="686054" y="1613877"/>
                  </a:lnTo>
                  <a:lnTo>
                    <a:pt x="0" y="1790585"/>
                  </a:lnTo>
                  <a:lnTo>
                    <a:pt x="0" y="1902294"/>
                  </a:lnTo>
                  <a:lnTo>
                    <a:pt x="246888" y="1844573"/>
                  </a:lnTo>
                  <a:lnTo>
                    <a:pt x="638657" y="1749031"/>
                  </a:lnTo>
                  <a:lnTo>
                    <a:pt x="1792516" y="1459509"/>
                  </a:lnTo>
                  <a:lnTo>
                    <a:pt x="2393226" y="1306144"/>
                  </a:lnTo>
                  <a:lnTo>
                    <a:pt x="2454808" y="1286675"/>
                  </a:lnTo>
                  <a:lnTo>
                    <a:pt x="2491600" y="1266596"/>
                  </a:lnTo>
                  <a:lnTo>
                    <a:pt x="2507843" y="1246695"/>
                  </a:lnTo>
                  <a:close/>
                </a:path>
                <a:path w="2900045" h="3126104">
                  <a:moveTo>
                    <a:pt x="2605875" y="1636750"/>
                  </a:moveTo>
                  <a:lnTo>
                    <a:pt x="2593759" y="1600517"/>
                  </a:lnTo>
                  <a:lnTo>
                    <a:pt x="2550566" y="1574177"/>
                  </a:lnTo>
                  <a:lnTo>
                    <a:pt x="2527960" y="1566633"/>
                  </a:lnTo>
                  <a:lnTo>
                    <a:pt x="2519299" y="1567205"/>
                  </a:lnTo>
                  <a:lnTo>
                    <a:pt x="2474023" y="1576387"/>
                  </a:lnTo>
                  <a:lnTo>
                    <a:pt x="2397658" y="1594510"/>
                  </a:lnTo>
                  <a:lnTo>
                    <a:pt x="2240991" y="1633842"/>
                  </a:lnTo>
                  <a:lnTo>
                    <a:pt x="1700758" y="1772729"/>
                  </a:lnTo>
                  <a:lnTo>
                    <a:pt x="784085" y="2003920"/>
                  </a:lnTo>
                  <a:lnTo>
                    <a:pt x="92303" y="2182126"/>
                  </a:lnTo>
                  <a:lnTo>
                    <a:pt x="0" y="2206421"/>
                  </a:lnTo>
                  <a:lnTo>
                    <a:pt x="0" y="2314359"/>
                  </a:lnTo>
                  <a:lnTo>
                    <a:pt x="149707" y="2280488"/>
                  </a:lnTo>
                  <a:lnTo>
                    <a:pt x="442722" y="2211159"/>
                  </a:lnTo>
                  <a:lnTo>
                    <a:pt x="1839074" y="1862670"/>
                  </a:lnTo>
                  <a:lnTo>
                    <a:pt x="2491244" y="1696212"/>
                  </a:lnTo>
                  <a:lnTo>
                    <a:pt x="2552839" y="1676730"/>
                  </a:lnTo>
                  <a:lnTo>
                    <a:pt x="2589631" y="1656651"/>
                  </a:lnTo>
                  <a:lnTo>
                    <a:pt x="2605875" y="1636750"/>
                  </a:lnTo>
                  <a:close/>
                </a:path>
                <a:path w="2900045" h="3126104">
                  <a:moveTo>
                    <a:pt x="2703893" y="2026818"/>
                  </a:moveTo>
                  <a:lnTo>
                    <a:pt x="2691790" y="1990585"/>
                  </a:lnTo>
                  <a:lnTo>
                    <a:pt x="2648597" y="1964232"/>
                  </a:lnTo>
                  <a:lnTo>
                    <a:pt x="2625979" y="1956689"/>
                  </a:lnTo>
                  <a:lnTo>
                    <a:pt x="2617317" y="1957260"/>
                  </a:lnTo>
                  <a:lnTo>
                    <a:pt x="2572054" y="1966429"/>
                  </a:lnTo>
                  <a:lnTo>
                    <a:pt x="2495689" y="1984565"/>
                  </a:lnTo>
                  <a:lnTo>
                    <a:pt x="2339009" y="2023897"/>
                  </a:lnTo>
                  <a:lnTo>
                    <a:pt x="1798777" y="2162772"/>
                  </a:lnTo>
                  <a:lnTo>
                    <a:pt x="882103" y="2393962"/>
                  </a:lnTo>
                  <a:lnTo>
                    <a:pt x="190334" y="2572169"/>
                  </a:lnTo>
                  <a:lnTo>
                    <a:pt x="91744" y="2598128"/>
                  </a:lnTo>
                  <a:lnTo>
                    <a:pt x="26276" y="2615920"/>
                  </a:lnTo>
                  <a:lnTo>
                    <a:pt x="0" y="2624061"/>
                  </a:lnTo>
                  <a:lnTo>
                    <a:pt x="0" y="2722791"/>
                  </a:lnTo>
                  <a:lnTo>
                    <a:pt x="42481" y="2716009"/>
                  </a:lnTo>
                  <a:lnTo>
                    <a:pt x="108458" y="2702217"/>
                  </a:lnTo>
                  <a:lnTo>
                    <a:pt x="345262" y="2647797"/>
                  </a:lnTo>
                  <a:lnTo>
                    <a:pt x="687641" y="2565450"/>
                  </a:lnTo>
                  <a:lnTo>
                    <a:pt x="1988566" y="2239632"/>
                  </a:lnTo>
                  <a:lnTo>
                    <a:pt x="2589276" y="2086267"/>
                  </a:lnTo>
                  <a:lnTo>
                    <a:pt x="2650871" y="2066798"/>
                  </a:lnTo>
                  <a:lnTo>
                    <a:pt x="2687650" y="2046719"/>
                  </a:lnTo>
                  <a:lnTo>
                    <a:pt x="2703893" y="2026818"/>
                  </a:lnTo>
                  <a:close/>
                </a:path>
                <a:path w="2900045" h="3126104">
                  <a:moveTo>
                    <a:pt x="2801912" y="2416835"/>
                  </a:moveTo>
                  <a:lnTo>
                    <a:pt x="2789809" y="2380602"/>
                  </a:lnTo>
                  <a:lnTo>
                    <a:pt x="2746603" y="2354262"/>
                  </a:lnTo>
                  <a:lnTo>
                    <a:pt x="2723997" y="2346718"/>
                  </a:lnTo>
                  <a:lnTo>
                    <a:pt x="2715336" y="2347290"/>
                  </a:lnTo>
                  <a:lnTo>
                    <a:pt x="2670073" y="2356472"/>
                  </a:lnTo>
                  <a:lnTo>
                    <a:pt x="2593708" y="2374608"/>
                  </a:lnTo>
                  <a:lnTo>
                    <a:pt x="2437041" y="2413952"/>
                  </a:lnTo>
                  <a:lnTo>
                    <a:pt x="1896808" y="2552839"/>
                  </a:lnTo>
                  <a:lnTo>
                    <a:pt x="980135" y="2784030"/>
                  </a:lnTo>
                  <a:lnTo>
                    <a:pt x="288353" y="2962224"/>
                  </a:lnTo>
                  <a:lnTo>
                    <a:pt x="189776" y="2988183"/>
                  </a:lnTo>
                  <a:lnTo>
                    <a:pt x="124294" y="3005988"/>
                  </a:lnTo>
                  <a:lnTo>
                    <a:pt x="72097" y="3022142"/>
                  </a:lnTo>
                  <a:lnTo>
                    <a:pt x="36576" y="3037370"/>
                  </a:lnTo>
                  <a:lnTo>
                    <a:pt x="21196" y="3052394"/>
                  </a:lnTo>
                  <a:lnTo>
                    <a:pt x="29387" y="3067901"/>
                  </a:lnTo>
                  <a:lnTo>
                    <a:pt x="40576" y="3097492"/>
                  </a:lnTo>
                  <a:lnTo>
                    <a:pt x="49149" y="3108883"/>
                  </a:lnTo>
                  <a:lnTo>
                    <a:pt x="65938" y="3114205"/>
                  </a:lnTo>
                  <a:lnTo>
                    <a:pt x="95021" y="3113316"/>
                  </a:lnTo>
                  <a:lnTo>
                    <a:pt x="140512" y="3106051"/>
                  </a:lnTo>
                  <a:lnTo>
                    <a:pt x="206476" y="3092259"/>
                  </a:lnTo>
                  <a:lnTo>
                    <a:pt x="443280" y="3037840"/>
                  </a:lnTo>
                  <a:lnTo>
                    <a:pt x="785660" y="2955493"/>
                  </a:lnTo>
                  <a:lnTo>
                    <a:pt x="2086584" y="2629662"/>
                  </a:lnTo>
                  <a:lnTo>
                    <a:pt x="2687294" y="2476296"/>
                  </a:lnTo>
                  <a:lnTo>
                    <a:pt x="2748877" y="2456815"/>
                  </a:lnTo>
                  <a:lnTo>
                    <a:pt x="2785668" y="2436736"/>
                  </a:lnTo>
                  <a:lnTo>
                    <a:pt x="2801912" y="2416835"/>
                  </a:lnTo>
                  <a:close/>
                </a:path>
                <a:path w="2900045" h="3126104">
                  <a:moveTo>
                    <a:pt x="2899943" y="2806916"/>
                  </a:moveTo>
                  <a:lnTo>
                    <a:pt x="2887840" y="2770682"/>
                  </a:lnTo>
                  <a:lnTo>
                    <a:pt x="2844635" y="2744343"/>
                  </a:lnTo>
                  <a:lnTo>
                    <a:pt x="2822029" y="2736799"/>
                  </a:lnTo>
                  <a:lnTo>
                    <a:pt x="2813367" y="2737370"/>
                  </a:lnTo>
                  <a:lnTo>
                    <a:pt x="2768104" y="2746540"/>
                  </a:lnTo>
                  <a:lnTo>
                    <a:pt x="2691739" y="2764663"/>
                  </a:lnTo>
                  <a:lnTo>
                    <a:pt x="2535059" y="2803995"/>
                  </a:lnTo>
                  <a:lnTo>
                    <a:pt x="1994827" y="2942894"/>
                  </a:lnTo>
                  <a:lnTo>
                    <a:pt x="1267167" y="3125876"/>
                  </a:lnTo>
                  <a:lnTo>
                    <a:pt x="1761185" y="3125876"/>
                  </a:lnTo>
                  <a:lnTo>
                    <a:pt x="2184616" y="3019742"/>
                  </a:lnTo>
                  <a:lnTo>
                    <a:pt x="2785326" y="2866377"/>
                  </a:lnTo>
                  <a:lnTo>
                    <a:pt x="2846921" y="2846895"/>
                  </a:lnTo>
                  <a:lnTo>
                    <a:pt x="2883700" y="2826829"/>
                  </a:lnTo>
                  <a:lnTo>
                    <a:pt x="2899943" y="2806916"/>
                  </a:lnTo>
                  <a:close/>
                </a:path>
              </a:pathLst>
            </a:custGeom>
            <a:solidFill>
              <a:srgbClr val="2D8B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5438977"/>
              <a:ext cx="1885950" cy="1398270"/>
            </a:xfrm>
            <a:custGeom>
              <a:avLst/>
              <a:gdLst/>
              <a:ahLst/>
              <a:cxnLst/>
              <a:rect l="l" t="t" r="r" b="b"/>
              <a:pathLst>
                <a:path w="1885950" h="1398270">
                  <a:moveTo>
                    <a:pt x="1885518" y="711962"/>
                  </a:moveTo>
                  <a:lnTo>
                    <a:pt x="1884070" y="663194"/>
                  </a:lnTo>
                  <a:lnTo>
                    <a:pt x="1879269" y="614870"/>
                  </a:lnTo>
                  <a:lnTo>
                    <a:pt x="1871421" y="568045"/>
                  </a:lnTo>
                  <a:lnTo>
                    <a:pt x="1860829" y="523786"/>
                  </a:lnTo>
                  <a:lnTo>
                    <a:pt x="1847811" y="483146"/>
                  </a:lnTo>
                  <a:lnTo>
                    <a:pt x="1832673" y="447179"/>
                  </a:lnTo>
                  <a:lnTo>
                    <a:pt x="1797253" y="393484"/>
                  </a:lnTo>
                  <a:lnTo>
                    <a:pt x="1757057" y="371170"/>
                  </a:lnTo>
                  <a:lnTo>
                    <a:pt x="1703260" y="368617"/>
                  </a:lnTo>
                  <a:lnTo>
                    <a:pt x="1671840" y="368617"/>
                  </a:lnTo>
                  <a:lnTo>
                    <a:pt x="1600581" y="371068"/>
                  </a:lnTo>
                  <a:lnTo>
                    <a:pt x="1561007" y="373468"/>
                  </a:lnTo>
                  <a:lnTo>
                    <a:pt x="1518983" y="376618"/>
                  </a:lnTo>
                  <a:lnTo>
                    <a:pt x="1474622" y="380492"/>
                  </a:lnTo>
                  <a:lnTo>
                    <a:pt x="1428051" y="385076"/>
                  </a:lnTo>
                  <a:lnTo>
                    <a:pt x="1379423" y="390321"/>
                  </a:lnTo>
                  <a:lnTo>
                    <a:pt x="1328839" y="396227"/>
                  </a:lnTo>
                  <a:lnTo>
                    <a:pt x="1222362" y="409905"/>
                  </a:lnTo>
                  <a:lnTo>
                    <a:pt x="1109649" y="425881"/>
                  </a:lnTo>
                  <a:lnTo>
                    <a:pt x="991755" y="443979"/>
                  </a:lnTo>
                  <a:lnTo>
                    <a:pt x="960374" y="449135"/>
                  </a:lnTo>
                  <a:lnTo>
                    <a:pt x="959777" y="442442"/>
                  </a:lnTo>
                  <a:lnTo>
                    <a:pt x="952373" y="399224"/>
                  </a:lnTo>
                  <a:lnTo>
                    <a:pt x="941387" y="356222"/>
                  </a:lnTo>
                  <a:lnTo>
                    <a:pt x="926731" y="313601"/>
                  </a:lnTo>
                  <a:lnTo>
                    <a:pt x="908316" y="271551"/>
                  </a:lnTo>
                  <a:lnTo>
                    <a:pt x="886320" y="233667"/>
                  </a:lnTo>
                  <a:lnTo>
                    <a:pt x="858901" y="198361"/>
                  </a:lnTo>
                  <a:lnTo>
                    <a:pt x="826643" y="165709"/>
                  </a:lnTo>
                  <a:lnTo>
                    <a:pt x="790130" y="135775"/>
                  </a:lnTo>
                  <a:lnTo>
                    <a:pt x="749973" y="108635"/>
                  </a:lnTo>
                  <a:lnTo>
                    <a:pt x="706742" y="84340"/>
                  </a:lnTo>
                  <a:lnTo>
                    <a:pt x="661035" y="62979"/>
                  </a:lnTo>
                  <a:lnTo>
                    <a:pt x="613448" y="44602"/>
                  </a:lnTo>
                  <a:lnTo>
                    <a:pt x="564565" y="29286"/>
                  </a:lnTo>
                  <a:lnTo>
                    <a:pt x="514985" y="17106"/>
                  </a:lnTo>
                  <a:lnTo>
                    <a:pt x="465289" y="8115"/>
                  </a:lnTo>
                  <a:lnTo>
                    <a:pt x="416064" y="2387"/>
                  </a:lnTo>
                  <a:lnTo>
                    <a:pt x="367919" y="0"/>
                  </a:lnTo>
                  <a:lnTo>
                    <a:pt x="317728" y="1536"/>
                  </a:lnTo>
                  <a:lnTo>
                    <a:pt x="267614" y="7620"/>
                  </a:lnTo>
                  <a:lnTo>
                    <a:pt x="218097" y="18211"/>
                  </a:lnTo>
                  <a:lnTo>
                    <a:pt x="169684" y="33248"/>
                  </a:lnTo>
                  <a:lnTo>
                    <a:pt x="122923" y="52705"/>
                  </a:lnTo>
                  <a:lnTo>
                    <a:pt x="78320" y="76542"/>
                  </a:lnTo>
                  <a:lnTo>
                    <a:pt x="36410" y="104711"/>
                  </a:lnTo>
                  <a:lnTo>
                    <a:pt x="0" y="135267"/>
                  </a:lnTo>
                  <a:lnTo>
                    <a:pt x="0" y="638187"/>
                  </a:lnTo>
                  <a:lnTo>
                    <a:pt x="0" y="898994"/>
                  </a:lnTo>
                  <a:lnTo>
                    <a:pt x="0" y="1397673"/>
                  </a:lnTo>
                  <a:lnTo>
                    <a:pt x="1358379" y="1083056"/>
                  </a:lnTo>
                  <a:lnTo>
                    <a:pt x="1673491" y="1007656"/>
                  </a:lnTo>
                  <a:lnTo>
                    <a:pt x="1739099" y="991387"/>
                  </a:lnTo>
                  <a:lnTo>
                    <a:pt x="1775650" y="977087"/>
                  </a:lnTo>
                  <a:lnTo>
                    <a:pt x="1831555" y="925525"/>
                  </a:lnTo>
                  <a:lnTo>
                    <a:pt x="1851533" y="890371"/>
                  </a:lnTo>
                  <a:lnTo>
                    <a:pt x="1866607" y="850392"/>
                  </a:lnTo>
                  <a:lnTo>
                    <a:pt x="1877098" y="806615"/>
                  </a:lnTo>
                  <a:lnTo>
                    <a:pt x="1883295" y="760120"/>
                  </a:lnTo>
                  <a:lnTo>
                    <a:pt x="1885518" y="711962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6706" y="5770800"/>
              <a:ext cx="422909" cy="408940"/>
            </a:xfrm>
            <a:custGeom>
              <a:avLst/>
              <a:gdLst/>
              <a:ahLst/>
              <a:cxnLst/>
              <a:rect l="l" t="t" r="r" b="b"/>
              <a:pathLst>
                <a:path w="422909" h="408939">
                  <a:moveTo>
                    <a:pt x="244886" y="405808"/>
                  </a:moveTo>
                  <a:lnTo>
                    <a:pt x="201772" y="408618"/>
                  </a:lnTo>
                  <a:lnTo>
                    <a:pt x="161113" y="402577"/>
                  </a:lnTo>
                  <a:lnTo>
                    <a:pt x="123561" y="388712"/>
                  </a:lnTo>
                  <a:lnTo>
                    <a:pt x="89768" y="368047"/>
                  </a:lnTo>
                  <a:lnTo>
                    <a:pt x="60385" y="341611"/>
                  </a:lnTo>
                  <a:lnTo>
                    <a:pt x="36065" y="310429"/>
                  </a:lnTo>
                  <a:lnTo>
                    <a:pt x="17460" y="275529"/>
                  </a:lnTo>
                  <a:lnTo>
                    <a:pt x="5221" y="237936"/>
                  </a:lnTo>
                  <a:lnTo>
                    <a:pt x="0" y="198678"/>
                  </a:lnTo>
                  <a:lnTo>
                    <a:pt x="2448" y="158781"/>
                  </a:lnTo>
                  <a:lnTo>
                    <a:pt x="13219" y="119271"/>
                  </a:lnTo>
                  <a:lnTo>
                    <a:pt x="32963" y="81176"/>
                  </a:lnTo>
                  <a:lnTo>
                    <a:pt x="64906" y="45504"/>
                  </a:lnTo>
                  <a:lnTo>
                    <a:pt x="105063" y="19922"/>
                  </a:lnTo>
                  <a:lnTo>
                    <a:pt x="150332" y="4672"/>
                  </a:lnTo>
                  <a:lnTo>
                    <a:pt x="197613" y="0"/>
                  </a:lnTo>
                  <a:lnTo>
                    <a:pt x="245651" y="4961"/>
                  </a:lnTo>
                  <a:lnTo>
                    <a:pt x="294005" y="18152"/>
                  </a:lnTo>
                  <a:lnTo>
                    <a:pt x="338754" y="39122"/>
                  </a:lnTo>
                  <a:lnTo>
                    <a:pt x="375978" y="67418"/>
                  </a:lnTo>
                  <a:lnTo>
                    <a:pt x="401758" y="102590"/>
                  </a:lnTo>
                  <a:lnTo>
                    <a:pt x="417172" y="145388"/>
                  </a:lnTo>
                  <a:lnTo>
                    <a:pt x="422883" y="188907"/>
                  </a:lnTo>
                  <a:lnTo>
                    <a:pt x="419529" y="231861"/>
                  </a:lnTo>
                  <a:lnTo>
                    <a:pt x="407751" y="272966"/>
                  </a:lnTo>
                  <a:lnTo>
                    <a:pt x="388189" y="310938"/>
                  </a:lnTo>
                  <a:lnTo>
                    <a:pt x="361481" y="344492"/>
                  </a:lnTo>
                  <a:lnTo>
                    <a:pt x="328268" y="372345"/>
                  </a:lnTo>
                  <a:lnTo>
                    <a:pt x="289190" y="393211"/>
                  </a:lnTo>
                  <a:lnTo>
                    <a:pt x="244886" y="4058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2300507" y="8943964"/>
            <a:ext cx="2409825" cy="1343660"/>
            <a:chOff x="12300507" y="8943964"/>
            <a:chExt cx="2409825" cy="1343660"/>
          </a:xfrm>
        </p:grpSpPr>
        <p:sp>
          <p:nvSpPr>
            <p:cNvPr id="12" name="object 12"/>
            <p:cNvSpPr/>
            <p:nvPr/>
          </p:nvSpPr>
          <p:spPr>
            <a:xfrm>
              <a:off x="12300496" y="8943974"/>
              <a:ext cx="2409825" cy="1343025"/>
            </a:xfrm>
            <a:custGeom>
              <a:avLst/>
              <a:gdLst/>
              <a:ahLst/>
              <a:cxnLst/>
              <a:rect l="l" t="t" r="r" b="b"/>
              <a:pathLst>
                <a:path w="2409825" h="1343025">
                  <a:moveTo>
                    <a:pt x="2409279" y="943749"/>
                  </a:moveTo>
                  <a:lnTo>
                    <a:pt x="2398661" y="871080"/>
                  </a:lnTo>
                  <a:lnTo>
                    <a:pt x="2384183" y="830084"/>
                  </a:lnTo>
                  <a:lnTo>
                    <a:pt x="2364727" y="786955"/>
                  </a:lnTo>
                  <a:lnTo>
                    <a:pt x="2341143" y="742480"/>
                  </a:lnTo>
                  <a:lnTo>
                    <a:pt x="2314257" y="697382"/>
                  </a:lnTo>
                  <a:lnTo>
                    <a:pt x="2284946" y="652424"/>
                  </a:lnTo>
                  <a:lnTo>
                    <a:pt x="2254046" y="608342"/>
                  </a:lnTo>
                  <a:lnTo>
                    <a:pt x="2222398" y="565886"/>
                  </a:lnTo>
                  <a:lnTo>
                    <a:pt x="2190851" y="525818"/>
                  </a:lnTo>
                  <a:lnTo>
                    <a:pt x="2160270" y="488886"/>
                  </a:lnTo>
                  <a:lnTo>
                    <a:pt x="2131491" y="455828"/>
                  </a:lnTo>
                  <a:lnTo>
                    <a:pt x="2105355" y="427393"/>
                  </a:lnTo>
                  <a:lnTo>
                    <a:pt x="2070785" y="400253"/>
                  </a:lnTo>
                  <a:lnTo>
                    <a:pt x="2051329" y="402996"/>
                  </a:lnTo>
                  <a:lnTo>
                    <a:pt x="1992985" y="426199"/>
                  </a:lnTo>
                  <a:lnTo>
                    <a:pt x="1955634" y="445262"/>
                  </a:lnTo>
                  <a:lnTo>
                    <a:pt x="1913890" y="468401"/>
                  </a:lnTo>
                  <a:lnTo>
                    <a:pt x="1868512" y="494893"/>
                  </a:lnTo>
                  <a:lnTo>
                    <a:pt x="1820278" y="524065"/>
                  </a:lnTo>
                  <a:lnTo>
                    <a:pt x="1769960" y="555205"/>
                  </a:lnTo>
                  <a:lnTo>
                    <a:pt x="1718335" y="587641"/>
                  </a:lnTo>
                  <a:lnTo>
                    <a:pt x="1563420" y="685711"/>
                  </a:lnTo>
                  <a:lnTo>
                    <a:pt x="1562023" y="686587"/>
                  </a:lnTo>
                  <a:lnTo>
                    <a:pt x="1561998" y="684872"/>
                  </a:lnTo>
                  <a:lnTo>
                    <a:pt x="1560804" y="630275"/>
                  </a:lnTo>
                  <a:lnTo>
                    <a:pt x="1557756" y="515708"/>
                  </a:lnTo>
                  <a:lnTo>
                    <a:pt x="1551165" y="289801"/>
                  </a:lnTo>
                  <a:lnTo>
                    <a:pt x="1549869" y="239128"/>
                  </a:lnTo>
                  <a:lnTo>
                    <a:pt x="1548879" y="192532"/>
                  </a:lnTo>
                  <a:lnTo>
                    <a:pt x="1548257" y="150901"/>
                  </a:lnTo>
                  <a:lnTo>
                    <a:pt x="1548079" y="115112"/>
                  </a:lnTo>
                  <a:lnTo>
                    <a:pt x="1542961" y="85471"/>
                  </a:lnTo>
                  <a:lnTo>
                    <a:pt x="1504772" y="41084"/>
                  </a:lnTo>
                  <a:lnTo>
                    <a:pt x="1436458" y="14122"/>
                  </a:lnTo>
                  <a:lnTo>
                    <a:pt x="1393698" y="6261"/>
                  </a:lnTo>
                  <a:lnTo>
                    <a:pt x="1346606" y="1676"/>
                  </a:lnTo>
                  <a:lnTo>
                    <a:pt x="1296289" y="0"/>
                  </a:lnTo>
                  <a:lnTo>
                    <a:pt x="1243799" y="850"/>
                  </a:lnTo>
                  <a:lnTo>
                    <a:pt x="1190205" y="3898"/>
                  </a:lnTo>
                  <a:lnTo>
                    <a:pt x="1136586" y="8763"/>
                  </a:lnTo>
                  <a:lnTo>
                    <a:pt x="1084021" y="15074"/>
                  </a:lnTo>
                  <a:lnTo>
                    <a:pt x="1033564" y="22479"/>
                  </a:lnTo>
                  <a:lnTo>
                    <a:pt x="986307" y="30619"/>
                  </a:lnTo>
                  <a:lnTo>
                    <a:pt x="943317" y="39128"/>
                  </a:lnTo>
                  <a:lnTo>
                    <a:pt x="905649" y="47637"/>
                  </a:lnTo>
                  <a:lnTo>
                    <a:pt x="864895" y="64122"/>
                  </a:lnTo>
                  <a:lnTo>
                    <a:pt x="852246" y="109499"/>
                  </a:lnTo>
                  <a:lnTo>
                    <a:pt x="846620" y="186410"/>
                  </a:lnTo>
                  <a:lnTo>
                    <a:pt x="845896" y="234137"/>
                  </a:lnTo>
                  <a:lnTo>
                    <a:pt x="846289" y="286677"/>
                  </a:lnTo>
                  <a:lnTo>
                    <a:pt x="847572" y="343039"/>
                  </a:lnTo>
                  <a:lnTo>
                    <a:pt x="849541" y="402183"/>
                  </a:lnTo>
                  <a:lnTo>
                    <a:pt x="851966" y="463092"/>
                  </a:lnTo>
                  <a:lnTo>
                    <a:pt x="859917" y="646277"/>
                  </a:lnTo>
                  <a:lnTo>
                    <a:pt x="861758" y="695655"/>
                  </a:lnTo>
                  <a:lnTo>
                    <a:pt x="845858" y="685711"/>
                  </a:lnTo>
                  <a:lnTo>
                    <a:pt x="690943" y="587641"/>
                  </a:lnTo>
                  <a:lnTo>
                    <a:pt x="639330" y="555205"/>
                  </a:lnTo>
                  <a:lnTo>
                    <a:pt x="589013" y="524065"/>
                  </a:lnTo>
                  <a:lnTo>
                    <a:pt x="540778" y="494893"/>
                  </a:lnTo>
                  <a:lnTo>
                    <a:pt x="495401" y="468401"/>
                  </a:lnTo>
                  <a:lnTo>
                    <a:pt x="453644" y="445262"/>
                  </a:lnTo>
                  <a:lnTo>
                    <a:pt x="416306" y="426199"/>
                  </a:lnTo>
                  <a:lnTo>
                    <a:pt x="357949" y="402996"/>
                  </a:lnTo>
                  <a:lnTo>
                    <a:pt x="338493" y="400253"/>
                  </a:lnTo>
                  <a:lnTo>
                    <a:pt x="326542" y="404342"/>
                  </a:lnTo>
                  <a:lnTo>
                    <a:pt x="277774" y="455828"/>
                  </a:lnTo>
                  <a:lnTo>
                    <a:pt x="248996" y="488886"/>
                  </a:lnTo>
                  <a:lnTo>
                    <a:pt x="218414" y="525818"/>
                  </a:lnTo>
                  <a:lnTo>
                    <a:pt x="186867" y="565886"/>
                  </a:lnTo>
                  <a:lnTo>
                    <a:pt x="155232" y="608342"/>
                  </a:lnTo>
                  <a:lnTo>
                    <a:pt x="124320" y="652424"/>
                  </a:lnTo>
                  <a:lnTo>
                    <a:pt x="95008" y="697382"/>
                  </a:lnTo>
                  <a:lnTo>
                    <a:pt x="68135" y="742480"/>
                  </a:lnTo>
                  <a:lnTo>
                    <a:pt x="44538" y="786955"/>
                  </a:lnTo>
                  <a:lnTo>
                    <a:pt x="25082" y="830084"/>
                  </a:lnTo>
                  <a:lnTo>
                    <a:pt x="10617" y="871080"/>
                  </a:lnTo>
                  <a:lnTo>
                    <a:pt x="1968" y="909218"/>
                  </a:lnTo>
                  <a:lnTo>
                    <a:pt x="0" y="943749"/>
                  </a:lnTo>
                  <a:lnTo>
                    <a:pt x="5562" y="973912"/>
                  </a:lnTo>
                  <a:lnTo>
                    <a:pt x="19507" y="998969"/>
                  </a:lnTo>
                  <a:lnTo>
                    <a:pt x="42659" y="1018159"/>
                  </a:lnTo>
                  <a:lnTo>
                    <a:pt x="73621" y="1036116"/>
                  </a:lnTo>
                  <a:lnTo>
                    <a:pt x="109410" y="1057389"/>
                  </a:lnTo>
                  <a:lnTo>
                    <a:pt x="149326" y="1081443"/>
                  </a:lnTo>
                  <a:lnTo>
                    <a:pt x="192633" y="1107795"/>
                  </a:lnTo>
                  <a:lnTo>
                    <a:pt x="385279" y="1225956"/>
                  </a:lnTo>
                  <a:lnTo>
                    <a:pt x="483120" y="1285633"/>
                  </a:lnTo>
                  <a:lnTo>
                    <a:pt x="518337" y="1306893"/>
                  </a:lnTo>
                  <a:lnTo>
                    <a:pt x="508419" y="1313116"/>
                  </a:lnTo>
                  <a:lnTo>
                    <a:pt x="460044" y="1343025"/>
                  </a:lnTo>
                  <a:lnTo>
                    <a:pt x="578878" y="1343025"/>
                  </a:lnTo>
                  <a:lnTo>
                    <a:pt x="863866" y="1343025"/>
                  </a:lnTo>
                  <a:lnTo>
                    <a:pt x="1560385" y="1343025"/>
                  </a:lnTo>
                  <a:lnTo>
                    <a:pt x="1830400" y="1343025"/>
                  </a:lnTo>
                  <a:lnTo>
                    <a:pt x="1949234" y="1343025"/>
                  </a:lnTo>
                  <a:lnTo>
                    <a:pt x="1900847" y="1313116"/>
                  </a:lnTo>
                  <a:lnTo>
                    <a:pt x="1890915" y="1306893"/>
                  </a:lnTo>
                  <a:lnTo>
                    <a:pt x="1926170" y="1285633"/>
                  </a:lnTo>
                  <a:lnTo>
                    <a:pt x="2024011" y="1225956"/>
                  </a:lnTo>
                  <a:lnTo>
                    <a:pt x="2216658" y="1107795"/>
                  </a:lnTo>
                  <a:lnTo>
                    <a:pt x="2259965" y="1081443"/>
                  </a:lnTo>
                  <a:lnTo>
                    <a:pt x="2299881" y="1057389"/>
                  </a:lnTo>
                  <a:lnTo>
                    <a:pt x="2335669" y="1036116"/>
                  </a:lnTo>
                  <a:lnTo>
                    <a:pt x="2366619" y="1018159"/>
                  </a:lnTo>
                  <a:lnTo>
                    <a:pt x="2389784" y="998969"/>
                  </a:lnTo>
                  <a:lnTo>
                    <a:pt x="2403716" y="973912"/>
                  </a:lnTo>
                  <a:lnTo>
                    <a:pt x="2409279" y="943749"/>
                  </a:lnTo>
                  <a:close/>
                </a:path>
              </a:pathLst>
            </a:custGeom>
            <a:solidFill>
              <a:srgbClr val="2D8BB9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463132" y="9760062"/>
              <a:ext cx="84455" cy="527050"/>
            </a:xfrm>
            <a:custGeom>
              <a:avLst/>
              <a:gdLst/>
              <a:ahLst/>
              <a:cxnLst/>
              <a:rect l="l" t="t" r="r" b="b"/>
              <a:pathLst>
                <a:path w="84455" h="527050">
                  <a:moveTo>
                    <a:pt x="83636" y="526937"/>
                  </a:moveTo>
                  <a:lnTo>
                    <a:pt x="2087" y="526937"/>
                  </a:lnTo>
                  <a:lnTo>
                    <a:pt x="2123" y="389192"/>
                  </a:lnTo>
                  <a:lnTo>
                    <a:pt x="1793" y="331022"/>
                  </a:lnTo>
                  <a:lnTo>
                    <a:pt x="431" y="197670"/>
                  </a:lnTo>
                  <a:lnTo>
                    <a:pt x="0" y="134194"/>
                  </a:lnTo>
                  <a:lnTo>
                    <a:pt x="135" y="80652"/>
                  </a:lnTo>
                  <a:lnTo>
                    <a:pt x="1137" y="42900"/>
                  </a:lnTo>
                  <a:lnTo>
                    <a:pt x="3306" y="26788"/>
                  </a:lnTo>
                  <a:lnTo>
                    <a:pt x="23410" y="9826"/>
                  </a:lnTo>
                  <a:lnTo>
                    <a:pt x="49698" y="0"/>
                  </a:lnTo>
                  <a:lnTo>
                    <a:pt x="72528" y="10704"/>
                  </a:lnTo>
                  <a:lnTo>
                    <a:pt x="82254" y="55337"/>
                  </a:lnTo>
                  <a:lnTo>
                    <a:pt x="82360" y="95672"/>
                  </a:lnTo>
                  <a:lnTo>
                    <a:pt x="84035" y="374297"/>
                  </a:lnTo>
                  <a:lnTo>
                    <a:pt x="83636" y="526937"/>
                  </a:lnTo>
                  <a:close/>
                </a:path>
              </a:pathLst>
            </a:custGeom>
            <a:solidFill>
              <a:srgbClr val="FFFFF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00874" y="9432774"/>
              <a:ext cx="206325" cy="20362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2413704" y="9029826"/>
              <a:ext cx="2223770" cy="1257300"/>
            </a:xfrm>
            <a:custGeom>
              <a:avLst/>
              <a:gdLst/>
              <a:ahLst/>
              <a:cxnLst/>
              <a:rect l="l" t="t" r="r" b="b"/>
              <a:pathLst>
                <a:path w="2223769" h="1257300">
                  <a:moveTo>
                    <a:pt x="281063" y="399605"/>
                  </a:moveTo>
                  <a:lnTo>
                    <a:pt x="280250" y="391452"/>
                  </a:lnTo>
                  <a:lnTo>
                    <a:pt x="269189" y="382397"/>
                  </a:lnTo>
                  <a:lnTo>
                    <a:pt x="261010" y="383209"/>
                  </a:lnTo>
                  <a:lnTo>
                    <a:pt x="246113" y="401358"/>
                  </a:lnTo>
                  <a:lnTo>
                    <a:pt x="184594" y="474472"/>
                  </a:lnTo>
                  <a:lnTo>
                    <a:pt x="155486" y="509981"/>
                  </a:lnTo>
                  <a:lnTo>
                    <a:pt x="126961" y="546709"/>
                  </a:lnTo>
                  <a:lnTo>
                    <a:pt x="99695" y="584809"/>
                  </a:lnTo>
                  <a:lnTo>
                    <a:pt x="74358" y="624446"/>
                  </a:lnTo>
                  <a:lnTo>
                    <a:pt x="51638" y="665759"/>
                  </a:lnTo>
                  <a:lnTo>
                    <a:pt x="32207" y="708914"/>
                  </a:lnTo>
                  <a:lnTo>
                    <a:pt x="16725" y="754049"/>
                  </a:lnTo>
                  <a:lnTo>
                    <a:pt x="5892" y="801344"/>
                  </a:lnTo>
                  <a:lnTo>
                    <a:pt x="368" y="850950"/>
                  </a:lnTo>
                  <a:lnTo>
                    <a:pt x="0" y="858088"/>
                  </a:lnTo>
                  <a:lnTo>
                    <a:pt x="5486" y="864184"/>
                  </a:lnTo>
                  <a:lnTo>
                    <a:pt x="13309" y="864565"/>
                  </a:lnTo>
                  <a:lnTo>
                    <a:pt x="20154" y="864565"/>
                  </a:lnTo>
                  <a:lnTo>
                    <a:pt x="25869" y="859205"/>
                  </a:lnTo>
                  <a:lnTo>
                    <a:pt x="26225" y="852297"/>
                  </a:lnTo>
                  <a:lnTo>
                    <a:pt x="32473" y="800049"/>
                  </a:lnTo>
                  <a:lnTo>
                    <a:pt x="45008" y="750290"/>
                  </a:lnTo>
                  <a:lnTo>
                    <a:pt x="62953" y="702830"/>
                  </a:lnTo>
                  <a:lnTo>
                    <a:pt x="85382" y="657504"/>
                  </a:lnTo>
                  <a:lnTo>
                    <a:pt x="111404" y="614133"/>
                  </a:lnTo>
                  <a:lnTo>
                    <a:pt x="140119" y="572541"/>
                  </a:lnTo>
                  <a:lnTo>
                    <a:pt x="170624" y="532561"/>
                  </a:lnTo>
                  <a:lnTo>
                    <a:pt x="202006" y="494030"/>
                  </a:lnTo>
                  <a:lnTo>
                    <a:pt x="255422" y="430631"/>
                  </a:lnTo>
                  <a:lnTo>
                    <a:pt x="281063" y="399605"/>
                  </a:lnTo>
                  <a:close/>
                </a:path>
                <a:path w="2223769" h="1257300">
                  <a:moveTo>
                    <a:pt x="1168107" y="1257173"/>
                  </a:moveTo>
                  <a:lnTo>
                    <a:pt x="1163027" y="1251877"/>
                  </a:lnTo>
                  <a:lnTo>
                    <a:pt x="1154836" y="1251699"/>
                  </a:lnTo>
                  <a:lnTo>
                    <a:pt x="1149121" y="1257173"/>
                  </a:lnTo>
                  <a:lnTo>
                    <a:pt x="1168107" y="1257173"/>
                  </a:lnTo>
                  <a:close/>
                </a:path>
                <a:path w="2223769" h="1257300">
                  <a:moveTo>
                    <a:pt x="1212062" y="666432"/>
                  </a:moveTo>
                  <a:lnTo>
                    <a:pt x="1206449" y="660463"/>
                  </a:lnTo>
                  <a:lnTo>
                    <a:pt x="1199299" y="660260"/>
                  </a:lnTo>
                  <a:lnTo>
                    <a:pt x="1141793" y="661898"/>
                  </a:lnTo>
                  <a:lnTo>
                    <a:pt x="1089533" y="670191"/>
                  </a:lnTo>
                  <a:lnTo>
                    <a:pt x="1042822" y="684961"/>
                  </a:lnTo>
                  <a:lnTo>
                    <a:pt x="1002004" y="706056"/>
                  </a:lnTo>
                  <a:lnTo>
                    <a:pt x="967371" y="733310"/>
                  </a:lnTo>
                  <a:lnTo>
                    <a:pt x="939253" y="766546"/>
                  </a:lnTo>
                  <a:lnTo>
                    <a:pt x="917956" y="805611"/>
                  </a:lnTo>
                  <a:lnTo>
                    <a:pt x="904176" y="849744"/>
                  </a:lnTo>
                  <a:lnTo>
                    <a:pt x="898486" y="896810"/>
                  </a:lnTo>
                  <a:lnTo>
                    <a:pt x="900582" y="945705"/>
                  </a:lnTo>
                  <a:lnTo>
                    <a:pt x="910158" y="995260"/>
                  </a:lnTo>
                  <a:lnTo>
                    <a:pt x="926922" y="1044359"/>
                  </a:lnTo>
                  <a:lnTo>
                    <a:pt x="950556" y="1091844"/>
                  </a:lnTo>
                  <a:lnTo>
                    <a:pt x="980744" y="1136586"/>
                  </a:lnTo>
                  <a:lnTo>
                    <a:pt x="1017206" y="1177429"/>
                  </a:lnTo>
                  <a:lnTo>
                    <a:pt x="1022997" y="1181112"/>
                  </a:lnTo>
                  <a:lnTo>
                    <a:pt x="1026261" y="1181112"/>
                  </a:lnTo>
                  <a:lnTo>
                    <a:pt x="1029614" y="1181112"/>
                  </a:lnTo>
                  <a:lnTo>
                    <a:pt x="1032992" y="1179791"/>
                  </a:lnTo>
                  <a:lnTo>
                    <a:pt x="1040523" y="1172083"/>
                  </a:lnTo>
                  <a:lnTo>
                    <a:pt x="1040422" y="1163891"/>
                  </a:lnTo>
                  <a:lnTo>
                    <a:pt x="1035304" y="1158900"/>
                  </a:lnTo>
                  <a:lnTo>
                    <a:pt x="1001356" y="1120940"/>
                  </a:lnTo>
                  <a:lnTo>
                    <a:pt x="973201" y="1079474"/>
                  </a:lnTo>
                  <a:lnTo>
                    <a:pt x="951115" y="1035545"/>
                  </a:lnTo>
                  <a:lnTo>
                    <a:pt x="935380" y="990193"/>
                  </a:lnTo>
                  <a:lnTo>
                    <a:pt x="926299" y="944499"/>
                  </a:lnTo>
                  <a:lnTo>
                    <a:pt x="924153" y="899477"/>
                  </a:lnTo>
                  <a:lnTo>
                    <a:pt x="929220" y="856208"/>
                  </a:lnTo>
                  <a:lnTo>
                    <a:pt x="941793" y="815733"/>
                  </a:lnTo>
                  <a:lnTo>
                    <a:pt x="964742" y="775550"/>
                  </a:lnTo>
                  <a:lnTo>
                    <a:pt x="996226" y="742467"/>
                  </a:lnTo>
                  <a:lnTo>
                    <a:pt x="1035812" y="716749"/>
                  </a:lnTo>
                  <a:lnTo>
                    <a:pt x="1083043" y="698627"/>
                  </a:lnTo>
                  <a:lnTo>
                    <a:pt x="1137437" y="688340"/>
                  </a:lnTo>
                  <a:lnTo>
                    <a:pt x="1198537" y="686155"/>
                  </a:lnTo>
                  <a:lnTo>
                    <a:pt x="1205585" y="686384"/>
                  </a:lnTo>
                  <a:lnTo>
                    <a:pt x="1211656" y="680732"/>
                  </a:lnTo>
                  <a:lnTo>
                    <a:pt x="1212062" y="666432"/>
                  </a:lnTo>
                  <a:close/>
                </a:path>
                <a:path w="2223769" h="1257300">
                  <a:moveTo>
                    <a:pt x="1328750" y="39039"/>
                  </a:moveTo>
                  <a:lnTo>
                    <a:pt x="1275803" y="12496"/>
                  </a:lnTo>
                  <a:lnTo>
                    <a:pt x="1230528" y="3429"/>
                  </a:lnTo>
                  <a:lnTo>
                    <a:pt x="1183944" y="0"/>
                  </a:lnTo>
                  <a:lnTo>
                    <a:pt x="1136408" y="1066"/>
                  </a:lnTo>
                  <a:lnTo>
                    <a:pt x="1088275" y="5486"/>
                  </a:lnTo>
                  <a:lnTo>
                    <a:pt x="1039888" y="12115"/>
                  </a:lnTo>
                  <a:lnTo>
                    <a:pt x="948182" y="26784"/>
                  </a:lnTo>
                  <a:lnTo>
                    <a:pt x="905916" y="32766"/>
                  </a:lnTo>
                  <a:lnTo>
                    <a:pt x="864781" y="36995"/>
                  </a:lnTo>
                  <a:lnTo>
                    <a:pt x="824750" y="38684"/>
                  </a:lnTo>
                  <a:lnTo>
                    <a:pt x="817587" y="38709"/>
                  </a:lnTo>
                  <a:lnTo>
                    <a:pt x="811822" y="44526"/>
                  </a:lnTo>
                  <a:lnTo>
                    <a:pt x="811885" y="58826"/>
                  </a:lnTo>
                  <a:lnTo>
                    <a:pt x="817676" y="64579"/>
                  </a:lnTo>
                  <a:lnTo>
                    <a:pt x="824801" y="64579"/>
                  </a:lnTo>
                  <a:lnTo>
                    <a:pt x="866609" y="62814"/>
                  </a:lnTo>
                  <a:lnTo>
                    <a:pt x="909421" y="58407"/>
                  </a:lnTo>
                  <a:lnTo>
                    <a:pt x="952690" y="52285"/>
                  </a:lnTo>
                  <a:lnTo>
                    <a:pt x="1050188" y="36766"/>
                  </a:lnTo>
                  <a:lnTo>
                    <a:pt x="1104531" y="29756"/>
                  </a:lnTo>
                  <a:lnTo>
                    <a:pt x="1158201" y="26060"/>
                  </a:lnTo>
                  <a:lnTo>
                    <a:pt x="1210525" y="27381"/>
                  </a:lnTo>
                  <a:lnTo>
                    <a:pt x="1260868" y="35420"/>
                  </a:lnTo>
                  <a:lnTo>
                    <a:pt x="1308582" y="51892"/>
                  </a:lnTo>
                  <a:lnTo>
                    <a:pt x="1315072" y="54876"/>
                  </a:lnTo>
                  <a:lnTo>
                    <a:pt x="1322755" y="52044"/>
                  </a:lnTo>
                  <a:lnTo>
                    <a:pt x="1328750" y="39039"/>
                  </a:lnTo>
                  <a:close/>
                </a:path>
                <a:path w="2223769" h="1257300">
                  <a:moveTo>
                    <a:pt x="2223744" y="860856"/>
                  </a:moveTo>
                  <a:lnTo>
                    <a:pt x="2218055" y="818337"/>
                  </a:lnTo>
                  <a:lnTo>
                    <a:pt x="2206688" y="778040"/>
                  </a:lnTo>
                  <a:lnTo>
                    <a:pt x="2189988" y="734098"/>
                  </a:lnTo>
                  <a:lnTo>
                    <a:pt x="2168690" y="687793"/>
                  </a:lnTo>
                  <a:lnTo>
                    <a:pt x="2143569" y="640384"/>
                  </a:lnTo>
                  <a:lnTo>
                    <a:pt x="2115375" y="593128"/>
                  </a:lnTo>
                  <a:lnTo>
                    <a:pt x="2084870" y="547319"/>
                  </a:lnTo>
                  <a:lnTo>
                    <a:pt x="2052815" y="504215"/>
                  </a:lnTo>
                  <a:lnTo>
                    <a:pt x="2019947" y="465099"/>
                  </a:lnTo>
                  <a:lnTo>
                    <a:pt x="1987054" y="431215"/>
                  </a:lnTo>
                  <a:lnTo>
                    <a:pt x="1954872" y="403847"/>
                  </a:lnTo>
                  <a:lnTo>
                    <a:pt x="1949145" y="399567"/>
                  </a:lnTo>
                  <a:lnTo>
                    <a:pt x="1941029" y="400723"/>
                  </a:lnTo>
                  <a:lnTo>
                    <a:pt x="1932444" y="412153"/>
                  </a:lnTo>
                  <a:lnTo>
                    <a:pt x="1933600" y="420268"/>
                  </a:lnTo>
                  <a:lnTo>
                    <a:pt x="1939315" y="424573"/>
                  </a:lnTo>
                  <a:lnTo>
                    <a:pt x="1974913" y="455269"/>
                  </a:lnTo>
                  <a:lnTo>
                    <a:pt x="2010664" y="493344"/>
                  </a:lnTo>
                  <a:lnTo>
                    <a:pt x="2045690" y="537057"/>
                  </a:lnTo>
                  <a:lnTo>
                    <a:pt x="2079129" y="584695"/>
                  </a:lnTo>
                  <a:lnTo>
                    <a:pt x="2110105" y="634492"/>
                  </a:lnTo>
                  <a:lnTo>
                    <a:pt x="2137740" y="684720"/>
                  </a:lnTo>
                  <a:lnTo>
                    <a:pt x="2161171" y="733653"/>
                  </a:lnTo>
                  <a:lnTo>
                    <a:pt x="2179510" y="779551"/>
                  </a:lnTo>
                  <a:lnTo>
                    <a:pt x="2191893" y="820674"/>
                  </a:lnTo>
                  <a:lnTo>
                    <a:pt x="2197874" y="862139"/>
                  </a:lnTo>
                  <a:lnTo>
                    <a:pt x="2203564" y="867448"/>
                  </a:lnTo>
                  <a:lnTo>
                    <a:pt x="2210371" y="867448"/>
                  </a:lnTo>
                  <a:lnTo>
                    <a:pt x="2218309" y="866990"/>
                  </a:lnTo>
                  <a:lnTo>
                    <a:pt x="2223744" y="860856"/>
                  </a:lnTo>
                  <a:close/>
                </a:path>
              </a:pathLst>
            </a:custGeom>
            <a:solidFill>
              <a:srgbClr val="40426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3518737" y="0"/>
            <a:ext cx="2409825" cy="1248410"/>
            <a:chOff x="3518737" y="0"/>
            <a:chExt cx="2409825" cy="1248410"/>
          </a:xfrm>
        </p:grpSpPr>
        <p:sp>
          <p:nvSpPr>
            <p:cNvPr id="17" name="object 17"/>
            <p:cNvSpPr/>
            <p:nvPr/>
          </p:nvSpPr>
          <p:spPr>
            <a:xfrm>
              <a:off x="3518725" y="11"/>
              <a:ext cx="2409825" cy="1248410"/>
            </a:xfrm>
            <a:custGeom>
              <a:avLst/>
              <a:gdLst/>
              <a:ahLst/>
              <a:cxnLst/>
              <a:rect l="l" t="t" r="r" b="b"/>
              <a:pathLst>
                <a:path w="2409825" h="1248410">
                  <a:moveTo>
                    <a:pt x="2409431" y="414667"/>
                  </a:moveTo>
                  <a:lnTo>
                    <a:pt x="2381046" y="351993"/>
                  </a:lnTo>
                  <a:lnTo>
                    <a:pt x="2351989" y="325704"/>
                  </a:lnTo>
                  <a:lnTo>
                    <a:pt x="2316340" y="299745"/>
                  </a:lnTo>
                  <a:lnTo>
                    <a:pt x="2276043" y="272135"/>
                  </a:lnTo>
                  <a:lnTo>
                    <a:pt x="2235276" y="245046"/>
                  </a:lnTo>
                  <a:lnTo>
                    <a:pt x="2194115" y="218414"/>
                  </a:lnTo>
                  <a:lnTo>
                    <a:pt x="2152624" y="192138"/>
                  </a:lnTo>
                  <a:lnTo>
                    <a:pt x="2110879" y="166128"/>
                  </a:lnTo>
                  <a:lnTo>
                    <a:pt x="2068969" y="140309"/>
                  </a:lnTo>
                  <a:lnTo>
                    <a:pt x="1942846" y="63080"/>
                  </a:lnTo>
                  <a:lnTo>
                    <a:pt x="1900936" y="37134"/>
                  </a:lnTo>
                  <a:lnTo>
                    <a:pt x="1890991" y="30899"/>
                  </a:lnTo>
                  <a:lnTo>
                    <a:pt x="1942122" y="0"/>
                  </a:lnTo>
                  <a:lnTo>
                    <a:pt x="1842096" y="0"/>
                  </a:lnTo>
                  <a:lnTo>
                    <a:pt x="1560182" y="0"/>
                  </a:lnTo>
                  <a:lnTo>
                    <a:pt x="863790" y="0"/>
                  </a:lnTo>
                  <a:lnTo>
                    <a:pt x="567334" y="0"/>
                  </a:lnTo>
                  <a:lnTo>
                    <a:pt x="467334" y="0"/>
                  </a:lnTo>
                  <a:lnTo>
                    <a:pt x="518439" y="30899"/>
                  </a:lnTo>
                  <a:lnTo>
                    <a:pt x="508508" y="37134"/>
                  </a:lnTo>
                  <a:lnTo>
                    <a:pt x="466598" y="63080"/>
                  </a:lnTo>
                  <a:lnTo>
                    <a:pt x="340487" y="140309"/>
                  </a:lnTo>
                  <a:lnTo>
                    <a:pt x="298564" y="166128"/>
                  </a:lnTo>
                  <a:lnTo>
                    <a:pt x="256832" y="192138"/>
                  </a:lnTo>
                  <a:lnTo>
                    <a:pt x="215341" y="218414"/>
                  </a:lnTo>
                  <a:lnTo>
                    <a:pt x="174167" y="245046"/>
                  </a:lnTo>
                  <a:lnTo>
                    <a:pt x="133400" y="272135"/>
                  </a:lnTo>
                  <a:lnTo>
                    <a:pt x="93103" y="299745"/>
                  </a:lnTo>
                  <a:lnTo>
                    <a:pt x="57442" y="325704"/>
                  </a:lnTo>
                  <a:lnTo>
                    <a:pt x="28397" y="351993"/>
                  </a:lnTo>
                  <a:lnTo>
                    <a:pt x="0" y="414667"/>
                  </a:lnTo>
                  <a:lnTo>
                    <a:pt x="5626" y="455612"/>
                  </a:lnTo>
                  <a:lnTo>
                    <a:pt x="27774" y="505993"/>
                  </a:lnTo>
                  <a:lnTo>
                    <a:pt x="68910" y="568083"/>
                  </a:lnTo>
                  <a:lnTo>
                    <a:pt x="68770" y="567728"/>
                  </a:lnTo>
                  <a:lnTo>
                    <a:pt x="89192" y="602437"/>
                  </a:lnTo>
                  <a:lnTo>
                    <a:pt x="161912" y="723785"/>
                  </a:lnTo>
                  <a:lnTo>
                    <a:pt x="194030" y="773582"/>
                  </a:lnTo>
                  <a:lnTo>
                    <a:pt x="223164" y="809777"/>
                  </a:lnTo>
                  <a:lnTo>
                    <a:pt x="281749" y="845515"/>
                  </a:lnTo>
                  <a:lnTo>
                    <a:pt x="315849" y="847153"/>
                  </a:lnTo>
                  <a:lnTo>
                    <a:pt x="356247" y="839381"/>
                  </a:lnTo>
                  <a:lnTo>
                    <a:pt x="405257" y="823239"/>
                  </a:lnTo>
                  <a:lnTo>
                    <a:pt x="465226" y="799782"/>
                  </a:lnTo>
                  <a:lnTo>
                    <a:pt x="512254" y="780364"/>
                  </a:lnTo>
                  <a:lnTo>
                    <a:pt x="559003" y="760298"/>
                  </a:lnTo>
                  <a:lnTo>
                    <a:pt x="605459" y="739622"/>
                  </a:lnTo>
                  <a:lnTo>
                    <a:pt x="651675" y="718362"/>
                  </a:lnTo>
                  <a:lnTo>
                    <a:pt x="697636" y="696569"/>
                  </a:lnTo>
                  <a:lnTo>
                    <a:pt x="743369" y="674255"/>
                  </a:lnTo>
                  <a:lnTo>
                    <a:pt x="788898" y="651484"/>
                  </a:lnTo>
                  <a:lnTo>
                    <a:pt x="834224" y="628269"/>
                  </a:lnTo>
                  <a:lnTo>
                    <a:pt x="879233" y="604723"/>
                  </a:lnTo>
                  <a:lnTo>
                    <a:pt x="880656" y="646861"/>
                  </a:lnTo>
                  <a:lnTo>
                    <a:pt x="884847" y="794677"/>
                  </a:lnTo>
                  <a:lnTo>
                    <a:pt x="886371" y="843889"/>
                  </a:lnTo>
                  <a:lnTo>
                    <a:pt x="888149" y="893038"/>
                  </a:lnTo>
                  <a:lnTo>
                    <a:pt x="890295" y="942098"/>
                  </a:lnTo>
                  <a:lnTo>
                    <a:pt x="892898" y="991057"/>
                  </a:lnTo>
                  <a:lnTo>
                    <a:pt x="896099" y="1039901"/>
                  </a:lnTo>
                  <a:lnTo>
                    <a:pt x="899985" y="1088605"/>
                  </a:lnTo>
                  <a:lnTo>
                    <a:pt x="904760" y="1132459"/>
                  </a:lnTo>
                  <a:lnTo>
                    <a:pt x="913104" y="1170749"/>
                  </a:lnTo>
                  <a:lnTo>
                    <a:pt x="953338" y="1226566"/>
                  </a:lnTo>
                  <a:lnTo>
                    <a:pt x="991641" y="1242060"/>
                  </a:lnTo>
                  <a:lnTo>
                    <a:pt x="1046353" y="1247940"/>
                  </a:lnTo>
                  <a:lnTo>
                    <a:pt x="1120686" y="1243164"/>
                  </a:lnTo>
                  <a:lnTo>
                    <a:pt x="1120292" y="1243088"/>
                  </a:lnTo>
                  <a:lnTo>
                    <a:pt x="1160564" y="1242656"/>
                  </a:lnTo>
                  <a:lnTo>
                    <a:pt x="1302004" y="1239989"/>
                  </a:lnTo>
                  <a:lnTo>
                    <a:pt x="1361198" y="1236929"/>
                  </a:lnTo>
                  <a:lnTo>
                    <a:pt x="1407083" y="1229677"/>
                  </a:lnTo>
                  <a:lnTo>
                    <a:pt x="1467243" y="1196657"/>
                  </a:lnTo>
                  <a:lnTo>
                    <a:pt x="1499019" y="1129004"/>
                  </a:lnTo>
                  <a:lnTo>
                    <a:pt x="1509407" y="1078445"/>
                  </a:lnTo>
                  <a:lnTo>
                    <a:pt x="1518907" y="1014755"/>
                  </a:lnTo>
                  <a:lnTo>
                    <a:pt x="1525485" y="964311"/>
                  </a:lnTo>
                  <a:lnTo>
                    <a:pt x="1531353" y="913777"/>
                  </a:lnTo>
                  <a:lnTo>
                    <a:pt x="1536547" y="863193"/>
                  </a:lnTo>
                  <a:lnTo>
                    <a:pt x="1541106" y="812533"/>
                  </a:lnTo>
                  <a:lnTo>
                    <a:pt x="1545069" y="761822"/>
                  </a:lnTo>
                  <a:lnTo>
                    <a:pt x="1548498" y="711047"/>
                  </a:lnTo>
                  <a:lnTo>
                    <a:pt x="1551393" y="660222"/>
                  </a:lnTo>
                  <a:lnTo>
                    <a:pt x="1553464" y="616889"/>
                  </a:lnTo>
                  <a:lnTo>
                    <a:pt x="1575244" y="628269"/>
                  </a:lnTo>
                  <a:lnTo>
                    <a:pt x="1620570" y="651484"/>
                  </a:lnTo>
                  <a:lnTo>
                    <a:pt x="1666087" y="674255"/>
                  </a:lnTo>
                  <a:lnTo>
                    <a:pt x="1711833" y="696569"/>
                  </a:lnTo>
                  <a:lnTo>
                    <a:pt x="1757794" y="718362"/>
                  </a:lnTo>
                  <a:lnTo>
                    <a:pt x="1803996" y="739622"/>
                  </a:lnTo>
                  <a:lnTo>
                    <a:pt x="1850466" y="760298"/>
                  </a:lnTo>
                  <a:lnTo>
                    <a:pt x="1897202" y="780364"/>
                  </a:lnTo>
                  <a:lnTo>
                    <a:pt x="1944230" y="799782"/>
                  </a:lnTo>
                  <a:lnTo>
                    <a:pt x="2004199" y="823239"/>
                  </a:lnTo>
                  <a:lnTo>
                    <a:pt x="2053221" y="839381"/>
                  </a:lnTo>
                  <a:lnTo>
                    <a:pt x="2093607" y="847153"/>
                  </a:lnTo>
                  <a:lnTo>
                    <a:pt x="2127707" y="845515"/>
                  </a:lnTo>
                  <a:lnTo>
                    <a:pt x="2186292" y="809777"/>
                  </a:lnTo>
                  <a:lnTo>
                    <a:pt x="2215426" y="773582"/>
                  </a:lnTo>
                  <a:lnTo>
                    <a:pt x="2247544" y="723785"/>
                  </a:lnTo>
                  <a:lnTo>
                    <a:pt x="2320252" y="602437"/>
                  </a:lnTo>
                  <a:lnTo>
                    <a:pt x="2340673" y="567728"/>
                  </a:lnTo>
                  <a:lnTo>
                    <a:pt x="2340546" y="568083"/>
                  </a:lnTo>
                  <a:lnTo>
                    <a:pt x="2381681" y="505993"/>
                  </a:lnTo>
                  <a:lnTo>
                    <a:pt x="2403818" y="455612"/>
                  </a:lnTo>
                  <a:lnTo>
                    <a:pt x="2409431" y="414667"/>
                  </a:lnTo>
                  <a:close/>
                </a:path>
              </a:pathLst>
            </a:custGeom>
            <a:solidFill>
              <a:srgbClr val="2D8BB9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683510" y="0"/>
              <a:ext cx="81915" cy="753745"/>
            </a:xfrm>
            <a:custGeom>
              <a:avLst/>
              <a:gdLst/>
              <a:ahLst/>
              <a:cxnLst/>
              <a:rect l="l" t="t" r="r" b="b"/>
              <a:pathLst>
                <a:path w="81914" h="753745">
                  <a:moveTo>
                    <a:pt x="16381" y="753217"/>
                  </a:moveTo>
                  <a:lnTo>
                    <a:pt x="5465" y="713397"/>
                  </a:lnTo>
                  <a:lnTo>
                    <a:pt x="3398" y="631246"/>
                  </a:lnTo>
                  <a:lnTo>
                    <a:pt x="2841" y="584066"/>
                  </a:lnTo>
                  <a:lnTo>
                    <a:pt x="1770" y="441867"/>
                  </a:lnTo>
                  <a:lnTo>
                    <a:pt x="701" y="342950"/>
                  </a:lnTo>
                  <a:lnTo>
                    <a:pt x="326" y="291337"/>
                  </a:lnTo>
                  <a:lnTo>
                    <a:pt x="0" y="187968"/>
                  </a:lnTo>
                  <a:lnTo>
                    <a:pt x="74" y="0"/>
                  </a:lnTo>
                  <a:lnTo>
                    <a:pt x="81707" y="0"/>
                  </a:lnTo>
                  <a:lnTo>
                    <a:pt x="81527" y="349386"/>
                  </a:lnTo>
                  <a:lnTo>
                    <a:pt x="80850" y="447508"/>
                  </a:lnTo>
                  <a:lnTo>
                    <a:pt x="80223" y="496455"/>
                  </a:lnTo>
                  <a:lnTo>
                    <a:pt x="79354" y="545304"/>
                  </a:lnTo>
                  <a:lnTo>
                    <a:pt x="78208" y="594037"/>
                  </a:lnTo>
                  <a:lnTo>
                    <a:pt x="76748" y="642638"/>
                  </a:lnTo>
                  <a:lnTo>
                    <a:pt x="74423" y="697630"/>
                  </a:lnTo>
                  <a:lnTo>
                    <a:pt x="63655" y="746090"/>
                  </a:lnTo>
                  <a:lnTo>
                    <a:pt x="34731" y="752484"/>
                  </a:lnTo>
                  <a:lnTo>
                    <a:pt x="16381" y="753217"/>
                  </a:lnTo>
                  <a:close/>
                </a:path>
              </a:pathLst>
            </a:custGeom>
            <a:solidFill>
              <a:srgbClr val="FFFFF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590493" y="61581"/>
              <a:ext cx="2222500" cy="1115060"/>
            </a:xfrm>
            <a:custGeom>
              <a:avLst/>
              <a:gdLst/>
              <a:ahLst/>
              <a:cxnLst/>
              <a:rect l="l" t="t" r="r" b="b"/>
              <a:pathLst>
                <a:path w="2222500" h="1115060">
                  <a:moveTo>
                    <a:pt x="276593" y="667867"/>
                  </a:moveTo>
                  <a:lnTo>
                    <a:pt x="272999" y="660488"/>
                  </a:lnTo>
                  <a:lnTo>
                    <a:pt x="266242" y="658164"/>
                  </a:lnTo>
                  <a:lnTo>
                    <a:pt x="242887" y="641832"/>
                  </a:lnTo>
                  <a:lnTo>
                    <a:pt x="211175" y="608622"/>
                  </a:lnTo>
                  <a:lnTo>
                    <a:pt x="174358" y="563473"/>
                  </a:lnTo>
                  <a:lnTo>
                    <a:pt x="135661" y="511365"/>
                  </a:lnTo>
                  <a:lnTo>
                    <a:pt x="98323" y="457263"/>
                  </a:lnTo>
                  <a:lnTo>
                    <a:pt x="65582" y="406133"/>
                  </a:lnTo>
                  <a:lnTo>
                    <a:pt x="40678" y="362927"/>
                  </a:lnTo>
                  <a:lnTo>
                    <a:pt x="24638" y="325805"/>
                  </a:lnTo>
                  <a:lnTo>
                    <a:pt x="17322" y="322072"/>
                  </a:lnTo>
                  <a:lnTo>
                    <a:pt x="3733" y="326504"/>
                  </a:lnTo>
                  <a:lnTo>
                    <a:pt x="0" y="333806"/>
                  </a:lnTo>
                  <a:lnTo>
                    <a:pt x="2209" y="340601"/>
                  </a:lnTo>
                  <a:lnTo>
                    <a:pt x="35420" y="405917"/>
                  </a:lnTo>
                  <a:lnTo>
                    <a:pt x="63728" y="451688"/>
                  </a:lnTo>
                  <a:lnTo>
                    <a:pt x="96875" y="501408"/>
                  </a:lnTo>
                  <a:lnTo>
                    <a:pt x="132651" y="551434"/>
                  </a:lnTo>
                  <a:lnTo>
                    <a:pt x="168846" y="598195"/>
                  </a:lnTo>
                  <a:lnTo>
                    <a:pt x="203250" y="638048"/>
                  </a:lnTo>
                  <a:lnTo>
                    <a:pt x="233641" y="667410"/>
                  </a:lnTo>
                  <a:lnTo>
                    <a:pt x="260616" y="683374"/>
                  </a:lnTo>
                  <a:lnTo>
                    <a:pt x="262013" y="683374"/>
                  </a:lnTo>
                  <a:lnTo>
                    <a:pt x="267385" y="683374"/>
                  </a:lnTo>
                  <a:lnTo>
                    <a:pt x="272415" y="679996"/>
                  </a:lnTo>
                  <a:lnTo>
                    <a:pt x="276593" y="667867"/>
                  </a:lnTo>
                  <a:close/>
                </a:path>
                <a:path w="2222500" h="1115060">
                  <a:moveTo>
                    <a:pt x="1320228" y="214122"/>
                  </a:moveTo>
                  <a:lnTo>
                    <a:pt x="1306436" y="138760"/>
                  </a:lnTo>
                  <a:lnTo>
                    <a:pt x="1284833" y="98031"/>
                  </a:lnTo>
                  <a:lnTo>
                    <a:pt x="1252715" y="53898"/>
                  </a:lnTo>
                  <a:lnTo>
                    <a:pt x="1209509" y="5346"/>
                  </a:lnTo>
                  <a:lnTo>
                    <a:pt x="1196365" y="0"/>
                  </a:lnTo>
                  <a:lnTo>
                    <a:pt x="1186027" y="9893"/>
                  </a:lnTo>
                  <a:lnTo>
                    <a:pt x="1185862" y="18097"/>
                  </a:lnTo>
                  <a:lnTo>
                    <a:pt x="1190802" y="23253"/>
                  </a:lnTo>
                  <a:lnTo>
                    <a:pt x="1239532" y="78854"/>
                  </a:lnTo>
                  <a:lnTo>
                    <a:pt x="1272387" y="127698"/>
                  </a:lnTo>
                  <a:lnTo>
                    <a:pt x="1290332" y="171627"/>
                  </a:lnTo>
                  <a:lnTo>
                    <a:pt x="1294384" y="212471"/>
                  </a:lnTo>
                  <a:lnTo>
                    <a:pt x="1285951" y="250418"/>
                  </a:lnTo>
                  <a:lnTo>
                    <a:pt x="1265199" y="289026"/>
                  </a:lnTo>
                  <a:lnTo>
                    <a:pt x="1231658" y="328980"/>
                  </a:lnTo>
                  <a:lnTo>
                    <a:pt x="1184846" y="370979"/>
                  </a:lnTo>
                  <a:lnTo>
                    <a:pt x="1139164" y="408076"/>
                  </a:lnTo>
                  <a:lnTo>
                    <a:pt x="1098003" y="444068"/>
                  </a:lnTo>
                  <a:lnTo>
                    <a:pt x="1058100" y="484124"/>
                  </a:lnTo>
                  <a:lnTo>
                    <a:pt x="1024851" y="526478"/>
                  </a:lnTo>
                  <a:lnTo>
                    <a:pt x="1003642" y="569315"/>
                  </a:lnTo>
                  <a:lnTo>
                    <a:pt x="999858" y="610870"/>
                  </a:lnTo>
                  <a:lnTo>
                    <a:pt x="1007529" y="633133"/>
                  </a:lnTo>
                  <a:lnTo>
                    <a:pt x="1045108" y="669048"/>
                  </a:lnTo>
                  <a:lnTo>
                    <a:pt x="1077823" y="683361"/>
                  </a:lnTo>
                  <a:lnTo>
                    <a:pt x="1079284" y="683361"/>
                  </a:lnTo>
                  <a:lnTo>
                    <a:pt x="1084580" y="683361"/>
                  </a:lnTo>
                  <a:lnTo>
                    <a:pt x="1089558" y="680085"/>
                  </a:lnTo>
                  <a:lnTo>
                    <a:pt x="1093901" y="668070"/>
                  </a:lnTo>
                  <a:lnTo>
                    <a:pt x="1090409" y="660654"/>
                  </a:lnTo>
                  <a:lnTo>
                    <a:pt x="1083678" y="658228"/>
                  </a:lnTo>
                  <a:lnTo>
                    <a:pt x="1060284" y="647865"/>
                  </a:lnTo>
                  <a:lnTo>
                    <a:pt x="1042733" y="635774"/>
                  </a:lnTo>
                  <a:lnTo>
                    <a:pt x="1031087" y="622007"/>
                  </a:lnTo>
                  <a:lnTo>
                    <a:pt x="1025398" y="606602"/>
                  </a:lnTo>
                  <a:lnTo>
                    <a:pt x="1030274" y="571334"/>
                  </a:lnTo>
                  <a:lnTo>
                    <a:pt x="1051991" y="532879"/>
                  </a:lnTo>
                  <a:lnTo>
                    <a:pt x="1084821" y="493776"/>
                  </a:lnTo>
                  <a:lnTo>
                    <a:pt x="1123010" y="456590"/>
                  </a:lnTo>
                  <a:lnTo>
                    <a:pt x="1160780" y="423862"/>
                  </a:lnTo>
                  <a:lnTo>
                    <a:pt x="1201115" y="391134"/>
                  </a:lnTo>
                  <a:lnTo>
                    <a:pt x="1251902" y="345274"/>
                  </a:lnTo>
                  <a:lnTo>
                    <a:pt x="1288338" y="301015"/>
                  </a:lnTo>
                  <a:lnTo>
                    <a:pt x="1310944" y="257556"/>
                  </a:lnTo>
                  <a:lnTo>
                    <a:pt x="1320228" y="214122"/>
                  </a:lnTo>
                  <a:close/>
                </a:path>
                <a:path w="2222500" h="1115060">
                  <a:moveTo>
                    <a:pt x="1334617" y="1090561"/>
                  </a:moveTo>
                  <a:lnTo>
                    <a:pt x="1333131" y="1076325"/>
                  </a:lnTo>
                  <a:lnTo>
                    <a:pt x="1326819" y="1071181"/>
                  </a:lnTo>
                  <a:lnTo>
                    <a:pt x="1271993" y="1076515"/>
                  </a:lnTo>
                  <a:lnTo>
                    <a:pt x="1223225" y="1080389"/>
                  </a:lnTo>
                  <a:lnTo>
                    <a:pt x="1173213" y="1083551"/>
                  </a:lnTo>
                  <a:lnTo>
                    <a:pt x="1121841" y="1085989"/>
                  </a:lnTo>
                  <a:lnTo>
                    <a:pt x="1068997" y="1087729"/>
                  </a:lnTo>
                  <a:lnTo>
                    <a:pt x="1014564" y="1088771"/>
                  </a:lnTo>
                  <a:lnTo>
                    <a:pt x="951255" y="1089113"/>
                  </a:lnTo>
                  <a:lnTo>
                    <a:pt x="945451" y="1094905"/>
                  </a:lnTo>
                  <a:lnTo>
                    <a:pt x="945451" y="1109218"/>
                  </a:lnTo>
                  <a:lnTo>
                    <a:pt x="951255" y="1115009"/>
                  </a:lnTo>
                  <a:lnTo>
                    <a:pt x="958405" y="1115009"/>
                  </a:lnTo>
                  <a:lnTo>
                    <a:pt x="1014945" y="1114666"/>
                  </a:lnTo>
                  <a:lnTo>
                    <a:pt x="1069771" y="1113612"/>
                  </a:lnTo>
                  <a:lnTo>
                    <a:pt x="1123010" y="1111859"/>
                  </a:lnTo>
                  <a:lnTo>
                    <a:pt x="1174762" y="1109395"/>
                  </a:lnTo>
                  <a:lnTo>
                    <a:pt x="1225156" y="1106208"/>
                  </a:lnTo>
                  <a:lnTo>
                    <a:pt x="1274318" y="1102309"/>
                  </a:lnTo>
                  <a:lnTo>
                    <a:pt x="1329448" y="1096924"/>
                  </a:lnTo>
                  <a:lnTo>
                    <a:pt x="1334617" y="1090561"/>
                  </a:lnTo>
                  <a:close/>
                </a:path>
                <a:path w="2222500" h="1115060">
                  <a:moveTo>
                    <a:pt x="2222068" y="337464"/>
                  </a:moveTo>
                  <a:lnTo>
                    <a:pt x="2220252" y="329476"/>
                  </a:lnTo>
                  <a:lnTo>
                    <a:pt x="2208174" y="321843"/>
                  </a:lnTo>
                  <a:lnTo>
                    <a:pt x="2200173" y="323634"/>
                  </a:lnTo>
                  <a:lnTo>
                    <a:pt x="2175433" y="368935"/>
                  </a:lnTo>
                  <a:lnTo>
                    <a:pt x="2128786" y="469480"/>
                  </a:lnTo>
                  <a:lnTo>
                    <a:pt x="2104313" y="519696"/>
                  </a:lnTo>
                  <a:lnTo>
                    <a:pt x="2077935" y="568490"/>
                  </a:lnTo>
                  <a:lnTo>
                    <a:pt x="2050859" y="610412"/>
                  </a:lnTo>
                  <a:lnTo>
                    <a:pt x="2024329" y="639965"/>
                  </a:lnTo>
                  <a:lnTo>
                    <a:pt x="1992401" y="652030"/>
                  </a:lnTo>
                  <a:lnTo>
                    <a:pt x="1986864" y="658075"/>
                  </a:lnTo>
                  <a:lnTo>
                    <a:pt x="1987486" y="672185"/>
                  </a:lnTo>
                  <a:lnTo>
                    <a:pt x="1993214" y="677608"/>
                  </a:lnTo>
                  <a:lnTo>
                    <a:pt x="2000110" y="677608"/>
                  </a:lnTo>
                  <a:lnTo>
                    <a:pt x="2057514" y="643648"/>
                  </a:lnTo>
                  <a:lnTo>
                    <a:pt x="2085581" y="606044"/>
                  </a:lnTo>
                  <a:lnTo>
                    <a:pt x="2114004" y="557288"/>
                  </a:lnTo>
                  <a:lnTo>
                    <a:pt x="2143226" y="499325"/>
                  </a:lnTo>
                  <a:lnTo>
                    <a:pt x="2173668" y="434098"/>
                  </a:lnTo>
                  <a:lnTo>
                    <a:pt x="2186546" y="406069"/>
                  </a:lnTo>
                  <a:lnTo>
                    <a:pt x="2198357" y="381000"/>
                  </a:lnTo>
                  <a:lnTo>
                    <a:pt x="2208974" y="359829"/>
                  </a:lnTo>
                  <a:lnTo>
                    <a:pt x="2218258" y="343522"/>
                  </a:lnTo>
                  <a:lnTo>
                    <a:pt x="2222068" y="337464"/>
                  </a:lnTo>
                  <a:close/>
                </a:path>
              </a:pathLst>
            </a:custGeom>
            <a:solidFill>
              <a:srgbClr val="40426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3189003" y="59963"/>
            <a:ext cx="14871065" cy="4377690"/>
            <a:chOff x="3189003" y="59963"/>
            <a:chExt cx="14871065" cy="4377690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98121" y="59963"/>
              <a:ext cx="6061693" cy="262081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89003" y="2478252"/>
              <a:ext cx="8115299" cy="1958975"/>
            </a:xfrm>
            <a:prstGeom prst="rect">
              <a:avLst/>
            </a:prstGeom>
          </p:spPr>
        </p:pic>
      </p:grpSp>
      <p:pic>
        <p:nvPicPr>
          <p:cNvPr id="23" name="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535280" y="5421774"/>
            <a:ext cx="5724524" cy="31241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44055" y="1033272"/>
            <a:ext cx="5199887" cy="9509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12745">
              <a:lnSpc>
                <a:spcPct val="100000"/>
              </a:lnSpc>
              <a:spcBef>
                <a:spcPts val="95"/>
              </a:spcBef>
            </a:pPr>
            <a:r>
              <a:rPr sz="6850" spc="-204" dirty="0"/>
              <a:t>TOTAL</a:t>
            </a:r>
            <a:r>
              <a:rPr sz="6850" spc="-700" dirty="0"/>
              <a:t> </a:t>
            </a:r>
            <a:r>
              <a:rPr sz="6850" spc="110" dirty="0"/>
              <a:t>VISITS</a:t>
            </a:r>
            <a:endParaRPr sz="6850"/>
          </a:p>
        </p:txBody>
      </p:sp>
      <p:grpSp>
        <p:nvGrpSpPr>
          <p:cNvPr id="4" name="object 4"/>
          <p:cNvGrpSpPr/>
          <p:nvPr/>
        </p:nvGrpSpPr>
        <p:grpSpPr>
          <a:xfrm>
            <a:off x="0" y="5438967"/>
            <a:ext cx="3660775" cy="4848225"/>
            <a:chOff x="0" y="5438967"/>
            <a:chExt cx="3660775" cy="4848225"/>
          </a:xfrm>
        </p:grpSpPr>
        <p:sp>
          <p:nvSpPr>
            <p:cNvPr id="5" name="object 5"/>
            <p:cNvSpPr/>
            <p:nvPr/>
          </p:nvSpPr>
          <p:spPr>
            <a:xfrm>
              <a:off x="0" y="6003872"/>
              <a:ext cx="3630295" cy="4283710"/>
            </a:xfrm>
            <a:custGeom>
              <a:avLst/>
              <a:gdLst/>
              <a:ahLst/>
              <a:cxnLst/>
              <a:rect l="l" t="t" r="r" b="b"/>
              <a:pathLst>
                <a:path w="3630295" h="4283709">
                  <a:moveTo>
                    <a:pt x="3629788" y="4283126"/>
                  </a:moveTo>
                  <a:lnTo>
                    <a:pt x="0" y="4283126"/>
                  </a:lnTo>
                  <a:lnTo>
                    <a:pt x="0" y="353539"/>
                  </a:lnTo>
                  <a:lnTo>
                    <a:pt x="47262" y="341210"/>
                  </a:lnTo>
                  <a:lnTo>
                    <a:pt x="105771" y="326258"/>
                  </a:lnTo>
                  <a:lnTo>
                    <a:pt x="161887" y="312155"/>
                  </a:lnTo>
                  <a:lnTo>
                    <a:pt x="281878" y="282700"/>
                  </a:lnTo>
                  <a:lnTo>
                    <a:pt x="544046" y="221884"/>
                  </a:lnTo>
                  <a:lnTo>
                    <a:pt x="801063" y="166979"/>
                  </a:lnTo>
                  <a:lnTo>
                    <a:pt x="991870" y="129461"/>
                  </a:lnTo>
                  <a:lnTo>
                    <a:pt x="1178937" y="95666"/>
                  </a:lnTo>
                  <a:lnTo>
                    <a:pt x="1360403" y="66124"/>
                  </a:lnTo>
                  <a:lnTo>
                    <a:pt x="1477351" y="49052"/>
                  </a:lnTo>
                  <a:lnTo>
                    <a:pt x="1590433" y="34261"/>
                  </a:lnTo>
                  <a:lnTo>
                    <a:pt x="1699098" y="21908"/>
                  </a:lnTo>
                  <a:lnTo>
                    <a:pt x="1751603" y="16694"/>
                  </a:lnTo>
                  <a:lnTo>
                    <a:pt x="1802796" y="12149"/>
                  </a:lnTo>
                  <a:lnTo>
                    <a:pt x="1852610" y="8291"/>
                  </a:lnTo>
                  <a:lnTo>
                    <a:pt x="1900975" y="5140"/>
                  </a:lnTo>
                  <a:lnTo>
                    <a:pt x="1947823" y="2716"/>
                  </a:lnTo>
                  <a:lnTo>
                    <a:pt x="1993085" y="1038"/>
                  </a:lnTo>
                  <a:lnTo>
                    <a:pt x="2036692" y="126"/>
                  </a:lnTo>
                  <a:lnTo>
                    <a:pt x="2078575" y="0"/>
                  </a:lnTo>
                  <a:lnTo>
                    <a:pt x="2118665" y="678"/>
                  </a:lnTo>
                  <a:lnTo>
                    <a:pt x="2156894" y="2181"/>
                  </a:lnTo>
                  <a:lnTo>
                    <a:pt x="2227491" y="7739"/>
                  </a:lnTo>
                  <a:lnTo>
                    <a:pt x="2289815" y="16830"/>
                  </a:lnTo>
                  <a:lnTo>
                    <a:pt x="2343316" y="29610"/>
                  </a:lnTo>
                  <a:lnTo>
                    <a:pt x="2387443" y="46236"/>
                  </a:lnTo>
                  <a:lnTo>
                    <a:pt x="2421644" y="66864"/>
                  </a:lnTo>
                  <a:lnTo>
                    <a:pt x="2464870" y="121129"/>
                  </a:lnTo>
                  <a:lnTo>
                    <a:pt x="2503724" y="184666"/>
                  </a:lnTo>
                  <a:lnTo>
                    <a:pt x="2523073" y="218653"/>
                  </a:lnTo>
                  <a:lnTo>
                    <a:pt x="2542367" y="254070"/>
                  </a:lnTo>
                  <a:lnTo>
                    <a:pt x="2561604" y="290881"/>
                  </a:lnTo>
                  <a:lnTo>
                    <a:pt x="2580780" y="329050"/>
                  </a:lnTo>
                  <a:lnTo>
                    <a:pt x="2599892" y="368540"/>
                  </a:lnTo>
                  <a:lnTo>
                    <a:pt x="2618939" y="409316"/>
                  </a:lnTo>
                  <a:lnTo>
                    <a:pt x="2637918" y="451341"/>
                  </a:lnTo>
                  <a:lnTo>
                    <a:pt x="2656825" y="494579"/>
                  </a:lnTo>
                  <a:lnTo>
                    <a:pt x="2675659" y="538993"/>
                  </a:lnTo>
                  <a:lnTo>
                    <a:pt x="2694417" y="584547"/>
                  </a:lnTo>
                  <a:lnTo>
                    <a:pt x="2713096" y="631206"/>
                  </a:lnTo>
                  <a:lnTo>
                    <a:pt x="2731693" y="678932"/>
                  </a:lnTo>
                  <a:lnTo>
                    <a:pt x="2750206" y="727690"/>
                  </a:lnTo>
                  <a:lnTo>
                    <a:pt x="2768633" y="777443"/>
                  </a:lnTo>
                  <a:lnTo>
                    <a:pt x="2786970" y="828154"/>
                  </a:lnTo>
                  <a:lnTo>
                    <a:pt x="2805215" y="879789"/>
                  </a:lnTo>
                  <a:lnTo>
                    <a:pt x="2823365" y="932310"/>
                  </a:lnTo>
                  <a:lnTo>
                    <a:pt x="2841418" y="985681"/>
                  </a:lnTo>
                  <a:lnTo>
                    <a:pt x="2859371" y="1039866"/>
                  </a:lnTo>
                  <a:lnTo>
                    <a:pt x="2877222" y="1094829"/>
                  </a:lnTo>
                  <a:lnTo>
                    <a:pt x="2894967" y="1150533"/>
                  </a:lnTo>
                  <a:lnTo>
                    <a:pt x="2912605" y="1206943"/>
                  </a:lnTo>
                  <a:lnTo>
                    <a:pt x="2930132" y="1264021"/>
                  </a:lnTo>
                  <a:lnTo>
                    <a:pt x="2947546" y="1321732"/>
                  </a:lnTo>
                  <a:lnTo>
                    <a:pt x="2964844" y="1380039"/>
                  </a:lnTo>
                  <a:lnTo>
                    <a:pt x="2982024" y="1438906"/>
                  </a:lnTo>
                  <a:lnTo>
                    <a:pt x="2999084" y="1498297"/>
                  </a:lnTo>
                  <a:lnTo>
                    <a:pt x="3016019" y="1558176"/>
                  </a:lnTo>
                  <a:lnTo>
                    <a:pt x="3032829" y="1618505"/>
                  </a:lnTo>
                  <a:lnTo>
                    <a:pt x="3049509" y="1679250"/>
                  </a:lnTo>
                  <a:lnTo>
                    <a:pt x="3066058" y="1740374"/>
                  </a:lnTo>
                  <a:lnTo>
                    <a:pt x="3082473" y="1801840"/>
                  </a:lnTo>
                  <a:lnTo>
                    <a:pt x="3098752" y="1863613"/>
                  </a:lnTo>
                  <a:lnTo>
                    <a:pt x="3114891" y="1925655"/>
                  </a:lnTo>
                  <a:lnTo>
                    <a:pt x="3130888" y="1987932"/>
                  </a:lnTo>
                  <a:lnTo>
                    <a:pt x="3162445" y="2113040"/>
                  </a:lnTo>
                  <a:lnTo>
                    <a:pt x="3178001" y="2175800"/>
                  </a:lnTo>
                  <a:lnTo>
                    <a:pt x="3193404" y="2238649"/>
                  </a:lnTo>
                  <a:lnTo>
                    <a:pt x="3208652" y="2301550"/>
                  </a:lnTo>
                  <a:lnTo>
                    <a:pt x="3223742" y="2364467"/>
                  </a:lnTo>
                  <a:lnTo>
                    <a:pt x="3238671" y="2427364"/>
                  </a:lnTo>
                  <a:lnTo>
                    <a:pt x="3253438" y="2490204"/>
                  </a:lnTo>
                  <a:lnTo>
                    <a:pt x="3268039" y="2552953"/>
                  </a:lnTo>
                  <a:lnTo>
                    <a:pt x="3282472" y="2615572"/>
                  </a:lnTo>
                  <a:lnTo>
                    <a:pt x="3296734" y="2678026"/>
                  </a:lnTo>
                  <a:lnTo>
                    <a:pt x="3310822" y="2740278"/>
                  </a:lnTo>
                  <a:lnTo>
                    <a:pt x="3324735" y="2802293"/>
                  </a:lnTo>
                  <a:lnTo>
                    <a:pt x="3338468" y="2864034"/>
                  </a:lnTo>
                  <a:lnTo>
                    <a:pt x="3352020" y="2925465"/>
                  </a:lnTo>
                  <a:lnTo>
                    <a:pt x="3365389" y="2986550"/>
                  </a:lnTo>
                  <a:lnTo>
                    <a:pt x="3378570" y="3047251"/>
                  </a:lnTo>
                  <a:lnTo>
                    <a:pt x="3391562" y="3107534"/>
                  </a:lnTo>
                  <a:lnTo>
                    <a:pt x="3404363" y="3167362"/>
                  </a:lnTo>
                  <a:lnTo>
                    <a:pt x="3416969" y="3226698"/>
                  </a:lnTo>
                  <a:lnTo>
                    <a:pt x="3429377" y="3285506"/>
                  </a:lnTo>
                  <a:lnTo>
                    <a:pt x="3441586" y="3343750"/>
                  </a:lnTo>
                  <a:lnTo>
                    <a:pt x="3453593" y="3401394"/>
                  </a:lnTo>
                  <a:lnTo>
                    <a:pt x="3465394" y="3458402"/>
                  </a:lnTo>
                  <a:lnTo>
                    <a:pt x="3476988" y="3514736"/>
                  </a:lnTo>
                  <a:lnTo>
                    <a:pt x="3488371" y="3570362"/>
                  </a:lnTo>
                  <a:lnTo>
                    <a:pt x="3499542" y="3625242"/>
                  </a:lnTo>
                  <a:lnTo>
                    <a:pt x="3510497" y="3679341"/>
                  </a:lnTo>
                  <a:lnTo>
                    <a:pt x="3521234" y="3732621"/>
                  </a:lnTo>
                  <a:lnTo>
                    <a:pt x="3531750" y="3785048"/>
                  </a:lnTo>
                  <a:lnTo>
                    <a:pt x="3542042" y="3836585"/>
                  </a:lnTo>
                  <a:lnTo>
                    <a:pt x="3552109" y="3887194"/>
                  </a:lnTo>
                  <a:lnTo>
                    <a:pt x="3561946" y="3936841"/>
                  </a:lnTo>
                  <a:lnTo>
                    <a:pt x="3571553" y="3985489"/>
                  </a:lnTo>
                  <a:lnTo>
                    <a:pt x="3580925" y="4033101"/>
                  </a:lnTo>
                  <a:lnTo>
                    <a:pt x="3590061" y="4079641"/>
                  </a:lnTo>
                  <a:lnTo>
                    <a:pt x="3607613" y="4169363"/>
                  </a:lnTo>
                  <a:lnTo>
                    <a:pt x="3629788" y="4283126"/>
                  </a:lnTo>
                  <a:close/>
                </a:path>
              </a:pathLst>
            </a:custGeom>
            <a:solidFill>
              <a:srgbClr val="2D8B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57844" y="5973592"/>
              <a:ext cx="1703070" cy="4313555"/>
            </a:xfrm>
            <a:custGeom>
              <a:avLst/>
              <a:gdLst/>
              <a:ahLst/>
              <a:cxnLst/>
              <a:rect l="l" t="t" r="r" b="b"/>
              <a:pathLst>
                <a:path w="1703070" h="4313555">
                  <a:moveTo>
                    <a:pt x="1702737" y="4313406"/>
                  </a:moveTo>
                  <a:lnTo>
                    <a:pt x="1641159" y="4313406"/>
                  </a:lnTo>
                  <a:lnTo>
                    <a:pt x="1520026" y="3700885"/>
                  </a:lnTo>
                  <a:lnTo>
                    <a:pt x="1446328" y="3343110"/>
                  </a:lnTo>
                  <a:lnTo>
                    <a:pt x="1376573" y="3017096"/>
                  </a:lnTo>
                  <a:lnTo>
                    <a:pt x="1314146" y="2736361"/>
                  </a:lnTo>
                  <a:lnTo>
                    <a:pt x="1261576" y="2508344"/>
                  </a:lnTo>
                  <a:lnTo>
                    <a:pt x="1206815" y="2279208"/>
                  </a:lnTo>
                  <a:lnTo>
                    <a:pt x="1164386" y="2107691"/>
                  </a:lnTo>
                  <a:lnTo>
                    <a:pt x="1120855" y="1937295"/>
                  </a:lnTo>
                  <a:lnTo>
                    <a:pt x="1076278" y="1768770"/>
                  </a:lnTo>
                  <a:lnTo>
                    <a:pt x="1030712" y="1602866"/>
                  </a:lnTo>
                  <a:lnTo>
                    <a:pt x="999813" y="1494091"/>
                  </a:lnTo>
                  <a:lnTo>
                    <a:pt x="968515" y="1387037"/>
                  </a:lnTo>
                  <a:lnTo>
                    <a:pt x="936835" y="1281926"/>
                  </a:lnTo>
                  <a:lnTo>
                    <a:pt x="904791" y="1178981"/>
                  </a:lnTo>
                  <a:lnTo>
                    <a:pt x="872397" y="1078423"/>
                  </a:lnTo>
                  <a:lnTo>
                    <a:pt x="839673" y="980476"/>
                  </a:lnTo>
                  <a:lnTo>
                    <a:pt x="806632" y="885362"/>
                  </a:lnTo>
                  <a:lnTo>
                    <a:pt x="773294" y="793302"/>
                  </a:lnTo>
                  <a:lnTo>
                    <a:pt x="739673" y="704520"/>
                  </a:lnTo>
                  <a:lnTo>
                    <a:pt x="705787" y="619237"/>
                  </a:lnTo>
                  <a:lnTo>
                    <a:pt x="688750" y="577978"/>
                  </a:lnTo>
                  <a:lnTo>
                    <a:pt x="671652" y="537677"/>
                  </a:lnTo>
                  <a:lnTo>
                    <a:pt x="654497" y="498362"/>
                  </a:lnTo>
                  <a:lnTo>
                    <a:pt x="637285" y="460060"/>
                  </a:lnTo>
                  <a:lnTo>
                    <a:pt x="620020" y="422801"/>
                  </a:lnTo>
                  <a:lnTo>
                    <a:pt x="602703" y="386611"/>
                  </a:lnTo>
                  <a:lnTo>
                    <a:pt x="585336" y="351518"/>
                  </a:lnTo>
                  <a:lnTo>
                    <a:pt x="567922" y="317550"/>
                  </a:lnTo>
                  <a:lnTo>
                    <a:pt x="532958" y="253101"/>
                  </a:lnTo>
                  <a:lnTo>
                    <a:pt x="497829" y="193485"/>
                  </a:lnTo>
                  <a:lnTo>
                    <a:pt x="462551" y="138925"/>
                  </a:lnTo>
                  <a:lnTo>
                    <a:pt x="412428" y="101934"/>
                  </a:lnTo>
                  <a:lnTo>
                    <a:pt x="336479" y="78849"/>
                  </a:lnTo>
                  <a:lnTo>
                    <a:pt x="281463" y="69880"/>
                  </a:lnTo>
                  <a:lnTo>
                    <a:pt x="213186" y="63560"/>
                  </a:lnTo>
                  <a:lnTo>
                    <a:pt x="130220" y="60590"/>
                  </a:lnTo>
                  <a:lnTo>
                    <a:pt x="31139" y="61669"/>
                  </a:lnTo>
                  <a:lnTo>
                    <a:pt x="19312" y="59660"/>
                  </a:lnTo>
                  <a:lnTo>
                    <a:pt x="9511" y="53486"/>
                  </a:lnTo>
                  <a:lnTo>
                    <a:pt x="2739" y="44086"/>
                  </a:lnTo>
                  <a:lnTo>
                    <a:pt x="0" y="32397"/>
                  </a:lnTo>
                  <a:lnTo>
                    <a:pt x="2000" y="20572"/>
                  </a:lnTo>
                  <a:lnTo>
                    <a:pt x="8160" y="10775"/>
                  </a:lnTo>
                  <a:lnTo>
                    <a:pt x="17558" y="4004"/>
                  </a:lnTo>
                  <a:lnTo>
                    <a:pt x="29271" y="1258"/>
                  </a:lnTo>
                  <a:lnTo>
                    <a:pt x="107468" y="0"/>
                  </a:lnTo>
                  <a:lnTo>
                    <a:pt x="178882" y="1293"/>
                  </a:lnTo>
                  <a:lnTo>
                    <a:pt x="243567" y="5151"/>
                  </a:lnTo>
                  <a:lnTo>
                    <a:pt x="301579" y="11584"/>
                  </a:lnTo>
                  <a:lnTo>
                    <a:pt x="352972" y="20605"/>
                  </a:lnTo>
                  <a:lnTo>
                    <a:pt x="397799" y="32225"/>
                  </a:lnTo>
                  <a:lnTo>
                    <a:pt x="436115" y="46455"/>
                  </a:lnTo>
                  <a:lnTo>
                    <a:pt x="493431" y="82794"/>
                  </a:lnTo>
                  <a:lnTo>
                    <a:pt x="530232" y="131599"/>
                  </a:lnTo>
                  <a:lnTo>
                    <a:pt x="565497" y="188703"/>
                  </a:lnTo>
                  <a:lnTo>
                    <a:pt x="600594" y="250638"/>
                  </a:lnTo>
                  <a:lnTo>
                    <a:pt x="635505" y="317189"/>
                  </a:lnTo>
                  <a:lnTo>
                    <a:pt x="652886" y="352128"/>
                  </a:lnTo>
                  <a:lnTo>
                    <a:pt x="670215" y="388141"/>
                  </a:lnTo>
                  <a:lnTo>
                    <a:pt x="687490" y="425200"/>
                  </a:lnTo>
                  <a:lnTo>
                    <a:pt x="704709" y="463279"/>
                  </a:lnTo>
                  <a:lnTo>
                    <a:pt x="721869" y="502351"/>
                  </a:lnTo>
                  <a:lnTo>
                    <a:pt x="738970" y="542388"/>
                  </a:lnTo>
                  <a:lnTo>
                    <a:pt x="756008" y="583364"/>
                  </a:lnTo>
                  <a:lnTo>
                    <a:pt x="789891" y="668026"/>
                  </a:lnTo>
                  <a:lnTo>
                    <a:pt x="823502" y="756122"/>
                  </a:lnTo>
                  <a:lnTo>
                    <a:pt x="856825" y="847435"/>
                  </a:lnTo>
                  <a:lnTo>
                    <a:pt x="889845" y="941751"/>
                  </a:lnTo>
                  <a:lnTo>
                    <a:pt x="922546" y="1038856"/>
                  </a:lnTo>
                  <a:lnTo>
                    <a:pt x="954912" y="1138533"/>
                  </a:lnTo>
                  <a:lnTo>
                    <a:pt x="986928" y="1240568"/>
                  </a:lnTo>
                  <a:lnTo>
                    <a:pt x="1018577" y="1344746"/>
                  </a:lnTo>
                  <a:lnTo>
                    <a:pt x="1049844" y="1450852"/>
                  </a:lnTo>
                  <a:lnTo>
                    <a:pt x="1080713" y="1558671"/>
                  </a:lnTo>
                  <a:lnTo>
                    <a:pt x="1126236" y="1723140"/>
                  </a:lnTo>
                  <a:lnTo>
                    <a:pt x="1170776" y="1890252"/>
                  </a:lnTo>
                  <a:lnTo>
                    <a:pt x="1214278" y="2059283"/>
                  </a:lnTo>
                  <a:lnTo>
                    <a:pt x="1256691" y="2229506"/>
                  </a:lnTo>
                  <a:lnTo>
                    <a:pt x="1311453" y="2457070"/>
                  </a:lnTo>
                  <a:lnTo>
                    <a:pt x="1364056" y="2683742"/>
                  </a:lnTo>
                  <a:lnTo>
                    <a:pt x="1426584" y="2963208"/>
                  </a:lnTo>
                  <a:lnTo>
                    <a:pt x="1496558" y="3288449"/>
                  </a:lnTo>
                  <a:lnTo>
                    <a:pt x="1590286" y="3743516"/>
                  </a:lnTo>
                  <a:lnTo>
                    <a:pt x="1702737" y="4313406"/>
                  </a:lnTo>
                  <a:close/>
                </a:path>
              </a:pathLst>
            </a:custGeom>
            <a:solidFill>
              <a:srgbClr val="4042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6319102"/>
              <a:ext cx="3241040" cy="3968115"/>
            </a:xfrm>
            <a:custGeom>
              <a:avLst/>
              <a:gdLst/>
              <a:ahLst/>
              <a:cxnLst/>
              <a:rect l="l" t="t" r="r" b="b"/>
              <a:pathLst>
                <a:path w="3241040" h="3968115">
                  <a:moveTo>
                    <a:pt x="3240828" y="3967896"/>
                  </a:moveTo>
                  <a:lnTo>
                    <a:pt x="0" y="3967896"/>
                  </a:lnTo>
                  <a:lnTo>
                    <a:pt x="0" y="318795"/>
                  </a:lnTo>
                  <a:lnTo>
                    <a:pt x="175045" y="271646"/>
                  </a:lnTo>
                  <a:lnTo>
                    <a:pt x="232924" y="256774"/>
                  </a:lnTo>
                  <a:lnTo>
                    <a:pt x="288629" y="242775"/>
                  </a:lnTo>
                  <a:lnTo>
                    <a:pt x="476369" y="197684"/>
                  </a:lnTo>
                  <a:lnTo>
                    <a:pt x="537454" y="183727"/>
                  </a:lnTo>
                  <a:lnTo>
                    <a:pt x="537902" y="183614"/>
                  </a:lnTo>
                  <a:lnTo>
                    <a:pt x="730079" y="141991"/>
                  </a:lnTo>
                  <a:lnTo>
                    <a:pt x="919467" y="104530"/>
                  </a:lnTo>
                  <a:lnTo>
                    <a:pt x="1043827" y="82031"/>
                  </a:lnTo>
                  <a:lnTo>
                    <a:pt x="1165750" y="61775"/>
                  </a:lnTo>
                  <a:lnTo>
                    <a:pt x="1284452" y="43989"/>
                  </a:lnTo>
                  <a:lnTo>
                    <a:pt x="1399146" y="28898"/>
                  </a:lnTo>
                  <a:lnTo>
                    <a:pt x="1454744" y="22433"/>
                  </a:lnTo>
                  <a:lnTo>
                    <a:pt x="1509046" y="16727"/>
                  </a:lnTo>
                  <a:lnTo>
                    <a:pt x="1561953" y="11808"/>
                  </a:lnTo>
                  <a:lnTo>
                    <a:pt x="1613367" y="7704"/>
                  </a:lnTo>
                  <a:lnTo>
                    <a:pt x="1663190" y="4442"/>
                  </a:lnTo>
                  <a:lnTo>
                    <a:pt x="1711324" y="2053"/>
                  </a:lnTo>
                  <a:lnTo>
                    <a:pt x="1757670" y="562"/>
                  </a:lnTo>
                  <a:lnTo>
                    <a:pt x="1802130" y="0"/>
                  </a:lnTo>
                  <a:lnTo>
                    <a:pt x="1844606" y="393"/>
                  </a:lnTo>
                  <a:lnTo>
                    <a:pt x="1884999" y="1771"/>
                  </a:lnTo>
                  <a:lnTo>
                    <a:pt x="1923212" y="4161"/>
                  </a:lnTo>
                  <a:lnTo>
                    <a:pt x="1992704" y="12091"/>
                  </a:lnTo>
                  <a:lnTo>
                    <a:pt x="2052295" y="24410"/>
                  </a:lnTo>
                  <a:lnTo>
                    <a:pt x="2101199" y="41343"/>
                  </a:lnTo>
                  <a:lnTo>
                    <a:pt x="2138631" y="63116"/>
                  </a:lnTo>
                  <a:lnTo>
                    <a:pt x="2182371" y="119923"/>
                  </a:lnTo>
                  <a:lnTo>
                    <a:pt x="2219463" y="184940"/>
                  </a:lnTo>
                  <a:lnTo>
                    <a:pt x="2237980" y="219899"/>
                  </a:lnTo>
                  <a:lnTo>
                    <a:pt x="2256473" y="256433"/>
                  </a:lnTo>
                  <a:lnTo>
                    <a:pt x="2274938" y="294495"/>
                  </a:lnTo>
                  <a:lnTo>
                    <a:pt x="2293371" y="334040"/>
                  </a:lnTo>
                  <a:lnTo>
                    <a:pt x="2311767" y="375025"/>
                  </a:lnTo>
                  <a:lnTo>
                    <a:pt x="2330123" y="417402"/>
                  </a:lnTo>
                  <a:lnTo>
                    <a:pt x="2348435" y="461128"/>
                  </a:lnTo>
                  <a:lnTo>
                    <a:pt x="2366699" y="506157"/>
                  </a:lnTo>
                  <a:lnTo>
                    <a:pt x="2384911" y="552444"/>
                  </a:lnTo>
                  <a:lnTo>
                    <a:pt x="2403067" y="599944"/>
                  </a:lnTo>
                  <a:lnTo>
                    <a:pt x="2421163" y="648612"/>
                  </a:lnTo>
                  <a:lnTo>
                    <a:pt x="2439195" y="698403"/>
                  </a:lnTo>
                  <a:lnTo>
                    <a:pt x="2457159" y="749271"/>
                  </a:lnTo>
                  <a:lnTo>
                    <a:pt x="2475051" y="801171"/>
                  </a:lnTo>
                  <a:lnTo>
                    <a:pt x="2492867" y="854059"/>
                  </a:lnTo>
                  <a:lnTo>
                    <a:pt x="2510604" y="907889"/>
                  </a:lnTo>
                  <a:lnTo>
                    <a:pt x="2528256" y="962616"/>
                  </a:lnTo>
                  <a:lnTo>
                    <a:pt x="2545821" y="1018195"/>
                  </a:lnTo>
                  <a:lnTo>
                    <a:pt x="2563294" y="1074581"/>
                  </a:lnTo>
                  <a:lnTo>
                    <a:pt x="2580672" y="1131729"/>
                  </a:lnTo>
                  <a:lnTo>
                    <a:pt x="2597950" y="1189593"/>
                  </a:lnTo>
                  <a:lnTo>
                    <a:pt x="2615124" y="1248129"/>
                  </a:lnTo>
                  <a:lnTo>
                    <a:pt x="2632191" y="1307291"/>
                  </a:lnTo>
                  <a:lnTo>
                    <a:pt x="2649146" y="1367034"/>
                  </a:lnTo>
                  <a:lnTo>
                    <a:pt x="2665985" y="1427314"/>
                  </a:lnTo>
                  <a:lnTo>
                    <a:pt x="2682705" y="1488084"/>
                  </a:lnTo>
                  <a:lnTo>
                    <a:pt x="2699302" y="1549300"/>
                  </a:lnTo>
                  <a:lnTo>
                    <a:pt x="2715771" y="1610918"/>
                  </a:lnTo>
                  <a:lnTo>
                    <a:pt x="2732109" y="1672890"/>
                  </a:lnTo>
                  <a:lnTo>
                    <a:pt x="2748311" y="1735174"/>
                  </a:lnTo>
                  <a:lnTo>
                    <a:pt x="2764375" y="1797723"/>
                  </a:lnTo>
                  <a:lnTo>
                    <a:pt x="2796067" y="1923436"/>
                  </a:lnTo>
                  <a:lnTo>
                    <a:pt x="2811688" y="1986510"/>
                  </a:lnTo>
                  <a:lnTo>
                    <a:pt x="2827155" y="2049670"/>
                  </a:lnTo>
                  <a:lnTo>
                    <a:pt x="2842462" y="2112869"/>
                  </a:lnTo>
                  <a:lnTo>
                    <a:pt x="2857606" y="2176062"/>
                  </a:lnTo>
                  <a:lnTo>
                    <a:pt x="2872582" y="2239206"/>
                  </a:lnTo>
                  <a:lnTo>
                    <a:pt x="2887388" y="2302254"/>
                  </a:lnTo>
                  <a:lnTo>
                    <a:pt x="2902019" y="2365161"/>
                  </a:lnTo>
                  <a:lnTo>
                    <a:pt x="2916471" y="2427882"/>
                  </a:lnTo>
                  <a:lnTo>
                    <a:pt x="2930740" y="2490373"/>
                  </a:lnTo>
                  <a:lnTo>
                    <a:pt x="2944822" y="2552587"/>
                  </a:lnTo>
                  <a:lnTo>
                    <a:pt x="2958713" y="2614481"/>
                  </a:lnTo>
                  <a:lnTo>
                    <a:pt x="2972409" y="2676008"/>
                  </a:lnTo>
                  <a:lnTo>
                    <a:pt x="2985906" y="2737124"/>
                  </a:lnTo>
                  <a:lnTo>
                    <a:pt x="2999201" y="2797783"/>
                  </a:lnTo>
                  <a:lnTo>
                    <a:pt x="3012289" y="2857941"/>
                  </a:lnTo>
                  <a:lnTo>
                    <a:pt x="3025166" y="2917552"/>
                  </a:lnTo>
                  <a:lnTo>
                    <a:pt x="3037828" y="2976571"/>
                  </a:lnTo>
                  <a:lnTo>
                    <a:pt x="3050272" y="3034953"/>
                  </a:lnTo>
                  <a:lnTo>
                    <a:pt x="3062493" y="3092653"/>
                  </a:lnTo>
                  <a:lnTo>
                    <a:pt x="3074488" y="3149626"/>
                  </a:lnTo>
                  <a:lnTo>
                    <a:pt x="3086252" y="3205827"/>
                  </a:lnTo>
                  <a:lnTo>
                    <a:pt x="3097781" y="3261210"/>
                  </a:lnTo>
                  <a:lnTo>
                    <a:pt x="3109072" y="3315731"/>
                  </a:lnTo>
                  <a:lnTo>
                    <a:pt x="3120121" y="3369344"/>
                  </a:lnTo>
                  <a:lnTo>
                    <a:pt x="3130923" y="3422004"/>
                  </a:lnTo>
                  <a:lnTo>
                    <a:pt x="3141475" y="3473666"/>
                  </a:lnTo>
                  <a:lnTo>
                    <a:pt x="3151773" y="3524286"/>
                  </a:lnTo>
                  <a:lnTo>
                    <a:pt x="3161812" y="3573817"/>
                  </a:lnTo>
                  <a:lnTo>
                    <a:pt x="3171589" y="3622215"/>
                  </a:lnTo>
                  <a:lnTo>
                    <a:pt x="3181099" y="3669434"/>
                  </a:lnTo>
                  <a:lnTo>
                    <a:pt x="3199306" y="3760157"/>
                  </a:lnTo>
                  <a:lnTo>
                    <a:pt x="3240828" y="39678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7161123"/>
              <a:ext cx="2900045" cy="3126105"/>
            </a:xfrm>
            <a:custGeom>
              <a:avLst/>
              <a:gdLst/>
              <a:ahLst/>
              <a:cxnLst/>
              <a:rect l="l" t="t" r="r" b="b"/>
              <a:pathLst>
                <a:path w="2900045" h="3126104">
                  <a:moveTo>
                    <a:pt x="470382" y="845515"/>
                  </a:moveTo>
                  <a:lnTo>
                    <a:pt x="465086" y="798969"/>
                  </a:lnTo>
                  <a:lnTo>
                    <a:pt x="452843" y="744613"/>
                  </a:lnTo>
                  <a:lnTo>
                    <a:pt x="436130" y="687400"/>
                  </a:lnTo>
                  <a:lnTo>
                    <a:pt x="417423" y="632269"/>
                  </a:lnTo>
                  <a:lnTo>
                    <a:pt x="399173" y="584149"/>
                  </a:lnTo>
                  <a:lnTo>
                    <a:pt x="383857" y="547979"/>
                  </a:lnTo>
                  <a:lnTo>
                    <a:pt x="366788" y="541147"/>
                  </a:lnTo>
                  <a:lnTo>
                    <a:pt x="332066" y="545769"/>
                  </a:lnTo>
                  <a:lnTo>
                    <a:pt x="285546" y="558190"/>
                  </a:lnTo>
                  <a:lnTo>
                    <a:pt x="180568" y="591667"/>
                  </a:lnTo>
                  <a:lnTo>
                    <a:pt x="152768" y="599821"/>
                  </a:lnTo>
                  <a:lnTo>
                    <a:pt x="130098" y="527088"/>
                  </a:lnTo>
                  <a:lnTo>
                    <a:pt x="114058" y="472249"/>
                  </a:lnTo>
                  <a:lnTo>
                    <a:pt x="97409" y="417715"/>
                  </a:lnTo>
                  <a:lnTo>
                    <a:pt x="78701" y="364058"/>
                  </a:lnTo>
                  <a:lnTo>
                    <a:pt x="66459" y="338010"/>
                  </a:lnTo>
                  <a:lnTo>
                    <a:pt x="46736" y="321551"/>
                  </a:lnTo>
                  <a:lnTo>
                    <a:pt x="11315" y="318935"/>
                  </a:lnTo>
                  <a:lnTo>
                    <a:pt x="0" y="321881"/>
                  </a:lnTo>
                  <a:lnTo>
                    <a:pt x="0" y="638721"/>
                  </a:lnTo>
                  <a:lnTo>
                    <a:pt x="0" y="1015377"/>
                  </a:lnTo>
                  <a:lnTo>
                    <a:pt x="0" y="1311668"/>
                  </a:lnTo>
                  <a:lnTo>
                    <a:pt x="11798" y="1313624"/>
                  </a:lnTo>
                  <a:lnTo>
                    <a:pt x="58547" y="1309128"/>
                  </a:lnTo>
                  <a:lnTo>
                    <a:pt x="112941" y="1297076"/>
                  </a:lnTo>
                  <a:lnTo>
                    <a:pt x="170078" y="1280071"/>
                  </a:lnTo>
                  <a:lnTo>
                    <a:pt x="225069" y="1260754"/>
                  </a:lnTo>
                  <a:lnTo>
                    <a:pt x="272999" y="1241729"/>
                  </a:lnTo>
                  <a:lnTo>
                    <a:pt x="308965" y="1225626"/>
                  </a:lnTo>
                  <a:lnTo>
                    <a:pt x="315328" y="1206627"/>
                  </a:lnTo>
                  <a:lnTo>
                    <a:pt x="309575" y="1167384"/>
                  </a:lnTo>
                  <a:lnTo>
                    <a:pt x="295592" y="1114615"/>
                  </a:lnTo>
                  <a:lnTo>
                    <a:pt x="258546" y="995375"/>
                  </a:lnTo>
                  <a:lnTo>
                    <a:pt x="246773" y="954570"/>
                  </a:lnTo>
                  <a:lnTo>
                    <a:pt x="246913" y="954532"/>
                  </a:lnTo>
                  <a:lnTo>
                    <a:pt x="300304" y="939228"/>
                  </a:lnTo>
                  <a:lnTo>
                    <a:pt x="409600" y="906627"/>
                  </a:lnTo>
                  <a:lnTo>
                    <a:pt x="450329" y="895413"/>
                  </a:lnTo>
                  <a:lnTo>
                    <a:pt x="466293" y="879309"/>
                  </a:lnTo>
                  <a:lnTo>
                    <a:pt x="470382" y="845515"/>
                  </a:lnTo>
                  <a:close/>
                </a:path>
                <a:path w="2900045" h="3126104">
                  <a:moveTo>
                    <a:pt x="2215985" y="72390"/>
                  </a:moveTo>
                  <a:lnTo>
                    <a:pt x="2206980" y="43053"/>
                  </a:lnTo>
                  <a:lnTo>
                    <a:pt x="2185162" y="17322"/>
                  </a:lnTo>
                  <a:lnTo>
                    <a:pt x="2161438" y="0"/>
                  </a:lnTo>
                  <a:lnTo>
                    <a:pt x="2149246" y="533"/>
                  </a:lnTo>
                  <a:lnTo>
                    <a:pt x="2122055" y="5791"/>
                  </a:lnTo>
                  <a:lnTo>
                    <a:pt x="2082469" y="14947"/>
                  </a:lnTo>
                  <a:lnTo>
                    <a:pt x="2033130" y="27165"/>
                  </a:lnTo>
                  <a:lnTo>
                    <a:pt x="1732191" y="105803"/>
                  </a:lnTo>
                  <a:lnTo>
                    <a:pt x="1679575" y="119303"/>
                  </a:lnTo>
                  <a:lnTo>
                    <a:pt x="1203972" y="239191"/>
                  </a:lnTo>
                  <a:lnTo>
                    <a:pt x="779373" y="350151"/>
                  </a:lnTo>
                  <a:lnTo>
                    <a:pt x="686079" y="375335"/>
                  </a:lnTo>
                  <a:lnTo>
                    <a:pt x="639737" y="388874"/>
                  </a:lnTo>
                  <a:lnTo>
                    <a:pt x="590765" y="417804"/>
                  </a:lnTo>
                  <a:lnTo>
                    <a:pt x="606259" y="467207"/>
                  </a:lnTo>
                  <a:lnTo>
                    <a:pt x="617258" y="483209"/>
                  </a:lnTo>
                  <a:lnTo>
                    <a:pt x="640892" y="488010"/>
                  </a:lnTo>
                  <a:lnTo>
                    <a:pt x="685520" y="482485"/>
                  </a:lnTo>
                  <a:lnTo>
                    <a:pt x="759460" y="467461"/>
                  </a:lnTo>
                  <a:lnTo>
                    <a:pt x="855408" y="446455"/>
                  </a:lnTo>
                  <a:lnTo>
                    <a:pt x="951484" y="424434"/>
                  </a:lnTo>
                  <a:lnTo>
                    <a:pt x="1095768" y="389890"/>
                  </a:lnTo>
                  <a:lnTo>
                    <a:pt x="1755203" y="225082"/>
                  </a:lnTo>
                  <a:lnTo>
                    <a:pt x="2151938" y="122732"/>
                  </a:lnTo>
                  <a:lnTo>
                    <a:pt x="2201278" y="100545"/>
                  </a:lnTo>
                  <a:lnTo>
                    <a:pt x="2215985" y="72390"/>
                  </a:lnTo>
                  <a:close/>
                </a:path>
                <a:path w="2900045" h="3126104">
                  <a:moveTo>
                    <a:pt x="2314016" y="462445"/>
                  </a:moveTo>
                  <a:lnTo>
                    <a:pt x="2305012" y="433108"/>
                  </a:lnTo>
                  <a:lnTo>
                    <a:pt x="2283193" y="407377"/>
                  </a:lnTo>
                  <a:lnTo>
                    <a:pt x="2259457" y="390042"/>
                  </a:lnTo>
                  <a:lnTo>
                    <a:pt x="2247277" y="390575"/>
                  </a:lnTo>
                  <a:lnTo>
                    <a:pt x="2220074" y="395833"/>
                  </a:lnTo>
                  <a:lnTo>
                    <a:pt x="2180488" y="404990"/>
                  </a:lnTo>
                  <a:lnTo>
                    <a:pt x="2131149" y="417207"/>
                  </a:lnTo>
                  <a:lnTo>
                    <a:pt x="1830209" y="495846"/>
                  </a:lnTo>
                  <a:lnTo>
                    <a:pt x="1777593" y="509346"/>
                  </a:lnTo>
                  <a:lnTo>
                    <a:pt x="1301991" y="629246"/>
                  </a:lnTo>
                  <a:lnTo>
                    <a:pt x="877404" y="740206"/>
                  </a:lnTo>
                  <a:lnTo>
                    <a:pt x="784098" y="765378"/>
                  </a:lnTo>
                  <a:lnTo>
                    <a:pt x="737755" y="778916"/>
                  </a:lnTo>
                  <a:lnTo>
                    <a:pt x="688784" y="807847"/>
                  </a:lnTo>
                  <a:lnTo>
                    <a:pt x="704291" y="857262"/>
                  </a:lnTo>
                  <a:lnTo>
                    <a:pt x="715289" y="873264"/>
                  </a:lnTo>
                  <a:lnTo>
                    <a:pt x="738924" y="878078"/>
                  </a:lnTo>
                  <a:lnTo>
                    <a:pt x="783539" y="872540"/>
                  </a:lnTo>
                  <a:lnTo>
                    <a:pt x="857478" y="857504"/>
                  </a:lnTo>
                  <a:lnTo>
                    <a:pt x="953427" y="836498"/>
                  </a:lnTo>
                  <a:lnTo>
                    <a:pt x="1049502" y="814476"/>
                  </a:lnTo>
                  <a:lnTo>
                    <a:pt x="1193787" y="779945"/>
                  </a:lnTo>
                  <a:lnTo>
                    <a:pt x="1853222" y="615137"/>
                  </a:lnTo>
                  <a:lnTo>
                    <a:pt x="2249970" y="512787"/>
                  </a:lnTo>
                  <a:lnTo>
                    <a:pt x="2299297" y="490601"/>
                  </a:lnTo>
                  <a:lnTo>
                    <a:pt x="2314016" y="462445"/>
                  </a:lnTo>
                  <a:close/>
                </a:path>
                <a:path w="2900045" h="3126104">
                  <a:moveTo>
                    <a:pt x="2412047" y="852512"/>
                  </a:moveTo>
                  <a:lnTo>
                    <a:pt x="2403043" y="823175"/>
                  </a:lnTo>
                  <a:lnTo>
                    <a:pt x="2381224" y="797445"/>
                  </a:lnTo>
                  <a:lnTo>
                    <a:pt x="2357488" y="780122"/>
                  </a:lnTo>
                  <a:lnTo>
                    <a:pt x="2345309" y="780656"/>
                  </a:lnTo>
                  <a:lnTo>
                    <a:pt x="2318105" y="785901"/>
                  </a:lnTo>
                  <a:lnTo>
                    <a:pt x="2278519" y="795045"/>
                  </a:lnTo>
                  <a:lnTo>
                    <a:pt x="2229180" y="807262"/>
                  </a:lnTo>
                  <a:lnTo>
                    <a:pt x="1928241" y="885913"/>
                  </a:lnTo>
                  <a:lnTo>
                    <a:pt x="1875624" y="899414"/>
                  </a:lnTo>
                  <a:lnTo>
                    <a:pt x="1400022" y="1019302"/>
                  </a:lnTo>
                  <a:lnTo>
                    <a:pt x="975423" y="1130261"/>
                  </a:lnTo>
                  <a:lnTo>
                    <a:pt x="882129" y="1155446"/>
                  </a:lnTo>
                  <a:lnTo>
                    <a:pt x="835787" y="1168971"/>
                  </a:lnTo>
                  <a:lnTo>
                    <a:pt x="786815" y="1197902"/>
                  </a:lnTo>
                  <a:lnTo>
                    <a:pt x="802322" y="1247330"/>
                  </a:lnTo>
                  <a:lnTo>
                    <a:pt x="813308" y="1263332"/>
                  </a:lnTo>
                  <a:lnTo>
                    <a:pt x="836942" y="1268133"/>
                  </a:lnTo>
                  <a:lnTo>
                    <a:pt x="881570" y="1262595"/>
                  </a:lnTo>
                  <a:lnTo>
                    <a:pt x="955509" y="1247571"/>
                  </a:lnTo>
                  <a:lnTo>
                    <a:pt x="1051445" y="1226553"/>
                  </a:lnTo>
                  <a:lnTo>
                    <a:pt x="1147521" y="1204531"/>
                  </a:lnTo>
                  <a:lnTo>
                    <a:pt x="1291818" y="1170000"/>
                  </a:lnTo>
                  <a:lnTo>
                    <a:pt x="1951253" y="1005205"/>
                  </a:lnTo>
                  <a:lnTo>
                    <a:pt x="2347988" y="902855"/>
                  </a:lnTo>
                  <a:lnTo>
                    <a:pt x="2397328" y="880668"/>
                  </a:lnTo>
                  <a:lnTo>
                    <a:pt x="2412047" y="852512"/>
                  </a:lnTo>
                  <a:close/>
                </a:path>
                <a:path w="2900045" h="3126104">
                  <a:moveTo>
                    <a:pt x="2507843" y="1246695"/>
                  </a:moveTo>
                  <a:lnTo>
                    <a:pt x="2495727" y="1210462"/>
                  </a:lnTo>
                  <a:lnTo>
                    <a:pt x="2452535" y="1184109"/>
                  </a:lnTo>
                  <a:lnTo>
                    <a:pt x="2429929" y="1176566"/>
                  </a:lnTo>
                  <a:lnTo>
                    <a:pt x="2421267" y="1177137"/>
                  </a:lnTo>
                  <a:lnTo>
                    <a:pt x="2376005" y="1186319"/>
                  </a:lnTo>
                  <a:lnTo>
                    <a:pt x="2299639" y="1204442"/>
                  </a:lnTo>
                  <a:lnTo>
                    <a:pt x="2142960" y="1243787"/>
                  </a:lnTo>
                  <a:lnTo>
                    <a:pt x="1602740" y="1382687"/>
                  </a:lnTo>
                  <a:lnTo>
                    <a:pt x="686054" y="1613877"/>
                  </a:lnTo>
                  <a:lnTo>
                    <a:pt x="0" y="1790585"/>
                  </a:lnTo>
                  <a:lnTo>
                    <a:pt x="0" y="1902294"/>
                  </a:lnTo>
                  <a:lnTo>
                    <a:pt x="246888" y="1844573"/>
                  </a:lnTo>
                  <a:lnTo>
                    <a:pt x="638657" y="1749031"/>
                  </a:lnTo>
                  <a:lnTo>
                    <a:pt x="1792516" y="1459509"/>
                  </a:lnTo>
                  <a:lnTo>
                    <a:pt x="2393226" y="1306144"/>
                  </a:lnTo>
                  <a:lnTo>
                    <a:pt x="2454808" y="1286675"/>
                  </a:lnTo>
                  <a:lnTo>
                    <a:pt x="2491600" y="1266596"/>
                  </a:lnTo>
                  <a:lnTo>
                    <a:pt x="2507843" y="1246695"/>
                  </a:lnTo>
                  <a:close/>
                </a:path>
                <a:path w="2900045" h="3126104">
                  <a:moveTo>
                    <a:pt x="2605875" y="1636750"/>
                  </a:moveTo>
                  <a:lnTo>
                    <a:pt x="2593759" y="1600517"/>
                  </a:lnTo>
                  <a:lnTo>
                    <a:pt x="2550566" y="1574177"/>
                  </a:lnTo>
                  <a:lnTo>
                    <a:pt x="2527960" y="1566633"/>
                  </a:lnTo>
                  <a:lnTo>
                    <a:pt x="2519299" y="1567205"/>
                  </a:lnTo>
                  <a:lnTo>
                    <a:pt x="2474023" y="1576387"/>
                  </a:lnTo>
                  <a:lnTo>
                    <a:pt x="2397658" y="1594510"/>
                  </a:lnTo>
                  <a:lnTo>
                    <a:pt x="2240991" y="1633842"/>
                  </a:lnTo>
                  <a:lnTo>
                    <a:pt x="1700758" y="1772729"/>
                  </a:lnTo>
                  <a:lnTo>
                    <a:pt x="784085" y="2003920"/>
                  </a:lnTo>
                  <a:lnTo>
                    <a:pt x="92303" y="2182126"/>
                  </a:lnTo>
                  <a:lnTo>
                    <a:pt x="0" y="2206421"/>
                  </a:lnTo>
                  <a:lnTo>
                    <a:pt x="0" y="2314359"/>
                  </a:lnTo>
                  <a:lnTo>
                    <a:pt x="149707" y="2280488"/>
                  </a:lnTo>
                  <a:lnTo>
                    <a:pt x="442722" y="2211159"/>
                  </a:lnTo>
                  <a:lnTo>
                    <a:pt x="1839074" y="1862670"/>
                  </a:lnTo>
                  <a:lnTo>
                    <a:pt x="2491244" y="1696212"/>
                  </a:lnTo>
                  <a:lnTo>
                    <a:pt x="2552839" y="1676730"/>
                  </a:lnTo>
                  <a:lnTo>
                    <a:pt x="2589631" y="1656651"/>
                  </a:lnTo>
                  <a:lnTo>
                    <a:pt x="2605875" y="1636750"/>
                  </a:lnTo>
                  <a:close/>
                </a:path>
                <a:path w="2900045" h="3126104">
                  <a:moveTo>
                    <a:pt x="2703893" y="2026818"/>
                  </a:moveTo>
                  <a:lnTo>
                    <a:pt x="2691790" y="1990585"/>
                  </a:lnTo>
                  <a:lnTo>
                    <a:pt x="2648597" y="1964232"/>
                  </a:lnTo>
                  <a:lnTo>
                    <a:pt x="2625979" y="1956689"/>
                  </a:lnTo>
                  <a:lnTo>
                    <a:pt x="2617317" y="1957260"/>
                  </a:lnTo>
                  <a:lnTo>
                    <a:pt x="2572054" y="1966429"/>
                  </a:lnTo>
                  <a:lnTo>
                    <a:pt x="2495689" y="1984565"/>
                  </a:lnTo>
                  <a:lnTo>
                    <a:pt x="2339009" y="2023897"/>
                  </a:lnTo>
                  <a:lnTo>
                    <a:pt x="1798777" y="2162772"/>
                  </a:lnTo>
                  <a:lnTo>
                    <a:pt x="882103" y="2393962"/>
                  </a:lnTo>
                  <a:lnTo>
                    <a:pt x="190334" y="2572169"/>
                  </a:lnTo>
                  <a:lnTo>
                    <a:pt x="91744" y="2598128"/>
                  </a:lnTo>
                  <a:lnTo>
                    <a:pt x="26276" y="2615920"/>
                  </a:lnTo>
                  <a:lnTo>
                    <a:pt x="0" y="2624061"/>
                  </a:lnTo>
                  <a:lnTo>
                    <a:pt x="0" y="2722791"/>
                  </a:lnTo>
                  <a:lnTo>
                    <a:pt x="42481" y="2716009"/>
                  </a:lnTo>
                  <a:lnTo>
                    <a:pt x="108458" y="2702217"/>
                  </a:lnTo>
                  <a:lnTo>
                    <a:pt x="345262" y="2647797"/>
                  </a:lnTo>
                  <a:lnTo>
                    <a:pt x="687641" y="2565450"/>
                  </a:lnTo>
                  <a:lnTo>
                    <a:pt x="1988566" y="2239632"/>
                  </a:lnTo>
                  <a:lnTo>
                    <a:pt x="2589276" y="2086267"/>
                  </a:lnTo>
                  <a:lnTo>
                    <a:pt x="2650871" y="2066798"/>
                  </a:lnTo>
                  <a:lnTo>
                    <a:pt x="2687650" y="2046719"/>
                  </a:lnTo>
                  <a:lnTo>
                    <a:pt x="2703893" y="2026818"/>
                  </a:lnTo>
                  <a:close/>
                </a:path>
                <a:path w="2900045" h="3126104">
                  <a:moveTo>
                    <a:pt x="2801912" y="2416835"/>
                  </a:moveTo>
                  <a:lnTo>
                    <a:pt x="2789809" y="2380602"/>
                  </a:lnTo>
                  <a:lnTo>
                    <a:pt x="2746603" y="2354262"/>
                  </a:lnTo>
                  <a:lnTo>
                    <a:pt x="2723997" y="2346718"/>
                  </a:lnTo>
                  <a:lnTo>
                    <a:pt x="2715336" y="2347290"/>
                  </a:lnTo>
                  <a:lnTo>
                    <a:pt x="2670073" y="2356472"/>
                  </a:lnTo>
                  <a:lnTo>
                    <a:pt x="2593708" y="2374608"/>
                  </a:lnTo>
                  <a:lnTo>
                    <a:pt x="2437041" y="2413952"/>
                  </a:lnTo>
                  <a:lnTo>
                    <a:pt x="1896808" y="2552839"/>
                  </a:lnTo>
                  <a:lnTo>
                    <a:pt x="980135" y="2784030"/>
                  </a:lnTo>
                  <a:lnTo>
                    <a:pt x="288353" y="2962224"/>
                  </a:lnTo>
                  <a:lnTo>
                    <a:pt x="189776" y="2988183"/>
                  </a:lnTo>
                  <a:lnTo>
                    <a:pt x="124294" y="3005988"/>
                  </a:lnTo>
                  <a:lnTo>
                    <a:pt x="72097" y="3022142"/>
                  </a:lnTo>
                  <a:lnTo>
                    <a:pt x="36576" y="3037370"/>
                  </a:lnTo>
                  <a:lnTo>
                    <a:pt x="21196" y="3052394"/>
                  </a:lnTo>
                  <a:lnTo>
                    <a:pt x="29387" y="3067901"/>
                  </a:lnTo>
                  <a:lnTo>
                    <a:pt x="40576" y="3097492"/>
                  </a:lnTo>
                  <a:lnTo>
                    <a:pt x="49149" y="3108883"/>
                  </a:lnTo>
                  <a:lnTo>
                    <a:pt x="65938" y="3114205"/>
                  </a:lnTo>
                  <a:lnTo>
                    <a:pt x="95021" y="3113316"/>
                  </a:lnTo>
                  <a:lnTo>
                    <a:pt x="140512" y="3106051"/>
                  </a:lnTo>
                  <a:lnTo>
                    <a:pt x="206476" y="3092259"/>
                  </a:lnTo>
                  <a:lnTo>
                    <a:pt x="443280" y="3037840"/>
                  </a:lnTo>
                  <a:lnTo>
                    <a:pt x="785660" y="2955493"/>
                  </a:lnTo>
                  <a:lnTo>
                    <a:pt x="2086584" y="2629662"/>
                  </a:lnTo>
                  <a:lnTo>
                    <a:pt x="2687294" y="2476296"/>
                  </a:lnTo>
                  <a:lnTo>
                    <a:pt x="2748877" y="2456815"/>
                  </a:lnTo>
                  <a:lnTo>
                    <a:pt x="2785668" y="2436736"/>
                  </a:lnTo>
                  <a:lnTo>
                    <a:pt x="2801912" y="2416835"/>
                  </a:lnTo>
                  <a:close/>
                </a:path>
                <a:path w="2900045" h="3126104">
                  <a:moveTo>
                    <a:pt x="2899943" y="2806916"/>
                  </a:moveTo>
                  <a:lnTo>
                    <a:pt x="2887840" y="2770682"/>
                  </a:lnTo>
                  <a:lnTo>
                    <a:pt x="2844635" y="2744343"/>
                  </a:lnTo>
                  <a:lnTo>
                    <a:pt x="2822029" y="2736799"/>
                  </a:lnTo>
                  <a:lnTo>
                    <a:pt x="2813367" y="2737370"/>
                  </a:lnTo>
                  <a:lnTo>
                    <a:pt x="2768104" y="2746540"/>
                  </a:lnTo>
                  <a:lnTo>
                    <a:pt x="2691739" y="2764663"/>
                  </a:lnTo>
                  <a:lnTo>
                    <a:pt x="2535059" y="2803995"/>
                  </a:lnTo>
                  <a:lnTo>
                    <a:pt x="1994827" y="2942894"/>
                  </a:lnTo>
                  <a:lnTo>
                    <a:pt x="1267167" y="3125876"/>
                  </a:lnTo>
                  <a:lnTo>
                    <a:pt x="1761185" y="3125876"/>
                  </a:lnTo>
                  <a:lnTo>
                    <a:pt x="2184616" y="3019742"/>
                  </a:lnTo>
                  <a:lnTo>
                    <a:pt x="2785326" y="2866377"/>
                  </a:lnTo>
                  <a:lnTo>
                    <a:pt x="2846921" y="2846895"/>
                  </a:lnTo>
                  <a:lnTo>
                    <a:pt x="2883700" y="2826829"/>
                  </a:lnTo>
                  <a:lnTo>
                    <a:pt x="2899943" y="2806916"/>
                  </a:lnTo>
                  <a:close/>
                </a:path>
              </a:pathLst>
            </a:custGeom>
            <a:solidFill>
              <a:srgbClr val="2D8B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5438977"/>
              <a:ext cx="1885950" cy="1398270"/>
            </a:xfrm>
            <a:custGeom>
              <a:avLst/>
              <a:gdLst/>
              <a:ahLst/>
              <a:cxnLst/>
              <a:rect l="l" t="t" r="r" b="b"/>
              <a:pathLst>
                <a:path w="1885950" h="1398270">
                  <a:moveTo>
                    <a:pt x="1885518" y="711962"/>
                  </a:moveTo>
                  <a:lnTo>
                    <a:pt x="1884070" y="663194"/>
                  </a:lnTo>
                  <a:lnTo>
                    <a:pt x="1879269" y="614870"/>
                  </a:lnTo>
                  <a:lnTo>
                    <a:pt x="1871421" y="568045"/>
                  </a:lnTo>
                  <a:lnTo>
                    <a:pt x="1860829" y="523786"/>
                  </a:lnTo>
                  <a:lnTo>
                    <a:pt x="1847811" y="483146"/>
                  </a:lnTo>
                  <a:lnTo>
                    <a:pt x="1832673" y="447179"/>
                  </a:lnTo>
                  <a:lnTo>
                    <a:pt x="1797253" y="393484"/>
                  </a:lnTo>
                  <a:lnTo>
                    <a:pt x="1757057" y="371170"/>
                  </a:lnTo>
                  <a:lnTo>
                    <a:pt x="1703260" y="368617"/>
                  </a:lnTo>
                  <a:lnTo>
                    <a:pt x="1671840" y="368617"/>
                  </a:lnTo>
                  <a:lnTo>
                    <a:pt x="1600581" y="371068"/>
                  </a:lnTo>
                  <a:lnTo>
                    <a:pt x="1561007" y="373468"/>
                  </a:lnTo>
                  <a:lnTo>
                    <a:pt x="1518983" y="376618"/>
                  </a:lnTo>
                  <a:lnTo>
                    <a:pt x="1474622" y="380492"/>
                  </a:lnTo>
                  <a:lnTo>
                    <a:pt x="1428051" y="385076"/>
                  </a:lnTo>
                  <a:lnTo>
                    <a:pt x="1379423" y="390321"/>
                  </a:lnTo>
                  <a:lnTo>
                    <a:pt x="1328839" y="396227"/>
                  </a:lnTo>
                  <a:lnTo>
                    <a:pt x="1222362" y="409905"/>
                  </a:lnTo>
                  <a:lnTo>
                    <a:pt x="1109649" y="425881"/>
                  </a:lnTo>
                  <a:lnTo>
                    <a:pt x="991755" y="443979"/>
                  </a:lnTo>
                  <a:lnTo>
                    <a:pt x="960374" y="449135"/>
                  </a:lnTo>
                  <a:lnTo>
                    <a:pt x="959777" y="442442"/>
                  </a:lnTo>
                  <a:lnTo>
                    <a:pt x="952373" y="399224"/>
                  </a:lnTo>
                  <a:lnTo>
                    <a:pt x="941387" y="356222"/>
                  </a:lnTo>
                  <a:lnTo>
                    <a:pt x="926731" y="313601"/>
                  </a:lnTo>
                  <a:lnTo>
                    <a:pt x="908316" y="271551"/>
                  </a:lnTo>
                  <a:lnTo>
                    <a:pt x="886320" y="233667"/>
                  </a:lnTo>
                  <a:lnTo>
                    <a:pt x="858901" y="198361"/>
                  </a:lnTo>
                  <a:lnTo>
                    <a:pt x="826643" y="165709"/>
                  </a:lnTo>
                  <a:lnTo>
                    <a:pt x="790130" y="135775"/>
                  </a:lnTo>
                  <a:lnTo>
                    <a:pt x="749973" y="108635"/>
                  </a:lnTo>
                  <a:lnTo>
                    <a:pt x="706742" y="84340"/>
                  </a:lnTo>
                  <a:lnTo>
                    <a:pt x="661035" y="62979"/>
                  </a:lnTo>
                  <a:lnTo>
                    <a:pt x="613448" y="44602"/>
                  </a:lnTo>
                  <a:lnTo>
                    <a:pt x="564565" y="29286"/>
                  </a:lnTo>
                  <a:lnTo>
                    <a:pt x="514985" y="17106"/>
                  </a:lnTo>
                  <a:lnTo>
                    <a:pt x="465289" y="8115"/>
                  </a:lnTo>
                  <a:lnTo>
                    <a:pt x="416064" y="2387"/>
                  </a:lnTo>
                  <a:lnTo>
                    <a:pt x="367919" y="0"/>
                  </a:lnTo>
                  <a:lnTo>
                    <a:pt x="317728" y="1536"/>
                  </a:lnTo>
                  <a:lnTo>
                    <a:pt x="267614" y="7620"/>
                  </a:lnTo>
                  <a:lnTo>
                    <a:pt x="218097" y="18211"/>
                  </a:lnTo>
                  <a:lnTo>
                    <a:pt x="169684" y="33248"/>
                  </a:lnTo>
                  <a:lnTo>
                    <a:pt x="122923" y="52705"/>
                  </a:lnTo>
                  <a:lnTo>
                    <a:pt x="78320" y="76542"/>
                  </a:lnTo>
                  <a:lnTo>
                    <a:pt x="36410" y="104711"/>
                  </a:lnTo>
                  <a:lnTo>
                    <a:pt x="0" y="135267"/>
                  </a:lnTo>
                  <a:lnTo>
                    <a:pt x="0" y="638187"/>
                  </a:lnTo>
                  <a:lnTo>
                    <a:pt x="0" y="898994"/>
                  </a:lnTo>
                  <a:lnTo>
                    <a:pt x="0" y="1397673"/>
                  </a:lnTo>
                  <a:lnTo>
                    <a:pt x="1358379" y="1083056"/>
                  </a:lnTo>
                  <a:lnTo>
                    <a:pt x="1673491" y="1007656"/>
                  </a:lnTo>
                  <a:lnTo>
                    <a:pt x="1739099" y="991387"/>
                  </a:lnTo>
                  <a:lnTo>
                    <a:pt x="1775650" y="977087"/>
                  </a:lnTo>
                  <a:lnTo>
                    <a:pt x="1831555" y="925525"/>
                  </a:lnTo>
                  <a:lnTo>
                    <a:pt x="1851533" y="890371"/>
                  </a:lnTo>
                  <a:lnTo>
                    <a:pt x="1866607" y="850392"/>
                  </a:lnTo>
                  <a:lnTo>
                    <a:pt x="1877098" y="806615"/>
                  </a:lnTo>
                  <a:lnTo>
                    <a:pt x="1883295" y="760120"/>
                  </a:lnTo>
                  <a:lnTo>
                    <a:pt x="1885518" y="711962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6706" y="5770800"/>
              <a:ext cx="422909" cy="408940"/>
            </a:xfrm>
            <a:custGeom>
              <a:avLst/>
              <a:gdLst/>
              <a:ahLst/>
              <a:cxnLst/>
              <a:rect l="l" t="t" r="r" b="b"/>
              <a:pathLst>
                <a:path w="422909" h="408939">
                  <a:moveTo>
                    <a:pt x="244886" y="405808"/>
                  </a:moveTo>
                  <a:lnTo>
                    <a:pt x="201772" y="408618"/>
                  </a:lnTo>
                  <a:lnTo>
                    <a:pt x="161113" y="402577"/>
                  </a:lnTo>
                  <a:lnTo>
                    <a:pt x="123561" y="388712"/>
                  </a:lnTo>
                  <a:lnTo>
                    <a:pt x="89768" y="368047"/>
                  </a:lnTo>
                  <a:lnTo>
                    <a:pt x="60385" y="341611"/>
                  </a:lnTo>
                  <a:lnTo>
                    <a:pt x="36065" y="310429"/>
                  </a:lnTo>
                  <a:lnTo>
                    <a:pt x="17460" y="275529"/>
                  </a:lnTo>
                  <a:lnTo>
                    <a:pt x="5221" y="237936"/>
                  </a:lnTo>
                  <a:lnTo>
                    <a:pt x="0" y="198678"/>
                  </a:lnTo>
                  <a:lnTo>
                    <a:pt x="2448" y="158781"/>
                  </a:lnTo>
                  <a:lnTo>
                    <a:pt x="13219" y="119271"/>
                  </a:lnTo>
                  <a:lnTo>
                    <a:pt x="32963" y="81176"/>
                  </a:lnTo>
                  <a:lnTo>
                    <a:pt x="64906" y="45504"/>
                  </a:lnTo>
                  <a:lnTo>
                    <a:pt x="105063" y="19922"/>
                  </a:lnTo>
                  <a:lnTo>
                    <a:pt x="150332" y="4672"/>
                  </a:lnTo>
                  <a:lnTo>
                    <a:pt x="197613" y="0"/>
                  </a:lnTo>
                  <a:lnTo>
                    <a:pt x="245651" y="4961"/>
                  </a:lnTo>
                  <a:lnTo>
                    <a:pt x="294005" y="18152"/>
                  </a:lnTo>
                  <a:lnTo>
                    <a:pt x="338754" y="39122"/>
                  </a:lnTo>
                  <a:lnTo>
                    <a:pt x="375978" y="67418"/>
                  </a:lnTo>
                  <a:lnTo>
                    <a:pt x="401758" y="102590"/>
                  </a:lnTo>
                  <a:lnTo>
                    <a:pt x="417172" y="145388"/>
                  </a:lnTo>
                  <a:lnTo>
                    <a:pt x="422883" y="188907"/>
                  </a:lnTo>
                  <a:lnTo>
                    <a:pt x="419529" y="231861"/>
                  </a:lnTo>
                  <a:lnTo>
                    <a:pt x="407751" y="272966"/>
                  </a:lnTo>
                  <a:lnTo>
                    <a:pt x="388189" y="310938"/>
                  </a:lnTo>
                  <a:lnTo>
                    <a:pt x="361481" y="344492"/>
                  </a:lnTo>
                  <a:lnTo>
                    <a:pt x="328268" y="372345"/>
                  </a:lnTo>
                  <a:lnTo>
                    <a:pt x="289190" y="393211"/>
                  </a:lnTo>
                  <a:lnTo>
                    <a:pt x="244886" y="4058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98121" y="59963"/>
            <a:ext cx="6061693" cy="2620815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12300507" y="8943964"/>
            <a:ext cx="2409825" cy="1343660"/>
            <a:chOff x="12300507" y="8943964"/>
            <a:chExt cx="2409825" cy="1343660"/>
          </a:xfrm>
        </p:grpSpPr>
        <p:sp>
          <p:nvSpPr>
            <p:cNvPr id="13" name="object 13"/>
            <p:cNvSpPr/>
            <p:nvPr/>
          </p:nvSpPr>
          <p:spPr>
            <a:xfrm>
              <a:off x="12300496" y="8943974"/>
              <a:ext cx="2409825" cy="1343025"/>
            </a:xfrm>
            <a:custGeom>
              <a:avLst/>
              <a:gdLst/>
              <a:ahLst/>
              <a:cxnLst/>
              <a:rect l="l" t="t" r="r" b="b"/>
              <a:pathLst>
                <a:path w="2409825" h="1343025">
                  <a:moveTo>
                    <a:pt x="2409279" y="943749"/>
                  </a:moveTo>
                  <a:lnTo>
                    <a:pt x="2398661" y="871080"/>
                  </a:lnTo>
                  <a:lnTo>
                    <a:pt x="2384183" y="830084"/>
                  </a:lnTo>
                  <a:lnTo>
                    <a:pt x="2364727" y="786955"/>
                  </a:lnTo>
                  <a:lnTo>
                    <a:pt x="2341143" y="742480"/>
                  </a:lnTo>
                  <a:lnTo>
                    <a:pt x="2314257" y="697382"/>
                  </a:lnTo>
                  <a:lnTo>
                    <a:pt x="2284946" y="652424"/>
                  </a:lnTo>
                  <a:lnTo>
                    <a:pt x="2254046" y="608342"/>
                  </a:lnTo>
                  <a:lnTo>
                    <a:pt x="2222398" y="565886"/>
                  </a:lnTo>
                  <a:lnTo>
                    <a:pt x="2190851" y="525818"/>
                  </a:lnTo>
                  <a:lnTo>
                    <a:pt x="2160270" y="488886"/>
                  </a:lnTo>
                  <a:lnTo>
                    <a:pt x="2131491" y="455828"/>
                  </a:lnTo>
                  <a:lnTo>
                    <a:pt x="2105355" y="427393"/>
                  </a:lnTo>
                  <a:lnTo>
                    <a:pt x="2070785" y="400253"/>
                  </a:lnTo>
                  <a:lnTo>
                    <a:pt x="2051329" y="402996"/>
                  </a:lnTo>
                  <a:lnTo>
                    <a:pt x="1992985" y="426199"/>
                  </a:lnTo>
                  <a:lnTo>
                    <a:pt x="1955634" y="445262"/>
                  </a:lnTo>
                  <a:lnTo>
                    <a:pt x="1913890" y="468401"/>
                  </a:lnTo>
                  <a:lnTo>
                    <a:pt x="1868512" y="494893"/>
                  </a:lnTo>
                  <a:lnTo>
                    <a:pt x="1820278" y="524065"/>
                  </a:lnTo>
                  <a:lnTo>
                    <a:pt x="1769960" y="555205"/>
                  </a:lnTo>
                  <a:lnTo>
                    <a:pt x="1718335" y="587641"/>
                  </a:lnTo>
                  <a:lnTo>
                    <a:pt x="1563420" y="685711"/>
                  </a:lnTo>
                  <a:lnTo>
                    <a:pt x="1562023" y="686587"/>
                  </a:lnTo>
                  <a:lnTo>
                    <a:pt x="1561998" y="684872"/>
                  </a:lnTo>
                  <a:lnTo>
                    <a:pt x="1560804" y="630275"/>
                  </a:lnTo>
                  <a:lnTo>
                    <a:pt x="1557756" y="515708"/>
                  </a:lnTo>
                  <a:lnTo>
                    <a:pt x="1551165" y="289801"/>
                  </a:lnTo>
                  <a:lnTo>
                    <a:pt x="1549869" y="239128"/>
                  </a:lnTo>
                  <a:lnTo>
                    <a:pt x="1548879" y="192532"/>
                  </a:lnTo>
                  <a:lnTo>
                    <a:pt x="1548257" y="150901"/>
                  </a:lnTo>
                  <a:lnTo>
                    <a:pt x="1548079" y="115112"/>
                  </a:lnTo>
                  <a:lnTo>
                    <a:pt x="1542961" y="85471"/>
                  </a:lnTo>
                  <a:lnTo>
                    <a:pt x="1504772" y="41084"/>
                  </a:lnTo>
                  <a:lnTo>
                    <a:pt x="1436458" y="14122"/>
                  </a:lnTo>
                  <a:lnTo>
                    <a:pt x="1393698" y="6261"/>
                  </a:lnTo>
                  <a:lnTo>
                    <a:pt x="1346606" y="1676"/>
                  </a:lnTo>
                  <a:lnTo>
                    <a:pt x="1296289" y="0"/>
                  </a:lnTo>
                  <a:lnTo>
                    <a:pt x="1243799" y="850"/>
                  </a:lnTo>
                  <a:lnTo>
                    <a:pt x="1190205" y="3898"/>
                  </a:lnTo>
                  <a:lnTo>
                    <a:pt x="1136586" y="8763"/>
                  </a:lnTo>
                  <a:lnTo>
                    <a:pt x="1084021" y="15074"/>
                  </a:lnTo>
                  <a:lnTo>
                    <a:pt x="1033564" y="22479"/>
                  </a:lnTo>
                  <a:lnTo>
                    <a:pt x="986307" y="30619"/>
                  </a:lnTo>
                  <a:lnTo>
                    <a:pt x="943317" y="39128"/>
                  </a:lnTo>
                  <a:lnTo>
                    <a:pt x="905649" y="47637"/>
                  </a:lnTo>
                  <a:lnTo>
                    <a:pt x="864895" y="64122"/>
                  </a:lnTo>
                  <a:lnTo>
                    <a:pt x="852246" y="109499"/>
                  </a:lnTo>
                  <a:lnTo>
                    <a:pt x="846620" y="186410"/>
                  </a:lnTo>
                  <a:lnTo>
                    <a:pt x="845896" y="234137"/>
                  </a:lnTo>
                  <a:lnTo>
                    <a:pt x="846289" y="286677"/>
                  </a:lnTo>
                  <a:lnTo>
                    <a:pt x="847572" y="343039"/>
                  </a:lnTo>
                  <a:lnTo>
                    <a:pt x="849541" y="402183"/>
                  </a:lnTo>
                  <a:lnTo>
                    <a:pt x="851966" y="463092"/>
                  </a:lnTo>
                  <a:lnTo>
                    <a:pt x="859917" y="646277"/>
                  </a:lnTo>
                  <a:lnTo>
                    <a:pt x="861758" y="695655"/>
                  </a:lnTo>
                  <a:lnTo>
                    <a:pt x="845858" y="685711"/>
                  </a:lnTo>
                  <a:lnTo>
                    <a:pt x="690943" y="587641"/>
                  </a:lnTo>
                  <a:lnTo>
                    <a:pt x="639330" y="555205"/>
                  </a:lnTo>
                  <a:lnTo>
                    <a:pt x="589013" y="524065"/>
                  </a:lnTo>
                  <a:lnTo>
                    <a:pt x="540778" y="494893"/>
                  </a:lnTo>
                  <a:lnTo>
                    <a:pt x="495401" y="468401"/>
                  </a:lnTo>
                  <a:lnTo>
                    <a:pt x="453644" y="445262"/>
                  </a:lnTo>
                  <a:lnTo>
                    <a:pt x="416306" y="426199"/>
                  </a:lnTo>
                  <a:lnTo>
                    <a:pt x="357949" y="402996"/>
                  </a:lnTo>
                  <a:lnTo>
                    <a:pt x="338493" y="400253"/>
                  </a:lnTo>
                  <a:lnTo>
                    <a:pt x="326542" y="404342"/>
                  </a:lnTo>
                  <a:lnTo>
                    <a:pt x="277774" y="455828"/>
                  </a:lnTo>
                  <a:lnTo>
                    <a:pt x="248996" y="488886"/>
                  </a:lnTo>
                  <a:lnTo>
                    <a:pt x="218414" y="525818"/>
                  </a:lnTo>
                  <a:lnTo>
                    <a:pt x="186867" y="565886"/>
                  </a:lnTo>
                  <a:lnTo>
                    <a:pt x="155232" y="608342"/>
                  </a:lnTo>
                  <a:lnTo>
                    <a:pt x="124320" y="652424"/>
                  </a:lnTo>
                  <a:lnTo>
                    <a:pt x="95008" y="697382"/>
                  </a:lnTo>
                  <a:lnTo>
                    <a:pt x="68135" y="742480"/>
                  </a:lnTo>
                  <a:lnTo>
                    <a:pt x="44538" y="786955"/>
                  </a:lnTo>
                  <a:lnTo>
                    <a:pt x="25082" y="830084"/>
                  </a:lnTo>
                  <a:lnTo>
                    <a:pt x="10617" y="871080"/>
                  </a:lnTo>
                  <a:lnTo>
                    <a:pt x="1968" y="909218"/>
                  </a:lnTo>
                  <a:lnTo>
                    <a:pt x="0" y="943749"/>
                  </a:lnTo>
                  <a:lnTo>
                    <a:pt x="5562" y="973912"/>
                  </a:lnTo>
                  <a:lnTo>
                    <a:pt x="19507" y="998969"/>
                  </a:lnTo>
                  <a:lnTo>
                    <a:pt x="42659" y="1018159"/>
                  </a:lnTo>
                  <a:lnTo>
                    <a:pt x="73621" y="1036116"/>
                  </a:lnTo>
                  <a:lnTo>
                    <a:pt x="109410" y="1057389"/>
                  </a:lnTo>
                  <a:lnTo>
                    <a:pt x="149326" y="1081443"/>
                  </a:lnTo>
                  <a:lnTo>
                    <a:pt x="192633" y="1107795"/>
                  </a:lnTo>
                  <a:lnTo>
                    <a:pt x="385279" y="1225956"/>
                  </a:lnTo>
                  <a:lnTo>
                    <a:pt x="483120" y="1285633"/>
                  </a:lnTo>
                  <a:lnTo>
                    <a:pt x="518337" y="1306893"/>
                  </a:lnTo>
                  <a:lnTo>
                    <a:pt x="508419" y="1313116"/>
                  </a:lnTo>
                  <a:lnTo>
                    <a:pt x="460044" y="1343025"/>
                  </a:lnTo>
                  <a:lnTo>
                    <a:pt x="578878" y="1343025"/>
                  </a:lnTo>
                  <a:lnTo>
                    <a:pt x="863866" y="1343025"/>
                  </a:lnTo>
                  <a:lnTo>
                    <a:pt x="1560385" y="1343025"/>
                  </a:lnTo>
                  <a:lnTo>
                    <a:pt x="1830400" y="1343025"/>
                  </a:lnTo>
                  <a:lnTo>
                    <a:pt x="1949234" y="1343025"/>
                  </a:lnTo>
                  <a:lnTo>
                    <a:pt x="1900847" y="1313116"/>
                  </a:lnTo>
                  <a:lnTo>
                    <a:pt x="1890915" y="1306893"/>
                  </a:lnTo>
                  <a:lnTo>
                    <a:pt x="1926170" y="1285633"/>
                  </a:lnTo>
                  <a:lnTo>
                    <a:pt x="2024011" y="1225956"/>
                  </a:lnTo>
                  <a:lnTo>
                    <a:pt x="2216658" y="1107795"/>
                  </a:lnTo>
                  <a:lnTo>
                    <a:pt x="2259965" y="1081443"/>
                  </a:lnTo>
                  <a:lnTo>
                    <a:pt x="2299881" y="1057389"/>
                  </a:lnTo>
                  <a:lnTo>
                    <a:pt x="2335669" y="1036116"/>
                  </a:lnTo>
                  <a:lnTo>
                    <a:pt x="2366619" y="1018159"/>
                  </a:lnTo>
                  <a:lnTo>
                    <a:pt x="2389784" y="998969"/>
                  </a:lnTo>
                  <a:lnTo>
                    <a:pt x="2403716" y="973912"/>
                  </a:lnTo>
                  <a:lnTo>
                    <a:pt x="2409279" y="943749"/>
                  </a:lnTo>
                  <a:close/>
                </a:path>
              </a:pathLst>
            </a:custGeom>
            <a:solidFill>
              <a:srgbClr val="2D8BB9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3463132" y="9760062"/>
              <a:ext cx="84455" cy="527050"/>
            </a:xfrm>
            <a:custGeom>
              <a:avLst/>
              <a:gdLst/>
              <a:ahLst/>
              <a:cxnLst/>
              <a:rect l="l" t="t" r="r" b="b"/>
              <a:pathLst>
                <a:path w="84455" h="527050">
                  <a:moveTo>
                    <a:pt x="83636" y="526937"/>
                  </a:moveTo>
                  <a:lnTo>
                    <a:pt x="2087" y="526937"/>
                  </a:lnTo>
                  <a:lnTo>
                    <a:pt x="2123" y="389192"/>
                  </a:lnTo>
                  <a:lnTo>
                    <a:pt x="1793" y="331022"/>
                  </a:lnTo>
                  <a:lnTo>
                    <a:pt x="431" y="197670"/>
                  </a:lnTo>
                  <a:lnTo>
                    <a:pt x="0" y="134194"/>
                  </a:lnTo>
                  <a:lnTo>
                    <a:pt x="135" y="80652"/>
                  </a:lnTo>
                  <a:lnTo>
                    <a:pt x="1137" y="42900"/>
                  </a:lnTo>
                  <a:lnTo>
                    <a:pt x="3306" y="26788"/>
                  </a:lnTo>
                  <a:lnTo>
                    <a:pt x="23410" y="9826"/>
                  </a:lnTo>
                  <a:lnTo>
                    <a:pt x="49698" y="0"/>
                  </a:lnTo>
                  <a:lnTo>
                    <a:pt x="72528" y="10704"/>
                  </a:lnTo>
                  <a:lnTo>
                    <a:pt x="82254" y="55337"/>
                  </a:lnTo>
                  <a:lnTo>
                    <a:pt x="82360" y="95672"/>
                  </a:lnTo>
                  <a:lnTo>
                    <a:pt x="84035" y="374297"/>
                  </a:lnTo>
                  <a:lnTo>
                    <a:pt x="83636" y="526937"/>
                  </a:lnTo>
                  <a:close/>
                </a:path>
              </a:pathLst>
            </a:custGeom>
            <a:solidFill>
              <a:srgbClr val="FFFFF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400874" y="9432774"/>
              <a:ext cx="206325" cy="20362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2413704" y="9029826"/>
              <a:ext cx="2223770" cy="1257300"/>
            </a:xfrm>
            <a:custGeom>
              <a:avLst/>
              <a:gdLst/>
              <a:ahLst/>
              <a:cxnLst/>
              <a:rect l="l" t="t" r="r" b="b"/>
              <a:pathLst>
                <a:path w="2223769" h="1257300">
                  <a:moveTo>
                    <a:pt x="281063" y="399605"/>
                  </a:moveTo>
                  <a:lnTo>
                    <a:pt x="280250" y="391452"/>
                  </a:lnTo>
                  <a:lnTo>
                    <a:pt x="269189" y="382397"/>
                  </a:lnTo>
                  <a:lnTo>
                    <a:pt x="261010" y="383209"/>
                  </a:lnTo>
                  <a:lnTo>
                    <a:pt x="246113" y="401358"/>
                  </a:lnTo>
                  <a:lnTo>
                    <a:pt x="184594" y="474472"/>
                  </a:lnTo>
                  <a:lnTo>
                    <a:pt x="155486" y="509981"/>
                  </a:lnTo>
                  <a:lnTo>
                    <a:pt x="126961" y="546709"/>
                  </a:lnTo>
                  <a:lnTo>
                    <a:pt x="99695" y="584809"/>
                  </a:lnTo>
                  <a:lnTo>
                    <a:pt x="74358" y="624446"/>
                  </a:lnTo>
                  <a:lnTo>
                    <a:pt x="51638" y="665759"/>
                  </a:lnTo>
                  <a:lnTo>
                    <a:pt x="32207" y="708914"/>
                  </a:lnTo>
                  <a:lnTo>
                    <a:pt x="16725" y="754049"/>
                  </a:lnTo>
                  <a:lnTo>
                    <a:pt x="5892" y="801344"/>
                  </a:lnTo>
                  <a:lnTo>
                    <a:pt x="368" y="850950"/>
                  </a:lnTo>
                  <a:lnTo>
                    <a:pt x="0" y="858088"/>
                  </a:lnTo>
                  <a:lnTo>
                    <a:pt x="5486" y="864184"/>
                  </a:lnTo>
                  <a:lnTo>
                    <a:pt x="13309" y="864565"/>
                  </a:lnTo>
                  <a:lnTo>
                    <a:pt x="20154" y="864565"/>
                  </a:lnTo>
                  <a:lnTo>
                    <a:pt x="25869" y="859205"/>
                  </a:lnTo>
                  <a:lnTo>
                    <a:pt x="26225" y="852297"/>
                  </a:lnTo>
                  <a:lnTo>
                    <a:pt x="32473" y="800049"/>
                  </a:lnTo>
                  <a:lnTo>
                    <a:pt x="45008" y="750290"/>
                  </a:lnTo>
                  <a:lnTo>
                    <a:pt x="62953" y="702830"/>
                  </a:lnTo>
                  <a:lnTo>
                    <a:pt x="85382" y="657504"/>
                  </a:lnTo>
                  <a:lnTo>
                    <a:pt x="111404" y="614133"/>
                  </a:lnTo>
                  <a:lnTo>
                    <a:pt x="140119" y="572541"/>
                  </a:lnTo>
                  <a:lnTo>
                    <a:pt x="170624" y="532561"/>
                  </a:lnTo>
                  <a:lnTo>
                    <a:pt x="202006" y="494030"/>
                  </a:lnTo>
                  <a:lnTo>
                    <a:pt x="255422" y="430631"/>
                  </a:lnTo>
                  <a:lnTo>
                    <a:pt x="281063" y="399605"/>
                  </a:lnTo>
                  <a:close/>
                </a:path>
                <a:path w="2223769" h="1257300">
                  <a:moveTo>
                    <a:pt x="1168107" y="1257173"/>
                  </a:moveTo>
                  <a:lnTo>
                    <a:pt x="1163027" y="1251877"/>
                  </a:lnTo>
                  <a:lnTo>
                    <a:pt x="1154836" y="1251699"/>
                  </a:lnTo>
                  <a:lnTo>
                    <a:pt x="1149121" y="1257173"/>
                  </a:lnTo>
                  <a:lnTo>
                    <a:pt x="1168107" y="1257173"/>
                  </a:lnTo>
                  <a:close/>
                </a:path>
                <a:path w="2223769" h="1257300">
                  <a:moveTo>
                    <a:pt x="1212062" y="666432"/>
                  </a:moveTo>
                  <a:lnTo>
                    <a:pt x="1206449" y="660463"/>
                  </a:lnTo>
                  <a:lnTo>
                    <a:pt x="1199299" y="660260"/>
                  </a:lnTo>
                  <a:lnTo>
                    <a:pt x="1141793" y="661898"/>
                  </a:lnTo>
                  <a:lnTo>
                    <a:pt x="1089533" y="670191"/>
                  </a:lnTo>
                  <a:lnTo>
                    <a:pt x="1042822" y="684961"/>
                  </a:lnTo>
                  <a:lnTo>
                    <a:pt x="1002004" y="706056"/>
                  </a:lnTo>
                  <a:lnTo>
                    <a:pt x="967371" y="733310"/>
                  </a:lnTo>
                  <a:lnTo>
                    <a:pt x="939253" y="766546"/>
                  </a:lnTo>
                  <a:lnTo>
                    <a:pt x="917956" y="805611"/>
                  </a:lnTo>
                  <a:lnTo>
                    <a:pt x="904176" y="849744"/>
                  </a:lnTo>
                  <a:lnTo>
                    <a:pt x="898486" y="896810"/>
                  </a:lnTo>
                  <a:lnTo>
                    <a:pt x="900582" y="945705"/>
                  </a:lnTo>
                  <a:lnTo>
                    <a:pt x="910158" y="995260"/>
                  </a:lnTo>
                  <a:lnTo>
                    <a:pt x="926922" y="1044359"/>
                  </a:lnTo>
                  <a:lnTo>
                    <a:pt x="950556" y="1091844"/>
                  </a:lnTo>
                  <a:lnTo>
                    <a:pt x="980744" y="1136586"/>
                  </a:lnTo>
                  <a:lnTo>
                    <a:pt x="1017206" y="1177429"/>
                  </a:lnTo>
                  <a:lnTo>
                    <a:pt x="1022997" y="1181112"/>
                  </a:lnTo>
                  <a:lnTo>
                    <a:pt x="1026261" y="1181112"/>
                  </a:lnTo>
                  <a:lnTo>
                    <a:pt x="1029614" y="1181112"/>
                  </a:lnTo>
                  <a:lnTo>
                    <a:pt x="1032992" y="1179791"/>
                  </a:lnTo>
                  <a:lnTo>
                    <a:pt x="1040523" y="1172083"/>
                  </a:lnTo>
                  <a:lnTo>
                    <a:pt x="1040422" y="1163891"/>
                  </a:lnTo>
                  <a:lnTo>
                    <a:pt x="1035304" y="1158900"/>
                  </a:lnTo>
                  <a:lnTo>
                    <a:pt x="1001356" y="1120940"/>
                  </a:lnTo>
                  <a:lnTo>
                    <a:pt x="973201" y="1079474"/>
                  </a:lnTo>
                  <a:lnTo>
                    <a:pt x="951115" y="1035545"/>
                  </a:lnTo>
                  <a:lnTo>
                    <a:pt x="935380" y="990193"/>
                  </a:lnTo>
                  <a:lnTo>
                    <a:pt x="926299" y="944499"/>
                  </a:lnTo>
                  <a:lnTo>
                    <a:pt x="924153" y="899477"/>
                  </a:lnTo>
                  <a:lnTo>
                    <a:pt x="929220" y="856208"/>
                  </a:lnTo>
                  <a:lnTo>
                    <a:pt x="941793" y="815733"/>
                  </a:lnTo>
                  <a:lnTo>
                    <a:pt x="964742" y="775550"/>
                  </a:lnTo>
                  <a:lnTo>
                    <a:pt x="996226" y="742467"/>
                  </a:lnTo>
                  <a:lnTo>
                    <a:pt x="1035812" y="716749"/>
                  </a:lnTo>
                  <a:lnTo>
                    <a:pt x="1083043" y="698627"/>
                  </a:lnTo>
                  <a:lnTo>
                    <a:pt x="1137437" y="688340"/>
                  </a:lnTo>
                  <a:lnTo>
                    <a:pt x="1198537" y="686155"/>
                  </a:lnTo>
                  <a:lnTo>
                    <a:pt x="1205585" y="686384"/>
                  </a:lnTo>
                  <a:lnTo>
                    <a:pt x="1211656" y="680732"/>
                  </a:lnTo>
                  <a:lnTo>
                    <a:pt x="1212062" y="666432"/>
                  </a:lnTo>
                  <a:close/>
                </a:path>
                <a:path w="2223769" h="1257300">
                  <a:moveTo>
                    <a:pt x="1328750" y="39039"/>
                  </a:moveTo>
                  <a:lnTo>
                    <a:pt x="1275803" y="12496"/>
                  </a:lnTo>
                  <a:lnTo>
                    <a:pt x="1230528" y="3429"/>
                  </a:lnTo>
                  <a:lnTo>
                    <a:pt x="1183944" y="0"/>
                  </a:lnTo>
                  <a:lnTo>
                    <a:pt x="1136408" y="1066"/>
                  </a:lnTo>
                  <a:lnTo>
                    <a:pt x="1088275" y="5486"/>
                  </a:lnTo>
                  <a:lnTo>
                    <a:pt x="1039888" y="12115"/>
                  </a:lnTo>
                  <a:lnTo>
                    <a:pt x="948182" y="26784"/>
                  </a:lnTo>
                  <a:lnTo>
                    <a:pt x="905916" y="32766"/>
                  </a:lnTo>
                  <a:lnTo>
                    <a:pt x="864781" y="36995"/>
                  </a:lnTo>
                  <a:lnTo>
                    <a:pt x="824750" y="38684"/>
                  </a:lnTo>
                  <a:lnTo>
                    <a:pt x="817587" y="38709"/>
                  </a:lnTo>
                  <a:lnTo>
                    <a:pt x="811822" y="44526"/>
                  </a:lnTo>
                  <a:lnTo>
                    <a:pt x="811885" y="58826"/>
                  </a:lnTo>
                  <a:lnTo>
                    <a:pt x="817676" y="64579"/>
                  </a:lnTo>
                  <a:lnTo>
                    <a:pt x="824801" y="64579"/>
                  </a:lnTo>
                  <a:lnTo>
                    <a:pt x="866609" y="62814"/>
                  </a:lnTo>
                  <a:lnTo>
                    <a:pt x="909421" y="58407"/>
                  </a:lnTo>
                  <a:lnTo>
                    <a:pt x="952690" y="52285"/>
                  </a:lnTo>
                  <a:lnTo>
                    <a:pt x="1050188" y="36766"/>
                  </a:lnTo>
                  <a:lnTo>
                    <a:pt x="1104531" y="29756"/>
                  </a:lnTo>
                  <a:lnTo>
                    <a:pt x="1158201" y="26060"/>
                  </a:lnTo>
                  <a:lnTo>
                    <a:pt x="1210525" y="27381"/>
                  </a:lnTo>
                  <a:lnTo>
                    <a:pt x="1260868" y="35420"/>
                  </a:lnTo>
                  <a:lnTo>
                    <a:pt x="1308582" y="51892"/>
                  </a:lnTo>
                  <a:lnTo>
                    <a:pt x="1315072" y="54876"/>
                  </a:lnTo>
                  <a:lnTo>
                    <a:pt x="1322755" y="52044"/>
                  </a:lnTo>
                  <a:lnTo>
                    <a:pt x="1328750" y="39039"/>
                  </a:lnTo>
                  <a:close/>
                </a:path>
                <a:path w="2223769" h="1257300">
                  <a:moveTo>
                    <a:pt x="2223744" y="860856"/>
                  </a:moveTo>
                  <a:lnTo>
                    <a:pt x="2218055" y="818337"/>
                  </a:lnTo>
                  <a:lnTo>
                    <a:pt x="2206688" y="778040"/>
                  </a:lnTo>
                  <a:lnTo>
                    <a:pt x="2189988" y="734098"/>
                  </a:lnTo>
                  <a:lnTo>
                    <a:pt x="2168690" y="687793"/>
                  </a:lnTo>
                  <a:lnTo>
                    <a:pt x="2143569" y="640384"/>
                  </a:lnTo>
                  <a:lnTo>
                    <a:pt x="2115375" y="593128"/>
                  </a:lnTo>
                  <a:lnTo>
                    <a:pt x="2084870" y="547319"/>
                  </a:lnTo>
                  <a:lnTo>
                    <a:pt x="2052815" y="504215"/>
                  </a:lnTo>
                  <a:lnTo>
                    <a:pt x="2019947" y="465099"/>
                  </a:lnTo>
                  <a:lnTo>
                    <a:pt x="1987054" y="431215"/>
                  </a:lnTo>
                  <a:lnTo>
                    <a:pt x="1954872" y="403847"/>
                  </a:lnTo>
                  <a:lnTo>
                    <a:pt x="1949145" y="399567"/>
                  </a:lnTo>
                  <a:lnTo>
                    <a:pt x="1941029" y="400723"/>
                  </a:lnTo>
                  <a:lnTo>
                    <a:pt x="1932444" y="412153"/>
                  </a:lnTo>
                  <a:lnTo>
                    <a:pt x="1933600" y="420268"/>
                  </a:lnTo>
                  <a:lnTo>
                    <a:pt x="1939315" y="424573"/>
                  </a:lnTo>
                  <a:lnTo>
                    <a:pt x="1974913" y="455269"/>
                  </a:lnTo>
                  <a:lnTo>
                    <a:pt x="2010664" y="493344"/>
                  </a:lnTo>
                  <a:lnTo>
                    <a:pt x="2045690" y="537057"/>
                  </a:lnTo>
                  <a:lnTo>
                    <a:pt x="2079129" y="584695"/>
                  </a:lnTo>
                  <a:lnTo>
                    <a:pt x="2110105" y="634492"/>
                  </a:lnTo>
                  <a:lnTo>
                    <a:pt x="2137740" y="684720"/>
                  </a:lnTo>
                  <a:lnTo>
                    <a:pt x="2161171" y="733653"/>
                  </a:lnTo>
                  <a:lnTo>
                    <a:pt x="2179510" y="779551"/>
                  </a:lnTo>
                  <a:lnTo>
                    <a:pt x="2191893" y="820674"/>
                  </a:lnTo>
                  <a:lnTo>
                    <a:pt x="2197874" y="862139"/>
                  </a:lnTo>
                  <a:lnTo>
                    <a:pt x="2203564" y="867448"/>
                  </a:lnTo>
                  <a:lnTo>
                    <a:pt x="2210371" y="867448"/>
                  </a:lnTo>
                  <a:lnTo>
                    <a:pt x="2218309" y="866990"/>
                  </a:lnTo>
                  <a:lnTo>
                    <a:pt x="2223744" y="860856"/>
                  </a:lnTo>
                  <a:close/>
                </a:path>
              </a:pathLst>
            </a:custGeom>
            <a:solidFill>
              <a:srgbClr val="40426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3518737" y="0"/>
            <a:ext cx="2409825" cy="1248410"/>
            <a:chOff x="3518737" y="0"/>
            <a:chExt cx="2409825" cy="1248410"/>
          </a:xfrm>
        </p:grpSpPr>
        <p:sp>
          <p:nvSpPr>
            <p:cNvPr id="18" name="object 18"/>
            <p:cNvSpPr/>
            <p:nvPr/>
          </p:nvSpPr>
          <p:spPr>
            <a:xfrm>
              <a:off x="3518725" y="11"/>
              <a:ext cx="2409825" cy="1248410"/>
            </a:xfrm>
            <a:custGeom>
              <a:avLst/>
              <a:gdLst/>
              <a:ahLst/>
              <a:cxnLst/>
              <a:rect l="l" t="t" r="r" b="b"/>
              <a:pathLst>
                <a:path w="2409825" h="1248410">
                  <a:moveTo>
                    <a:pt x="2409431" y="414667"/>
                  </a:moveTo>
                  <a:lnTo>
                    <a:pt x="2381046" y="351993"/>
                  </a:lnTo>
                  <a:lnTo>
                    <a:pt x="2351989" y="325704"/>
                  </a:lnTo>
                  <a:lnTo>
                    <a:pt x="2316340" y="299745"/>
                  </a:lnTo>
                  <a:lnTo>
                    <a:pt x="2276043" y="272135"/>
                  </a:lnTo>
                  <a:lnTo>
                    <a:pt x="2235276" y="245046"/>
                  </a:lnTo>
                  <a:lnTo>
                    <a:pt x="2194115" y="218414"/>
                  </a:lnTo>
                  <a:lnTo>
                    <a:pt x="2152624" y="192138"/>
                  </a:lnTo>
                  <a:lnTo>
                    <a:pt x="2110879" y="166128"/>
                  </a:lnTo>
                  <a:lnTo>
                    <a:pt x="2068969" y="140309"/>
                  </a:lnTo>
                  <a:lnTo>
                    <a:pt x="1942846" y="63080"/>
                  </a:lnTo>
                  <a:lnTo>
                    <a:pt x="1900936" y="37134"/>
                  </a:lnTo>
                  <a:lnTo>
                    <a:pt x="1890991" y="30899"/>
                  </a:lnTo>
                  <a:lnTo>
                    <a:pt x="1942122" y="0"/>
                  </a:lnTo>
                  <a:lnTo>
                    <a:pt x="1842096" y="0"/>
                  </a:lnTo>
                  <a:lnTo>
                    <a:pt x="1560182" y="0"/>
                  </a:lnTo>
                  <a:lnTo>
                    <a:pt x="863790" y="0"/>
                  </a:lnTo>
                  <a:lnTo>
                    <a:pt x="567334" y="0"/>
                  </a:lnTo>
                  <a:lnTo>
                    <a:pt x="467334" y="0"/>
                  </a:lnTo>
                  <a:lnTo>
                    <a:pt x="518439" y="30899"/>
                  </a:lnTo>
                  <a:lnTo>
                    <a:pt x="508508" y="37134"/>
                  </a:lnTo>
                  <a:lnTo>
                    <a:pt x="466598" y="63080"/>
                  </a:lnTo>
                  <a:lnTo>
                    <a:pt x="340487" y="140309"/>
                  </a:lnTo>
                  <a:lnTo>
                    <a:pt x="298564" y="166128"/>
                  </a:lnTo>
                  <a:lnTo>
                    <a:pt x="256832" y="192138"/>
                  </a:lnTo>
                  <a:lnTo>
                    <a:pt x="215341" y="218414"/>
                  </a:lnTo>
                  <a:lnTo>
                    <a:pt x="174167" y="245046"/>
                  </a:lnTo>
                  <a:lnTo>
                    <a:pt x="133400" y="272135"/>
                  </a:lnTo>
                  <a:lnTo>
                    <a:pt x="93103" y="299745"/>
                  </a:lnTo>
                  <a:lnTo>
                    <a:pt x="57442" y="325704"/>
                  </a:lnTo>
                  <a:lnTo>
                    <a:pt x="28397" y="351993"/>
                  </a:lnTo>
                  <a:lnTo>
                    <a:pt x="0" y="414667"/>
                  </a:lnTo>
                  <a:lnTo>
                    <a:pt x="5626" y="455612"/>
                  </a:lnTo>
                  <a:lnTo>
                    <a:pt x="27774" y="505993"/>
                  </a:lnTo>
                  <a:lnTo>
                    <a:pt x="68910" y="568083"/>
                  </a:lnTo>
                  <a:lnTo>
                    <a:pt x="68770" y="567728"/>
                  </a:lnTo>
                  <a:lnTo>
                    <a:pt x="89192" y="602437"/>
                  </a:lnTo>
                  <a:lnTo>
                    <a:pt x="161912" y="723785"/>
                  </a:lnTo>
                  <a:lnTo>
                    <a:pt x="194030" y="773582"/>
                  </a:lnTo>
                  <a:lnTo>
                    <a:pt x="223164" y="809777"/>
                  </a:lnTo>
                  <a:lnTo>
                    <a:pt x="281749" y="845515"/>
                  </a:lnTo>
                  <a:lnTo>
                    <a:pt x="315849" y="847153"/>
                  </a:lnTo>
                  <a:lnTo>
                    <a:pt x="356247" y="839381"/>
                  </a:lnTo>
                  <a:lnTo>
                    <a:pt x="405257" y="823239"/>
                  </a:lnTo>
                  <a:lnTo>
                    <a:pt x="465226" y="799782"/>
                  </a:lnTo>
                  <a:lnTo>
                    <a:pt x="512254" y="780364"/>
                  </a:lnTo>
                  <a:lnTo>
                    <a:pt x="559003" y="760298"/>
                  </a:lnTo>
                  <a:lnTo>
                    <a:pt x="605459" y="739622"/>
                  </a:lnTo>
                  <a:lnTo>
                    <a:pt x="651675" y="718362"/>
                  </a:lnTo>
                  <a:lnTo>
                    <a:pt x="697636" y="696569"/>
                  </a:lnTo>
                  <a:lnTo>
                    <a:pt x="743369" y="674255"/>
                  </a:lnTo>
                  <a:lnTo>
                    <a:pt x="788898" y="651484"/>
                  </a:lnTo>
                  <a:lnTo>
                    <a:pt x="834224" y="628269"/>
                  </a:lnTo>
                  <a:lnTo>
                    <a:pt x="879233" y="604723"/>
                  </a:lnTo>
                  <a:lnTo>
                    <a:pt x="880656" y="646861"/>
                  </a:lnTo>
                  <a:lnTo>
                    <a:pt x="884847" y="794677"/>
                  </a:lnTo>
                  <a:lnTo>
                    <a:pt x="886371" y="843889"/>
                  </a:lnTo>
                  <a:lnTo>
                    <a:pt x="888149" y="893038"/>
                  </a:lnTo>
                  <a:lnTo>
                    <a:pt x="890295" y="942098"/>
                  </a:lnTo>
                  <a:lnTo>
                    <a:pt x="892898" y="991057"/>
                  </a:lnTo>
                  <a:lnTo>
                    <a:pt x="896099" y="1039901"/>
                  </a:lnTo>
                  <a:lnTo>
                    <a:pt x="899985" y="1088605"/>
                  </a:lnTo>
                  <a:lnTo>
                    <a:pt x="904760" y="1132459"/>
                  </a:lnTo>
                  <a:lnTo>
                    <a:pt x="913104" y="1170749"/>
                  </a:lnTo>
                  <a:lnTo>
                    <a:pt x="953338" y="1226566"/>
                  </a:lnTo>
                  <a:lnTo>
                    <a:pt x="991641" y="1242060"/>
                  </a:lnTo>
                  <a:lnTo>
                    <a:pt x="1046353" y="1247940"/>
                  </a:lnTo>
                  <a:lnTo>
                    <a:pt x="1120686" y="1243164"/>
                  </a:lnTo>
                  <a:lnTo>
                    <a:pt x="1120292" y="1243088"/>
                  </a:lnTo>
                  <a:lnTo>
                    <a:pt x="1160564" y="1242656"/>
                  </a:lnTo>
                  <a:lnTo>
                    <a:pt x="1302004" y="1239989"/>
                  </a:lnTo>
                  <a:lnTo>
                    <a:pt x="1361198" y="1236929"/>
                  </a:lnTo>
                  <a:lnTo>
                    <a:pt x="1407083" y="1229677"/>
                  </a:lnTo>
                  <a:lnTo>
                    <a:pt x="1467243" y="1196657"/>
                  </a:lnTo>
                  <a:lnTo>
                    <a:pt x="1499019" y="1129004"/>
                  </a:lnTo>
                  <a:lnTo>
                    <a:pt x="1509407" y="1078445"/>
                  </a:lnTo>
                  <a:lnTo>
                    <a:pt x="1518907" y="1014755"/>
                  </a:lnTo>
                  <a:lnTo>
                    <a:pt x="1525485" y="964311"/>
                  </a:lnTo>
                  <a:lnTo>
                    <a:pt x="1531353" y="913777"/>
                  </a:lnTo>
                  <a:lnTo>
                    <a:pt x="1536547" y="863193"/>
                  </a:lnTo>
                  <a:lnTo>
                    <a:pt x="1541106" y="812533"/>
                  </a:lnTo>
                  <a:lnTo>
                    <a:pt x="1545069" y="761822"/>
                  </a:lnTo>
                  <a:lnTo>
                    <a:pt x="1548498" y="711047"/>
                  </a:lnTo>
                  <a:lnTo>
                    <a:pt x="1551393" y="660222"/>
                  </a:lnTo>
                  <a:lnTo>
                    <a:pt x="1553464" y="616889"/>
                  </a:lnTo>
                  <a:lnTo>
                    <a:pt x="1575244" y="628269"/>
                  </a:lnTo>
                  <a:lnTo>
                    <a:pt x="1620570" y="651484"/>
                  </a:lnTo>
                  <a:lnTo>
                    <a:pt x="1666087" y="674255"/>
                  </a:lnTo>
                  <a:lnTo>
                    <a:pt x="1711833" y="696569"/>
                  </a:lnTo>
                  <a:lnTo>
                    <a:pt x="1757794" y="718362"/>
                  </a:lnTo>
                  <a:lnTo>
                    <a:pt x="1803996" y="739622"/>
                  </a:lnTo>
                  <a:lnTo>
                    <a:pt x="1850466" y="760298"/>
                  </a:lnTo>
                  <a:lnTo>
                    <a:pt x="1897202" y="780364"/>
                  </a:lnTo>
                  <a:lnTo>
                    <a:pt x="1944230" y="799782"/>
                  </a:lnTo>
                  <a:lnTo>
                    <a:pt x="2004199" y="823239"/>
                  </a:lnTo>
                  <a:lnTo>
                    <a:pt x="2053221" y="839381"/>
                  </a:lnTo>
                  <a:lnTo>
                    <a:pt x="2093607" y="847153"/>
                  </a:lnTo>
                  <a:lnTo>
                    <a:pt x="2127707" y="845515"/>
                  </a:lnTo>
                  <a:lnTo>
                    <a:pt x="2186292" y="809777"/>
                  </a:lnTo>
                  <a:lnTo>
                    <a:pt x="2215426" y="773582"/>
                  </a:lnTo>
                  <a:lnTo>
                    <a:pt x="2247544" y="723785"/>
                  </a:lnTo>
                  <a:lnTo>
                    <a:pt x="2320252" y="602437"/>
                  </a:lnTo>
                  <a:lnTo>
                    <a:pt x="2340673" y="567728"/>
                  </a:lnTo>
                  <a:lnTo>
                    <a:pt x="2340546" y="568083"/>
                  </a:lnTo>
                  <a:lnTo>
                    <a:pt x="2381681" y="505993"/>
                  </a:lnTo>
                  <a:lnTo>
                    <a:pt x="2403818" y="455612"/>
                  </a:lnTo>
                  <a:lnTo>
                    <a:pt x="2409431" y="414667"/>
                  </a:lnTo>
                  <a:close/>
                </a:path>
              </a:pathLst>
            </a:custGeom>
            <a:solidFill>
              <a:srgbClr val="2D8BB9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683510" y="0"/>
              <a:ext cx="81915" cy="753745"/>
            </a:xfrm>
            <a:custGeom>
              <a:avLst/>
              <a:gdLst/>
              <a:ahLst/>
              <a:cxnLst/>
              <a:rect l="l" t="t" r="r" b="b"/>
              <a:pathLst>
                <a:path w="81914" h="753745">
                  <a:moveTo>
                    <a:pt x="16381" y="753217"/>
                  </a:moveTo>
                  <a:lnTo>
                    <a:pt x="5465" y="713397"/>
                  </a:lnTo>
                  <a:lnTo>
                    <a:pt x="3398" y="631246"/>
                  </a:lnTo>
                  <a:lnTo>
                    <a:pt x="2841" y="584066"/>
                  </a:lnTo>
                  <a:lnTo>
                    <a:pt x="1770" y="441867"/>
                  </a:lnTo>
                  <a:lnTo>
                    <a:pt x="701" y="342950"/>
                  </a:lnTo>
                  <a:lnTo>
                    <a:pt x="326" y="291337"/>
                  </a:lnTo>
                  <a:lnTo>
                    <a:pt x="0" y="187968"/>
                  </a:lnTo>
                  <a:lnTo>
                    <a:pt x="74" y="0"/>
                  </a:lnTo>
                  <a:lnTo>
                    <a:pt x="81707" y="0"/>
                  </a:lnTo>
                  <a:lnTo>
                    <a:pt x="81527" y="349386"/>
                  </a:lnTo>
                  <a:lnTo>
                    <a:pt x="80850" y="447508"/>
                  </a:lnTo>
                  <a:lnTo>
                    <a:pt x="80223" y="496455"/>
                  </a:lnTo>
                  <a:lnTo>
                    <a:pt x="79354" y="545304"/>
                  </a:lnTo>
                  <a:lnTo>
                    <a:pt x="78208" y="594037"/>
                  </a:lnTo>
                  <a:lnTo>
                    <a:pt x="76748" y="642638"/>
                  </a:lnTo>
                  <a:lnTo>
                    <a:pt x="74423" y="697630"/>
                  </a:lnTo>
                  <a:lnTo>
                    <a:pt x="63655" y="746090"/>
                  </a:lnTo>
                  <a:lnTo>
                    <a:pt x="34731" y="752484"/>
                  </a:lnTo>
                  <a:lnTo>
                    <a:pt x="16381" y="753217"/>
                  </a:lnTo>
                  <a:close/>
                </a:path>
              </a:pathLst>
            </a:custGeom>
            <a:solidFill>
              <a:srgbClr val="FFFFF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590493" y="61581"/>
              <a:ext cx="2222500" cy="1115060"/>
            </a:xfrm>
            <a:custGeom>
              <a:avLst/>
              <a:gdLst/>
              <a:ahLst/>
              <a:cxnLst/>
              <a:rect l="l" t="t" r="r" b="b"/>
              <a:pathLst>
                <a:path w="2222500" h="1115060">
                  <a:moveTo>
                    <a:pt x="276593" y="667867"/>
                  </a:moveTo>
                  <a:lnTo>
                    <a:pt x="272999" y="660488"/>
                  </a:lnTo>
                  <a:lnTo>
                    <a:pt x="266242" y="658164"/>
                  </a:lnTo>
                  <a:lnTo>
                    <a:pt x="242887" y="641832"/>
                  </a:lnTo>
                  <a:lnTo>
                    <a:pt x="211175" y="608622"/>
                  </a:lnTo>
                  <a:lnTo>
                    <a:pt x="174358" y="563473"/>
                  </a:lnTo>
                  <a:lnTo>
                    <a:pt x="135661" y="511365"/>
                  </a:lnTo>
                  <a:lnTo>
                    <a:pt x="98323" y="457263"/>
                  </a:lnTo>
                  <a:lnTo>
                    <a:pt x="65582" y="406133"/>
                  </a:lnTo>
                  <a:lnTo>
                    <a:pt x="40678" y="362927"/>
                  </a:lnTo>
                  <a:lnTo>
                    <a:pt x="24638" y="325805"/>
                  </a:lnTo>
                  <a:lnTo>
                    <a:pt x="17322" y="322072"/>
                  </a:lnTo>
                  <a:lnTo>
                    <a:pt x="3733" y="326504"/>
                  </a:lnTo>
                  <a:lnTo>
                    <a:pt x="0" y="333806"/>
                  </a:lnTo>
                  <a:lnTo>
                    <a:pt x="2209" y="340601"/>
                  </a:lnTo>
                  <a:lnTo>
                    <a:pt x="35420" y="405917"/>
                  </a:lnTo>
                  <a:lnTo>
                    <a:pt x="63728" y="451688"/>
                  </a:lnTo>
                  <a:lnTo>
                    <a:pt x="96875" y="501408"/>
                  </a:lnTo>
                  <a:lnTo>
                    <a:pt x="132651" y="551434"/>
                  </a:lnTo>
                  <a:lnTo>
                    <a:pt x="168846" y="598195"/>
                  </a:lnTo>
                  <a:lnTo>
                    <a:pt x="203250" y="638048"/>
                  </a:lnTo>
                  <a:lnTo>
                    <a:pt x="233641" y="667410"/>
                  </a:lnTo>
                  <a:lnTo>
                    <a:pt x="260616" y="683374"/>
                  </a:lnTo>
                  <a:lnTo>
                    <a:pt x="262013" y="683374"/>
                  </a:lnTo>
                  <a:lnTo>
                    <a:pt x="267385" y="683374"/>
                  </a:lnTo>
                  <a:lnTo>
                    <a:pt x="272415" y="679996"/>
                  </a:lnTo>
                  <a:lnTo>
                    <a:pt x="276593" y="667867"/>
                  </a:lnTo>
                  <a:close/>
                </a:path>
                <a:path w="2222500" h="1115060">
                  <a:moveTo>
                    <a:pt x="1320228" y="214122"/>
                  </a:moveTo>
                  <a:lnTo>
                    <a:pt x="1306436" y="138760"/>
                  </a:lnTo>
                  <a:lnTo>
                    <a:pt x="1284833" y="98031"/>
                  </a:lnTo>
                  <a:lnTo>
                    <a:pt x="1252715" y="53898"/>
                  </a:lnTo>
                  <a:lnTo>
                    <a:pt x="1209509" y="5346"/>
                  </a:lnTo>
                  <a:lnTo>
                    <a:pt x="1196365" y="0"/>
                  </a:lnTo>
                  <a:lnTo>
                    <a:pt x="1186027" y="9893"/>
                  </a:lnTo>
                  <a:lnTo>
                    <a:pt x="1185862" y="18097"/>
                  </a:lnTo>
                  <a:lnTo>
                    <a:pt x="1190802" y="23253"/>
                  </a:lnTo>
                  <a:lnTo>
                    <a:pt x="1239532" y="78854"/>
                  </a:lnTo>
                  <a:lnTo>
                    <a:pt x="1272387" y="127698"/>
                  </a:lnTo>
                  <a:lnTo>
                    <a:pt x="1290332" y="171627"/>
                  </a:lnTo>
                  <a:lnTo>
                    <a:pt x="1294384" y="212471"/>
                  </a:lnTo>
                  <a:lnTo>
                    <a:pt x="1285951" y="250418"/>
                  </a:lnTo>
                  <a:lnTo>
                    <a:pt x="1265199" y="289026"/>
                  </a:lnTo>
                  <a:lnTo>
                    <a:pt x="1231658" y="328980"/>
                  </a:lnTo>
                  <a:lnTo>
                    <a:pt x="1184846" y="370979"/>
                  </a:lnTo>
                  <a:lnTo>
                    <a:pt x="1139164" y="408076"/>
                  </a:lnTo>
                  <a:lnTo>
                    <a:pt x="1098003" y="444068"/>
                  </a:lnTo>
                  <a:lnTo>
                    <a:pt x="1058100" y="484124"/>
                  </a:lnTo>
                  <a:lnTo>
                    <a:pt x="1024851" y="526478"/>
                  </a:lnTo>
                  <a:lnTo>
                    <a:pt x="1003642" y="569315"/>
                  </a:lnTo>
                  <a:lnTo>
                    <a:pt x="999858" y="610870"/>
                  </a:lnTo>
                  <a:lnTo>
                    <a:pt x="1007529" y="633133"/>
                  </a:lnTo>
                  <a:lnTo>
                    <a:pt x="1045108" y="669048"/>
                  </a:lnTo>
                  <a:lnTo>
                    <a:pt x="1077823" y="683361"/>
                  </a:lnTo>
                  <a:lnTo>
                    <a:pt x="1079284" y="683361"/>
                  </a:lnTo>
                  <a:lnTo>
                    <a:pt x="1084580" y="683361"/>
                  </a:lnTo>
                  <a:lnTo>
                    <a:pt x="1089558" y="680085"/>
                  </a:lnTo>
                  <a:lnTo>
                    <a:pt x="1093901" y="668070"/>
                  </a:lnTo>
                  <a:lnTo>
                    <a:pt x="1090409" y="660654"/>
                  </a:lnTo>
                  <a:lnTo>
                    <a:pt x="1083678" y="658228"/>
                  </a:lnTo>
                  <a:lnTo>
                    <a:pt x="1060284" y="647865"/>
                  </a:lnTo>
                  <a:lnTo>
                    <a:pt x="1042733" y="635774"/>
                  </a:lnTo>
                  <a:lnTo>
                    <a:pt x="1031087" y="622007"/>
                  </a:lnTo>
                  <a:lnTo>
                    <a:pt x="1025398" y="606602"/>
                  </a:lnTo>
                  <a:lnTo>
                    <a:pt x="1030274" y="571334"/>
                  </a:lnTo>
                  <a:lnTo>
                    <a:pt x="1051991" y="532879"/>
                  </a:lnTo>
                  <a:lnTo>
                    <a:pt x="1084821" y="493776"/>
                  </a:lnTo>
                  <a:lnTo>
                    <a:pt x="1123010" y="456590"/>
                  </a:lnTo>
                  <a:lnTo>
                    <a:pt x="1160780" y="423862"/>
                  </a:lnTo>
                  <a:lnTo>
                    <a:pt x="1201115" y="391134"/>
                  </a:lnTo>
                  <a:lnTo>
                    <a:pt x="1251902" y="345274"/>
                  </a:lnTo>
                  <a:lnTo>
                    <a:pt x="1288338" y="301015"/>
                  </a:lnTo>
                  <a:lnTo>
                    <a:pt x="1310944" y="257556"/>
                  </a:lnTo>
                  <a:lnTo>
                    <a:pt x="1320228" y="214122"/>
                  </a:lnTo>
                  <a:close/>
                </a:path>
                <a:path w="2222500" h="1115060">
                  <a:moveTo>
                    <a:pt x="1334617" y="1090561"/>
                  </a:moveTo>
                  <a:lnTo>
                    <a:pt x="1333131" y="1076325"/>
                  </a:lnTo>
                  <a:lnTo>
                    <a:pt x="1326819" y="1071181"/>
                  </a:lnTo>
                  <a:lnTo>
                    <a:pt x="1271993" y="1076515"/>
                  </a:lnTo>
                  <a:lnTo>
                    <a:pt x="1223225" y="1080389"/>
                  </a:lnTo>
                  <a:lnTo>
                    <a:pt x="1173213" y="1083551"/>
                  </a:lnTo>
                  <a:lnTo>
                    <a:pt x="1121841" y="1085989"/>
                  </a:lnTo>
                  <a:lnTo>
                    <a:pt x="1068997" y="1087729"/>
                  </a:lnTo>
                  <a:lnTo>
                    <a:pt x="1014564" y="1088771"/>
                  </a:lnTo>
                  <a:lnTo>
                    <a:pt x="951255" y="1089113"/>
                  </a:lnTo>
                  <a:lnTo>
                    <a:pt x="945451" y="1094905"/>
                  </a:lnTo>
                  <a:lnTo>
                    <a:pt x="945451" y="1109218"/>
                  </a:lnTo>
                  <a:lnTo>
                    <a:pt x="951255" y="1115009"/>
                  </a:lnTo>
                  <a:lnTo>
                    <a:pt x="958405" y="1115009"/>
                  </a:lnTo>
                  <a:lnTo>
                    <a:pt x="1014945" y="1114666"/>
                  </a:lnTo>
                  <a:lnTo>
                    <a:pt x="1069771" y="1113612"/>
                  </a:lnTo>
                  <a:lnTo>
                    <a:pt x="1123010" y="1111859"/>
                  </a:lnTo>
                  <a:lnTo>
                    <a:pt x="1174762" y="1109395"/>
                  </a:lnTo>
                  <a:lnTo>
                    <a:pt x="1225156" y="1106208"/>
                  </a:lnTo>
                  <a:lnTo>
                    <a:pt x="1274318" y="1102309"/>
                  </a:lnTo>
                  <a:lnTo>
                    <a:pt x="1329448" y="1096924"/>
                  </a:lnTo>
                  <a:lnTo>
                    <a:pt x="1334617" y="1090561"/>
                  </a:lnTo>
                  <a:close/>
                </a:path>
                <a:path w="2222500" h="1115060">
                  <a:moveTo>
                    <a:pt x="2222068" y="337464"/>
                  </a:moveTo>
                  <a:lnTo>
                    <a:pt x="2220252" y="329476"/>
                  </a:lnTo>
                  <a:lnTo>
                    <a:pt x="2208174" y="321843"/>
                  </a:lnTo>
                  <a:lnTo>
                    <a:pt x="2200173" y="323634"/>
                  </a:lnTo>
                  <a:lnTo>
                    <a:pt x="2175433" y="368935"/>
                  </a:lnTo>
                  <a:lnTo>
                    <a:pt x="2128786" y="469480"/>
                  </a:lnTo>
                  <a:lnTo>
                    <a:pt x="2104313" y="519696"/>
                  </a:lnTo>
                  <a:lnTo>
                    <a:pt x="2077935" y="568490"/>
                  </a:lnTo>
                  <a:lnTo>
                    <a:pt x="2050859" y="610412"/>
                  </a:lnTo>
                  <a:lnTo>
                    <a:pt x="2024329" y="639965"/>
                  </a:lnTo>
                  <a:lnTo>
                    <a:pt x="1992401" y="652030"/>
                  </a:lnTo>
                  <a:lnTo>
                    <a:pt x="1986864" y="658075"/>
                  </a:lnTo>
                  <a:lnTo>
                    <a:pt x="1987486" y="672185"/>
                  </a:lnTo>
                  <a:lnTo>
                    <a:pt x="1993214" y="677608"/>
                  </a:lnTo>
                  <a:lnTo>
                    <a:pt x="2000110" y="677608"/>
                  </a:lnTo>
                  <a:lnTo>
                    <a:pt x="2057514" y="643648"/>
                  </a:lnTo>
                  <a:lnTo>
                    <a:pt x="2085581" y="606044"/>
                  </a:lnTo>
                  <a:lnTo>
                    <a:pt x="2114004" y="557288"/>
                  </a:lnTo>
                  <a:lnTo>
                    <a:pt x="2143226" y="499325"/>
                  </a:lnTo>
                  <a:lnTo>
                    <a:pt x="2173668" y="434098"/>
                  </a:lnTo>
                  <a:lnTo>
                    <a:pt x="2186546" y="406069"/>
                  </a:lnTo>
                  <a:lnTo>
                    <a:pt x="2198357" y="381000"/>
                  </a:lnTo>
                  <a:lnTo>
                    <a:pt x="2208974" y="359829"/>
                  </a:lnTo>
                  <a:lnTo>
                    <a:pt x="2218258" y="343522"/>
                  </a:lnTo>
                  <a:lnTo>
                    <a:pt x="2222068" y="337464"/>
                  </a:lnTo>
                  <a:close/>
                </a:path>
              </a:pathLst>
            </a:custGeom>
            <a:solidFill>
              <a:srgbClr val="40426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02606" y="2474836"/>
            <a:ext cx="7724774" cy="1965324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49174" y="5623702"/>
            <a:ext cx="5972174" cy="30860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50407" y="1274063"/>
            <a:ext cx="7181087" cy="55168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09379" y="884593"/>
            <a:ext cx="10428620" cy="951178"/>
          </a:xfrm>
          <a:prstGeom prst="rect">
            <a:avLst/>
          </a:prstGeom>
        </p:spPr>
        <p:txBody>
          <a:bodyPr vert="horz" wrap="square" lIns="0" tIns="339999" rIns="0" bIns="0" rtlCol="0">
            <a:spAutoFit/>
          </a:bodyPr>
          <a:lstStyle/>
          <a:p>
            <a:pPr marL="1904364">
              <a:lnSpc>
                <a:spcPct val="100000"/>
              </a:lnSpc>
              <a:spcBef>
                <a:spcPts val="95"/>
              </a:spcBef>
            </a:pPr>
            <a:r>
              <a:rPr lang="en-US" sz="3950" spc="225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AVERAGE AGE OF THE PATIENTS</a:t>
            </a:r>
            <a:endParaRPr sz="3950" dirty="0">
              <a:latin typeface="Segoe UI Semibold" panose="020B07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5438967"/>
            <a:ext cx="3660775" cy="4848225"/>
            <a:chOff x="0" y="5438967"/>
            <a:chExt cx="3660775" cy="4848225"/>
          </a:xfrm>
        </p:grpSpPr>
        <p:sp>
          <p:nvSpPr>
            <p:cNvPr id="5" name="object 5"/>
            <p:cNvSpPr/>
            <p:nvPr/>
          </p:nvSpPr>
          <p:spPr>
            <a:xfrm>
              <a:off x="0" y="6003872"/>
              <a:ext cx="3630295" cy="4283710"/>
            </a:xfrm>
            <a:custGeom>
              <a:avLst/>
              <a:gdLst/>
              <a:ahLst/>
              <a:cxnLst/>
              <a:rect l="l" t="t" r="r" b="b"/>
              <a:pathLst>
                <a:path w="3630295" h="4283709">
                  <a:moveTo>
                    <a:pt x="3629788" y="4283126"/>
                  </a:moveTo>
                  <a:lnTo>
                    <a:pt x="0" y="4283126"/>
                  </a:lnTo>
                  <a:lnTo>
                    <a:pt x="0" y="353539"/>
                  </a:lnTo>
                  <a:lnTo>
                    <a:pt x="47262" y="341210"/>
                  </a:lnTo>
                  <a:lnTo>
                    <a:pt x="105771" y="326258"/>
                  </a:lnTo>
                  <a:lnTo>
                    <a:pt x="161887" y="312155"/>
                  </a:lnTo>
                  <a:lnTo>
                    <a:pt x="281878" y="282700"/>
                  </a:lnTo>
                  <a:lnTo>
                    <a:pt x="544046" y="221884"/>
                  </a:lnTo>
                  <a:lnTo>
                    <a:pt x="801063" y="166979"/>
                  </a:lnTo>
                  <a:lnTo>
                    <a:pt x="991870" y="129461"/>
                  </a:lnTo>
                  <a:lnTo>
                    <a:pt x="1178937" y="95666"/>
                  </a:lnTo>
                  <a:lnTo>
                    <a:pt x="1360403" y="66124"/>
                  </a:lnTo>
                  <a:lnTo>
                    <a:pt x="1477351" y="49052"/>
                  </a:lnTo>
                  <a:lnTo>
                    <a:pt x="1590433" y="34261"/>
                  </a:lnTo>
                  <a:lnTo>
                    <a:pt x="1699098" y="21908"/>
                  </a:lnTo>
                  <a:lnTo>
                    <a:pt x="1751603" y="16694"/>
                  </a:lnTo>
                  <a:lnTo>
                    <a:pt x="1802796" y="12149"/>
                  </a:lnTo>
                  <a:lnTo>
                    <a:pt x="1852610" y="8291"/>
                  </a:lnTo>
                  <a:lnTo>
                    <a:pt x="1900975" y="5140"/>
                  </a:lnTo>
                  <a:lnTo>
                    <a:pt x="1947823" y="2716"/>
                  </a:lnTo>
                  <a:lnTo>
                    <a:pt x="1993085" y="1038"/>
                  </a:lnTo>
                  <a:lnTo>
                    <a:pt x="2036692" y="126"/>
                  </a:lnTo>
                  <a:lnTo>
                    <a:pt x="2078575" y="0"/>
                  </a:lnTo>
                  <a:lnTo>
                    <a:pt x="2118665" y="678"/>
                  </a:lnTo>
                  <a:lnTo>
                    <a:pt x="2156894" y="2181"/>
                  </a:lnTo>
                  <a:lnTo>
                    <a:pt x="2227491" y="7739"/>
                  </a:lnTo>
                  <a:lnTo>
                    <a:pt x="2289815" y="16830"/>
                  </a:lnTo>
                  <a:lnTo>
                    <a:pt x="2343316" y="29610"/>
                  </a:lnTo>
                  <a:lnTo>
                    <a:pt x="2387443" y="46236"/>
                  </a:lnTo>
                  <a:lnTo>
                    <a:pt x="2421644" y="66864"/>
                  </a:lnTo>
                  <a:lnTo>
                    <a:pt x="2464870" y="121129"/>
                  </a:lnTo>
                  <a:lnTo>
                    <a:pt x="2503724" y="184666"/>
                  </a:lnTo>
                  <a:lnTo>
                    <a:pt x="2523073" y="218653"/>
                  </a:lnTo>
                  <a:lnTo>
                    <a:pt x="2542367" y="254070"/>
                  </a:lnTo>
                  <a:lnTo>
                    <a:pt x="2561604" y="290881"/>
                  </a:lnTo>
                  <a:lnTo>
                    <a:pt x="2580780" y="329050"/>
                  </a:lnTo>
                  <a:lnTo>
                    <a:pt x="2599892" y="368540"/>
                  </a:lnTo>
                  <a:lnTo>
                    <a:pt x="2618939" y="409316"/>
                  </a:lnTo>
                  <a:lnTo>
                    <a:pt x="2637918" y="451341"/>
                  </a:lnTo>
                  <a:lnTo>
                    <a:pt x="2656825" y="494579"/>
                  </a:lnTo>
                  <a:lnTo>
                    <a:pt x="2675659" y="538993"/>
                  </a:lnTo>
                  <a:lnTo>
                    <a:pt x="2694417" y="584547"/>
                  </a:lnTo>
                  <a:lnTo>
                    <a:pt x="2713096" y="631206"/>
                  </a:lnTo>
                  <a:lnTo>
                    <a:pt x="2731693" y="678932"/>
                  </a:lnTo>
                  <a:lnTo>
                    <a:pt x="2750206" y="727690"/>
                  </a:lnTo>
                  <a:lnTo>
                    <a:pt x="2768633" y="777443"/>
                  </a:lnTo>
                  <a:lnTo>
                    <a:pt x="2786970" y="828154"/>
                  </a:lnTo>
                  <a:lnTo>
                    <a:pt x="2805215" y="879789"/>
                  </a:lnTo>
                  <a:lnTo>
                    <a:pt x="2823365" y="932310"/>
                  </a:lnTo>
                  <a:lnTo>
                    <a:pt x="2841418" y="985681"/>
                  </a:lnTo>
                  <a:lnTo>
                    <a:pt x="2859371" y="1039866"/>
                  </a:lnTo>
                  <a:lnTo>
                    <a:pt x="2877222" y="1094829"/>
                  </a:lnTo>
                  <a:lnTo>
                    <a:pt x="2894967" y="1150533"/>
                  </a:lnTo>
                  <a:lnTo>
                    <a:pt x="2912605" y="1206943"/>
                  </a:lnTo>
                  <a:lnTo>
                    <a:pt x="2930132" y="1264021"/>
                  </a:lnTo>
                  <a:lnTo>
                    <a:pt x="2947546" y="1321732"/>
                  </a:lnTo>
                  <a:lnTo>
                    <a:pt x="2964844" y="1380039"/>
                  </a:lnTo>
                  <a:lnTo>
                    <a:pt x="2982024" y="1438906"/>
                  </a:lnTo>
                  <a:lnTo>
                    <a:pt x="2999084" y="1498297"/>
                  </a:lnTo>
                  <a:lnTo>
                    <a:pt x="3016019" y="1558176"/>
                  </a:lnTo>
                  <a:lnTo>
                    <a:pt x="3032829" y="1618505"/>
                  </a:lnTo>
                  <a:lnTo>
                    <a:pt x="3049509" y="1679250"/>
                  </a:lnTo>
                  <a:lnTo>
                    <a:pt x="3066058" y="1740374"/>
                  </a:lnTo>
                  <a:lnTo>
                    <a:pt x="3082473" y="1801840"/>
                  </a:lnTo>
                  <a:lnTo>
                    <a:pt x="3098752" y="1863613"/>
                  </a:lnTo>
                  <a:lnTo>
                    <a:pt x="3114891" y="1925655"/>
                  </a:lnTo>
                  <a:lnTo>
                    <a:pt x="3130888" y="1987932"/>
                  </a:lnTo>
                  <a:lnTo>
                    <a:pt x="3162445" y="2113040"/>
                  </a:lnTo>
                  <a:lnTo>
                    <a:pt x="3178001" y="2175800"/>
                  </a:lnTo>
                  <a:lnTo>
                    <a:pt x="3193404" y="2238649"/>
                  </a:lnTo>
                  <a:lnTo>
                    <a:pt x="3208652" y="2301550"/>
                  </a:lnTo>
                  <a:lnTo>
                    <a:pt x="3223742" y="2364467"/>
                  </a:lnTo>
                  <a:lnTo>
                    <a:pt x="3238671" y="2427364"/>
                  </a:lnTo>
                  <a:lnTo>
                    <a:pt x="3253438" y="2490204"/>
                  </a:lnTo>
                  <a:lnTo>
                    <a:pt x="3268039" y="2552953"/>
                  </a:lnTo>
                  <a:lnTo>
                    <a:pt x="3282472" y="2615572"/>
                  </a:lnTo>
                  <a:lnTo>
                    <a:pt x="3296734" y="2678026"/>
                  </a:lnTo>
                  <a:lnTo>
                    <a:pt x="3310822" y="2740278"/>
                  </a:lnTo>
                  <a:lnTo>
                    <a:pt x="3324735" y="2802293"/>
                  </a:lnTo>
                  <a:lnTo>
                    <a:pt x="3338468" y="2864034"/>
                  </a:lnTo>
                  <a:lnTo>
                    <a:pt x="3352020" y="2925465"/>
                  </a:lnTo>
                  <a:lnTo>
                    <a:pt x="3365389" y="2986550"/>
                  </a:lnTo>
                  <a:lnTo>
                    <a:pt x="3378570" y="3047251"/>
                  </a:lnTo>
                  <a:lnTo>
                    <a:pt x="3391562" y="3107534"/>
                  </a:lnTo>
                  <a:lnTo>
                    <a:pt x="3404363" y="3167362"/>
                  </a:lnTo>
                  <a:lnTo>
                    <a:pt x="3416969" y="3226698"/>
                  </a:lnTo>
                  <a:lnTo>
                    <a:pt x="3429377" y="3285506"/>
                  </a:lnTo>
                  <a:lnTo>
                    <a:pt x="3441586" y="3343750"/>
                  </a:lnTo>
                  <a:lnTo>
                    <a:pt x="3453593" y="3401394"/>
                  </a:lnTo>
                  <a:lnTo>
                    <a:pt x="3465394" y="3458402"/>
                  </a:lnTo>
                  <a:lnTo>
                    <a:pt x="3476988" y="3514736"/>
                  </a:lnTo>
                  <a:lnTo>
                    <a:pt x="3488371" y="3570362"/>
                  </a:lnTo>
                  <a:lnTo>
                    <a:pt x="3499542" y="3625242"/>
                  </a:lnTo>
                  <a:lnTo>
                    <a:pt x="3510497" y="3679341"/>
                  </a:lnTo>
                  <a:lnTo>
                    <a:pt x="3521234" y="3732621"/>
                  </a:lnTo>
                  <a:lnTo>
                    <a:pt x="3531750" y="3785048"/>
                  </a:lnTo>
                  <a:lnTo>
                    <a:pt x="3542042" y="3836585"/>
                  </a:lnTo>
                  <a:lnTo>
                    <a:pt x="3552109" y="3887194"/>
                  </a:lnTo>
                  <a:lnTo>
                    <a:pt x="3561946" y="3936841"/>
                  </a:lnTo>
                  <a:lnTo>
                    <a:pt x="3571553" y="3985489"/>
                  </a:lnTo>
                  <a:lnTo>
                    <a:pt x="3580925" y="4033101"/>
                  </a:lnTo>
                  <a:lnTo>
                    <a:pt x="3590061" y="4079641"/>
                  </a:lnTo>
                  <a:lnTo>
                    <a:pt x="3607613" y="4169363"/>
                  </a:lnTo>
                  <a:lnTo>
                    <a:pt x="3629788" y="4283126"/>
                  </a:lnTo>
                  <a:close/>
                </a:path>
              </a:pathLst>
            </a:custGeom>
            <a:solidFill>
              <a:srgbClr val="2D8B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57844" y="5973592"/>
              <a:ext cx="1703070" cy="4313555"/>
            </a:xfrm>
            <a:custGeom>
              <a:avLst/>
              <a:gdLst/>
              <a:ahLst/>
              <a:cxnLst/>
              <a:rect l="l" t="t" r="r" b="b"/>
              <a:pathLst>
                <a:path w="1703070" h="4313555">
                  <a:moveTo>
                    <a:pt x="1702737" y="4313406"/>
                  </a:moveTo>
                  <a:lnTo>
                    <a:pt x="1641159" y="4313406"/>
                  </a:lnTo>
                  <a:lnTo>
                    <a:pt x="1520026" y="3700885"/>
                  </a:lnTo>
                  <a:lnTo>
                    <a:pt x="1446328" y="3343110"/>
                  </a:lnTo>
                  <a:lnTo>
                    <a:pt x="1376573" y="3017096"/>
                  </a:lnTo>
                  <a:lnTo>
                    <a:pt x="1314146" y="2736361"/>
                  </a:lnTo>
                  <a:lnTo>
                    <a:pt x="1261576" y="2508344"/>
                  </a:lnTo>
                  <a:lnTo>
                    <a:pt x="1206815" y="2279208"/>
                  </a:lnTo>
                  <a:lnTo>
                    <a:pt x="1164386" y="2107691"/>
                  </a:lnTo>
                  <a:lnTo>
                    <a:pt x="1120855" y="1937295"/>
                  </a:lnTo>
                  <a:lnTo>
                    <a:pt x="1076278" y="1768770"/>
                  </a:lnTo>
                  <a:lnTo>
                    <a:pt x="1030712" y="1602866"/>
                  </a:lnTo>
                  <a:lnTo>
                    <a:pt x="999813" y="1494091"/>
                  </a:lnTo>
                  <a:lnTo>
                    <a:pt x="968515" y="1387037"/>
                  </a:lnTo>
                  <a:lnTo>
                    <a:pt x="936835" y="1281926"/>
                  </a:lnTo>
                  <a:lnTo>
                    <a:pt x="904791" y="1178981"/>
                  </a:lnTo>
                  <a:lnTo>
                    <a:pt x="872397" y="1078423"/>
                  </a:lnTo>
                  <a:lnTo>
                    <a:pt x="839673" y="980476"/>
                  </a:lnTo>
                  <a:lnTo>
                    <a:pt x="806632" y="885362"/>
                  </a:lnTo>
                  <a:lnTo>
                    <a:pt x="773294" y="793302"/>
                  </a:lnTo>
                  <a:lnTo>
                    <a:pt x="739673" y="704520"/>
                  </a:lnTo>
                  <a:lnTo>
                    <a:pt x="705787" y="619237"/>
                  </a:lnTo>
                  <a:lnTo>
                    <a:pt x="688750" y="577978"/>
                  </a:lnTo>
                  <a:lnTo>
                    <a:pt x="671652" y="537677"/>
                  </a:lnTo>
                  <a:lnTo>
                    <a:pt x="654497" y="498362"/>
                  </a:lnTo>
                  <a:lnTo>
                    <a:pt x="637285" y="460060"/>
                  </a:lnTo>
                  <a:lnTo>
                    <a:pt x="620020" y="422801"/>
                  </a:lnTo>
                  <a:lnTo>
                    <a:pt x="602703" y="386611"/>
                  </a:lnTo>
                  <a:lnTo>
                    <a:pt x="585336" y="351518"/>
                  </a:lnTo>
                  <a:lnTo>
                    <a:pt x="567922" y="317550"/>
                  </a:lnTo>
                  <a:lnTo>
                    <a:pt x="532958" y="253101"/>
                  </a:lnTo>
                  <a:lnTo>
                    <a:pt x="497829" y="193485"/>
                  </a:lnTo>
                  <a:lnTo>
                    <a:pt x="462551" y="138925"/>
                  </a:lnTo>
                  <a:lnTo>
                    <a:pt x="412428" y="101934"/>
                  </a:lnTo>
                  <a:lnTo>
                    <a:pt x="336479" y="78849"/>
                  </a:lnTo>
                  <a:lnTo>
                    <a:pt x="281463" y="69880"/>
                  </a:lnTo>
                  <a:lnTo>
                    <a:pt x="213186" y="63560"/>
                  </a:lnTo>
                  <a:lnTo>
                    <a:pt x="130220" y="60590"/>
                  </a:lnTo>
                  <a:lnTo>
                    <a:pt x="31139" y="61669"/>
                  </a:lnTo>
                  <a:lnTo>
                    <a:pt x="19312" y="59660"/>
                  </a:lnTo>
                  <a:lnTo>
                    <a:pt x="9511" y="53486"/>
                  </a:lnTo>
                  <a:lnTo>
                    <a:pt x="2739" y="44086"/>
                  </a:lnTo>
                  <a:lnTo>
                    <a:pt x="0" y="32397"/>
                  </a:lnTo>
                  <a:lnTo>
                    <a:pt x="2000" y="20572"/>
                  </a:lnTo>
                  <a:lnTo>
                    <a:pt x="8160" y="10775"/>
                  </a:lnTo>
                  <a:lnTo>
                    <a:pt x="17558" y="4004"/>
                  </a:lnTo>
                  <a:lnTo>
                    <a:pt x="29271" y="1258"/>
                  </a:lnTo>
                  <a:lnTo>
                    <a:pt x="107468" y="0"/>
                  </a:lnTo>
                  <a:lnTo>
                    <a:pt x="178882" y="1293"/>
                  </a:lnTo>
                  <a:lnTo>
                    <a:pt x="243567" y="5151"/>
                  </a:lnTo>
                  <a:lnTo>
                    <a:pt x="301579" y="11584"/>
                  </a:lnTo>
                  <a:lnTo>
                    <a:pt x="352972" y="20605"/>
                  </a:lnTo>
                  <a:lnTo>
                    <a:pt x="397799" y="32225"/>
                  </a:lnTo>
                  <a:lnTo>
                    <a:pt x="436115" y="46455"/>
                  </a:lnTo>
                  <a:lnTo>
                    <a:pt x="493431" y="82794"/>
                  </a:lnTo>
                  <a:lnTo>
                    <a:pt x="530232" y="131599"/>
                  </a:lnTo>
                  <a:lnTo>
                    <a:pt x="565497" y="188703"/>
                  </a:lnTo>
                  <a:lnTo>
                    <a:pt x="600594" y="250638"/>
                  </a:lnTo>
                  <a:lnTo>
                    <a:pt x="635505" y="317189"/>
                  </a:lnTo>
                  <a:lnTo>
                    <a:pt x="652886" y="352128"/>
                  </a:lnTo>
                  <a:lnTo>
                    <a:pt x="670215" y="388141"/>
                  </a:lnTo>
                  <a:lnTo>
                    <a:pt x="687490" y="425200"/>
                  </a:lnTo>
                  <a:lnTo>
                    <a:pt x="704709" y="463279"/>
                  </a:lnTo>
                  <a:lnTo>
                    <a:pt x="721869" y="502351"/>
                  </a:lnTo>
                  <a:lnTo>
                    <a:pt x="738970" y="542388"/>
                  </a:lnTo>
                  <a:lnTo>
                    <a:pt x="756008" y="583364"/>
                  </a:lnTo>
                  <a:lnTo>
                    <a:pt x="789891" y="668026"/>
                  </a:lnTo>
                  <a:lnTo>
                    <a:pt x="823502" y="756122"/>
                  </a:lnTo>
                  <a:lnTo>
                    <a:pt x="856825" y="847435"/>
                  </a:lnTo>
                  <a:lnTo>
                    <a:pt x="889845" y="941751"/>
                  </a:lnTo>
                  <a:lnTo>
                    <a:pt x="922546" y="1038856"/>
                  </a:lnTo>
                  <a:lnTo>
                    <a:pt x="954912" y="1138533"/>
                  </a:lnTo>
                  <a:lnTo>
                    <a:pt x="986928" y="1240568"/>
                  </a:lnTo>
                  <a:lnTo>
                    <a:pt x="1018577" y="1344746"/>
                  </a:lnTo>
                  <a:lnTo>
                    <a:pt x="1049844" y="1450852"/>
                  </a:lnTo>
                  <a:lnTo>
                    <a:pt x="1080713" y="1558671"/>
                  </a:lnTo>
                  <a:lnTo>
                    <a:pt x="1126236" y="1723140"/>
                  </a:lnTo>
                  <a:lnTo>
                    <a:pt x="1170776" y="1890252"/>
                  </a:lnTo>
                  <a:lnTo>
                    <a:pt x="1214278" y="2059283"/>
                  </a:lnTo>
                  <a:lnTo>
                    <a:pt x="1256691" y="2229506"/>
                  </a:lnTo>
                  <a:lnTo>
                    <a:pt x="1311453" y="2457070"/>
                  </a:lnTo>
                  <a:lnTo>
                    <a:pt x="1364056" y="2683742"/>
                  </a:lnTo>
                  <a:lnTo>
                    <a:pt x="1426584" y="2963208"/>
                  </a:lnTo>
                  <a:lnTo>
                    <a:pt x="1496558" y="3288449"/>
                  </a:lnTo>
                  <a:lnTo>
                    <a:pt x="1590286" y="3743516"/>
                  </a:lnTo>
                  <a:lnTo>
                    <a:pt x="1702737" y="4313406"/>
                  </a:lnTo>
                  <a:close/>
                </a:path>
              </a:pathLst>
            </a:custGeom>
            <a:solidFill>
              <a:srgbClr val="4042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6319102"/>
              <a:ext cx="3241040" cy="3968115"/>
            </a:xfrm>
            <a:custGeom>
              <a:avLst/>
              <a:gdLst/>
              <a:ahLst/>
              <a:cxnLst/>
              <a:rect l="l" t="t" r="r" b="b"/>
              <a:pathLst>
                <a:path w="3241040" h="3968115">
                  <a:moveTo>
                    <a:pt x="3240828" y="3967896"/>
                  </a:moveTo>
                  <a:lnTo>
                    <a:pt x="0" y="3967896"/>
                  </a:lnTo>
                  <a:lnTo>
                    <a:pt x="0" y="318795"/>
                  </a:lnTo>
                  <a:lnTo>
                    <a:pt x="175045" y="271646"/>
                  </a:lnTo>
                  <a:lnTo>
                    <a:pt x="232924" y="256774"/>
                  </a:lnTo>
                  <a:lnTo>
                    <a:pt x="288629" y="242775"/>
                  </a:lnTo>
                  <a:lnTo>
                    <a:pt x="476369" y="197684"/>
                  </a:lnTo>
                  <a:lnTo>
                    <a:pt x="537454" y="183727"/>
                  </a:lnTo>
                  <a:lnTo>
                    <a:pt x="537902" y="183614"/>
                  </a:lnTo>
                  <a:lnTo>
                    <a:pt x="730079" y="141991"/>
                  </a:lnTo>
                  <a:lnTo>
                    <a:pt x="919467" y="104530"/>
                  </a:lnTo>
                  <a:lnTo>
                    <a:pt x="1043827" y="82031"/>
                  </a:lnTo>
                  <a:lnTo>
                    <a:pt x="1165750" y="61775"/>
                  </a:lnTo>
                  <a:lnTo>
                    <a:pt x="1284452" y="43989"/>
                  </a:lnTo>
                  <a:lnTo>
                    <a:pt x="1399146" y="28898"/>
                  </a:lnTo>
                  <a:lnTo>
                    <a:pt x="1454744" y="22433"/>
                  </a:lnTo>
                  <a:lnTo>
                    <a:pt x="1509046" y="16727"/>
                  </a:lnTo>
                  <a:lnTo>
                    <a:pt x="1561953" y="11808"/>
                  </a:lnTo>
                  <a:lnTo>
                    <a:pt x="1613367" y="7704"/>
                  </a:lnTo>
                  <a:lnTo>
                    <a:pt x="1663190" y="4442"/>
                  </a:lnTo>
                  <a:lnTo>
                    <a:pt x="1711324" y="2053"/>
                  </a:lnTo>
                  <a:lnTo>
                    <a:pt x="1757670" y="562"/>
                  </a:lnTo>
                  <a:lnTo>
                    <a:pt x="1802130" y="0"/>
                  </a:lnTo>
                  <a:lnTo>
                    <a:pt x="1844606" y="393"/>
                  </a:lnTo>
                  <a:lnTo>
                    <a:pt x="1884999" y="1771"/>
                  </a:lnTo>
                  <a:lnTo>
                    <a:pt x="1923212" y="4161"/>
                  </a:lnTo>
                  <a:lnTo>
                    <a:pt x="1992704" y="12091"/>
                  </a:lnTo>
                  <a:lnTo>
                    <a:pt x="2052295" y="24410"/>
                  </a:lnTo>
                  <a:lnTo>
                    <a:pt x="2101199" y="41343"/>
                  </a:lnTo>
                  <a:lnTo>
                    <a:pt x="2138631" y="63116"/>
                  </a:lnTo>
                  <a:lnTo>
                    <a:pt x="2182371" y="119923"/>
                  </a:lnTo>
                  <a:lnTo>
                    <a:pt x="2219463" y="184940"/>
                  </a:lnTo>
                  <a:lnTo>
                    <a:pt x="2237980" y="219899"/>
                  </a:lnTo>
                  <a:lnTo>
                    <a:pt x="2256473" y="256433"/>
                  </a:lnTo>
                  <a:lnTo>
                    <a:pt x="2274938" y="294495"/>
                  </a:lnTo>
                  <a:lnTo>
                    <a:pt x="2293371" y="334040"/>
                  </a:lnTo>
                  <a:lnTo>
                    <a:pt x="2311767" y="375025"/>
                  </a:lnTo>
                  <a:lnTo>
                    <a:pt x="2330123" y="417402"/>
                  </a:lnTo>
                  <a:lnTo>
                    <a:pt x="2348435" y="461128"/>
                  </a:lnTo>
                  <a:lnTo>
                    <a:pt x="2366699" y="506157"/>
                  </a:lnTo>
                  <a:lnTo>
                    <a:pt x="2384911" y="552444"/>
                  </a:lnTo>
                  <a:lnTo>
                    <a:pt x="2403067" y="599944"/>
                  </a:lnTo>
                  <a:lnTo>
                    <a:pt x="2421163" y="648612"/>
                  </a:lnTo>
                  <a:lnTo>
                    <a:pt x="2439195" y="698403"/>
                  </a:lnTo>
                  <a:lnTo>
                    <a:pt x="2457159" y="749271"/>
                  </a:lnTo>
                  <a:lnTo>
                    <a:pt x="2475051" y="801171"/>
                  </a:lnTo>
                  <a:lnTo>
                    <a:pt x="2492867" y="854059"/>
                  </a:lnTo>
                  <a:lnTo>
                    <a:pt x="2510604" y="907889"/>
                  </a:lnTo>
                  <a:lnTo>
                    <a:pt x="2528256" y="962616"/>
                  </a:lnTo>
                  <a:lnTo>
                    <a:pt x="2545821" y="1018195"/>
                  </a:lnTo>
                  <a:lnTo>
                    <a:pt x="2563294" y="1074581"/>
                  </a:lnTo>
                  <a:lnTo>
                    <a:pt x="2580672" y="1131729"/>
                  </a:lnTo>
                  <a:lnTo>
                    <a:pt x="2597950" y="1189593"/>
                  </a:lnTo>
                  <a:lnTo>
                    <a:pt x="2615124" y="1248129"/>
                  </a:lnTo>
                  <a:lnTo>
                    <a:pt x="2632191" y="1307291"/>
                  </a:lnTo>
                  <a:lnTo>
                    <a:pt x="2649146" y="1367034"/>
                  </a:lnTo>
                  <a:lnTo>
                    <a:pt x="2665985" y="1427314"/>
                  </a:lnTo>
                  <a:lnTo>
                    <a:pt x="2682705" y="1488084"/>
                  </a:lnTo>
                  <a:lnTo>
                    <a:pt x="2699302" y="1549300"/>
                  </a:lnTo>
                  <a:lnTo>
                    <a:pt x="2715771" y="1610918"/>
                  </a:lnTo>
                  <a:lnTo>
                    <a:pt x="2732109" y="1672890"/>
                  </a:lnTo>
                  <a:lnTo>
                    <a:pt x="2748311" y="1735174"/>
                  </a:lnTo>
                  <a:lnTo>
                    <a:pt x="2764375" y="1797723"/>
                  </a:lnTo>
                  <a:lnTo>
                    <a:pt x="2796067" y="1923436"/>
                  </a:lnTo>
                  <a:lnTo>
                    <a:pt x="2811688" y="1986510"/>
                  </a:lnTo>
                  <a:lnTo>
                    <a:pt x="2827155" y="2049670"/>
                  </a:lnTo>
                  <a:lnTo>
                    <a:pt x="2842462" y="2112869"/>
                  </a:lnTo>
                  <a:lnTo>
                    <a:pt x="2857606" y="2176062"/>
                  </a:lnTo>
                  <a:lnTo>
                    <a:pt x="2872582" y="2239206"/>
                  </a:lnTo>
                  <a:lnTo>
                    <a:pt x="2887388" y="2302254"/>
                  </a:lnTo>
                  <a:lnTo>
                    <a:pt x="2902019" y="2365161"/>
                  </a:lnTo>
                  <a:lnTo>
                    <a:pt x="2916471" y="2427882"/>
                  </a:lnTo>
                  <a:lnTo>
                    <a:pt x="2930740" y="2490373"/>
                  </a:lnTo>
                  <a:lnTo>
                    <a:pt x="2944822" y="2552587"/>
                  </a:lnTo>
                  <a:lnTo>
                    <a:pt x="2958713" y="2614481"/>
                  </a:lnTo>
                  <a:lnTo>
                    <a:pt x="2972409" y="2676008"/>
                  </a:lnTo>
                  <a:lnTo>
                    <a:pt x="2985906" y="2737124"/>
                  </a:lnTo>
                  <a:lnTo>
                    <a:pt x="2999201" y="2797783"/>
                  </a:lnTo>
                  <a:lnTo>
                    <a:pt x="3012289" y="2857941"/>
                  </a:lnTo>
                  <a:lnTo>
                    <a:pt x="3025166" y="2917552"/>
                  </a:lnTo>
                  <a:lnTo>
                    <a:pt x="3037828" y="2976571"/>
                  </a:lnTo>
                  <a:lnTo>
                    <a:pt x="3050272" y="3034953"/>
                  </a:lnTo>
                  <a:lnTo>
                    <a:pt x="3062493" y="3092653"/>
                  </a:lnTo>
                  <a:lnTo>
                    <a:pt x="3074488" y="3149626"/>
                  </a:lnTo>
                  <a:lnTo>
                    <a:pt x="3086252" y="3205827"/>
                  </a:lnTo>
                  <a:lnTo>
                    <a:pt x="3097781" y="3261210"/>
                  </a:lnTo>
                  <a:lnTo>
                    <a:pt x="3109072" y="3315731"/>
                  </a:lnTo>
                  <a:lnTo>
                    <a:pt x="3120121" y="3369344"/>
                  </a:lnTo>
                  <a:lnTo>
                    <a:pt x="3130923" y="3422004"/>
                  </a:lnTo>
                  <a:lnTo>
                    <a:pt x="3141475" y="3473666"/>
                  </a:lnTo>
                  <a:lnTo>
                    <a:pt x="3151773" y="3524286"/>
                  </a:lnTo>
                  <a:lnTo>
                    <a:pt x="3161812" y="3573817"/>
                  </a:lnTo>
                  <a:lnTo>
                    <a:pt x="3171589" y="3622215"/>
                  </a:lnTo>
                  <a:lnTo>
                    <a:pt x="3181099" y="3669434"/>
                  </a:lnTo>
                  <a:lnTo>
                    <a:pt x="3199306" y="3760157"/>
                  </a:lnTo>
                  <a:lnTo>
                    <a:pt x="3240828" y="39678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7161123"/>
              <a:ext cx="2900045" cy="3126105"/>
            </a:xfrm>
            <a:custGeom>
              <a:avLst/>
              <a:gdLst/>
              <a:ahLst/>
              <a:cxnLst/>
              <a:rect l="l" t="t" r="r" b="b"/>
              <a:pathLst>
                <a:path w="2900045" h="3126104">
                  <a:moveTo>
                    <a:pt x="470382" y="845515"/>
                  </a:moveTo>
                  <a:lnTo>
                    <a:pt x="465086" y="798969"/>
                  </a:lnTo>
                  <a:lnTo>
                    <a:pt x="452843" y="744613"/>
                  </a:lnTo>
                  <a:lnTo>
                    <a:pt x="436130" y="687400"/>
                  </a:lnTo>
                  <a:lnTo>
                    <a:pt x="417423" y="632269"/>
                  </a:lnTo>
                  <a:lnTo>
                    <a:pt x="399173" y="584149"/>
                  </a:lnTo>
                  <a:lnTo>
                    <a:pt x="383857" y="547979"/>
                  </a:lnTo>
                  <a:lnTo>
                    <a:pt x="366788" y="541147"/>
                  </a:lnTo>
                  <a:lnTo>
                    <a:pt x="332066" y="545769"/>
                  </a:lnTo>
                  <a:lnTo>
                    <a:pt x="285546" y="558190"/>
                  </a:lnTo>
                  <a:lnTo>
                    <a:pt x="180568" y="591667"/>
                  </a:lnTo>
                  <a:lnTo>
                    <a:pt x="152768" y="599821"/>
                  </a:lnTo>
                  <a:lnTo>
                    <a:pt x="130098" y="527088"/>
                  </a:lnTo>
                  <a:lnTo>
                    <a:pt x="114058" y="472249"/>
                  </a:lnTo>
                  <a:lnTo>
                    <a:pt x="97409" y="417715"/>
                  </a:lnTo>
                  <a:lnTo>
                    <a:pt x="78701" y="364058"/>
                  </a:lnTo>
                  <a:lnTo>
                    <a:pt x="66459" y="338010"/>
                  </a:lnTo>
                  <a:lnTo>
                    <a:pt x="46736" y="321551"/>
                  </a:lnTo>
                  <a:lnTo>
                    <a:pt x="11315" y="318935"/>
                  </a:lnTo>
                  <a:lnTo>
                    <a:pt x="0" y="321881"/>
                  </a:lnTo>
                  <a:lnTo>
                    <a:pt x="0" y="638721"/>
                  </a:lnTo>
                  <a:lnTo>
                    <a:pt x="0" y="1015377"/>
                  </a:lnTo>
                  <a:lnTo>
                    <a:pt x="0" y="1311668"/>
                  </a:lnTo>
                  <a:lnTo>
                    <a:pt x="11798" y="1313624"/>
                  </a:lnTo>
                  <a:lnTo>
                    <a:pt x="58547" y="1309128"/>
                  </a:lnTo>
                  <a:lnTo>
                    <a:pt x="112941" y="1297076"/>
                  </a:lnTo>
                  <a:lnTo>
                    <a:pt x="170078" y="1280071"/>
                  </a:lnTo>
                  <a:lnTo>
                    <a:pt x="225069" y="1260754"/>
                  </a:lnTo>
                  <a:lnTo>
                    <a:pt x="272999" y="1241729"/>
                  </a:lnTo>
                  <a:lnTo>
                    <a:pt x="308965" y="1225626"/>
                  </a:lnTo>
                  <a:lnTo>
                    <a:pt x="315328" y="1206627"/>
                  </a:lnTo>
                  <a:lnTo>
                    <a:pt x="309575" y="1167384"/>
                  </a:lnTo>
                  <a:lnTo>
                    <a:pt x="295592" y="1114615"/>
                  </a:lnTo>
                  <a:lnTo>
                    <a:pt x="258546" y="995375"/>
                  </a:lnTo>
                  <a:lnTo>
                    <a:pt x="246773" y="954570"/>
                  </a:lnTo>
                  <a:lnTo>
                    <a:pt x="246913" y="954532"/>
                  </a:lnTo>
                  <a:lnTo>
                    <a:pt x="300304" y="939228"/>
                  </a:lnTo>
                  <a:lnTo>
                    <a:pt x="409600" y="906627"/>
                  </a:lnTo>
                  <a:lnTo>
                    <a:pt x="450329" y="895413"/>
                  </a:lnTo>
                  <a:lnTo>
                    <a:pt x="466293" y="879309"/>
                  </a:lnTo>
                  <a:lnTo>
                    <a:pt x="470382" y="845515"/>
                  </a:lnTo>
                  <a:close/>
                </a:path>
                <a:path w="2900045" h="3126104">
                  <a:moveTo>
                    <a:pt x="2215985" y="72390"/>
                  </a:moveTo>
                  <a:lnTo>
                    <a:pt x="2206980" y="43053"/>
                  </a:lnTo>
                  <a:lnTo>
                    <a:pt x="2185162" y="17322"/>
                  </a:lnTo>
                  <a:lnTo>
                    <a:pt x="2161438" y="0"/>
                  </a:lnTo>
                  <a:lnTo>
                    <a:pt x="2149246" y="533"/>
                  </a:lnTo>
                  <a:lnTo>
                    <a:pt x="2122055" y="5791"/>
                  </a:lnTo>
                  <a:lnTo>
                    <a:pt x="2082469" y="14947"/>
                  </a:lnTo>
                  <a:lnTo>
                    <a:pt x="2033130" y="27165"/>
                  </a:lnTo>
                  <a:lnTo>
                    <a:pt x="1732191" y="105803"/>
                  </a:lnTo>
                  <a:lnTo>
                    <a:pt x="1679575" y="119303"/>
                  </a:lnTo>
                  <a:lnTo>
                    <a:pt x="1203972" y="239191"/>
                  </a:lnTo>
                  <a:lnTo>
                    <a:pt x="779373" y="350151"/>
                  </a:lnTo>
                  <a:lnTo>
                    <a:pt x="686079" y="375335"/>
                  </a:lnTo>
                  <a:lnTo>
                    <a:pt x="639737" y="388874"/>
                  </a:lnTo>
                  <a:lnTo>
                    <a:pt x="590765" y="417804"/>
                  </a:lnTo>
                  <a:lnTo>
                    <a:pt x="606259" y="467207"/>
                  </a:lnTo>
                  <a:lnTo>
                    <a:pt x="617258" y="483209"/>
                  </a:lnTo>
                  <a:lnTo>
                    <a:pt x="640892" y="488010"/>
                  </a:lnTo>
                  <a:lnTo>
                    <a:pt x="685520" y="482485"/>
                  </a:lnTo>
                  <a:lnTo>
                    <a:pt x="759460" y="467461"/>
                  </a:lnTo>
                  <a:lnTo>
                    <a:pt x="855408" y="446455"/>
                  </a:lnTo>
                  <a:lnTo>
                    <a:pt x="951484" y="424434"/>
                  </a:lnTo>
                  <a:lnTo>
                    <a:pt x="1095768" y="389890"/>
                  </a:lnTo>
                  <a:lnTo>
                    <a:pt x="1755203" y="225082"/>
                  </a:lnTo>
                  <a:lnTo>
                    <a:pt x="2151938" y="122732"/>
                  </a:lnTo>
                  <a:lnTo>
                    <a:pt x="2201278" y="100545"/>
                  </a:lnTo>
                  <a:lnTo>
                    <a:pt x="2215985" y="72390"/>
                  </a:lnTo>
                  <a:close/>
                </a:path>
                <a:path w="2900045" h="3126104">
                  <a:moveTo>
                    <a:pt x="2314016" y="462445"/>
                  </a:moveTo>
                  <a:lnTo>
                    <a:pt x="2305012" y="433108"/>
                  </a:lnTo>
                  <a:lnTo>
                    <a:pt x="2283193" y="407377"/>
                  </a:lnTo>
                  <a:lnTo>
                    <a:pt x="2259457" y="390042"/>
                  </a:lnTo>
                  <a:lnTo>
                    <a:pt x="2247277" y="390575"/>
                  </a:lnTo>
                  <a:lnTo>
                    <a:pt x="2220074" y="395833"/>
                  </a:lnTo>
                  <a:lnTo>
                    <a:pt x="2180488" y="404990"/>
                  </a:lnTo>
                  <a:lnTo>
                    <a:pt x="2131149" y="417207"/>
                  </a:lnTo>
                  <a:lnTo>
                    <a:pt x="1830209" y="495846"/>
                  </a:lnTo>
                  <a:lnTo>
                    <a:pt x="1777593" y="509346"/>
                  </a:lnTo>
                  <a:lnTo>
                    <a:pt x="1301991" y="629246"/>
                  </a:lnTo>
                  <a:lnTo>
                    <a:pt x="877404" y="740206"/>
                  </a:lnTo>
                  <a:lnTo>
                    <a:pt x="784098" y="765378"/>
                  </a:lnTo>
                  <a:lnTo>
                    <a:pt x="737755" y="778916"/>
                  </a:lnTo>
                  <a:lnTo>
                    <a:pt x="688784" y="807847"/>
                  </a:lnTo>
                  <a:lnTo>
                    <a:pt x="704291" y="857262"/>
                  </a:lnTo>
                  <a:lnTo>
                    <a:pt x="715289" y="873264"/>
                  </a:lnTo>
                  <a:lnTo>
                    <a:pt x="738924" y="878078"/>
                  </a:lnTo>
                  <a:lnTo>
                    <a:pt x="783539" y="872540"/>
                  </a:lnTo>
                  <a:lnTo>
                    <a:pt x="857478" y="857504"/>
                  </a:lnTo>
                  <a:lnTo>
                    <a:pt x="953427" y="836498"/>
                  </a:lnTo>
                  <a:lnTo>
                    <a:pt x="1049502" y="814476"/>
                  </a:lnTo>
                  <a:lnTo>
                    <a:pt x="1193787" y="779945"/>
                  </a:lnTo>
                  <a:lnTo>
                    <a:pt x="1853222" y="615137"/>
                  </a:lnTo>
                  <a:lnTo>
                    <a:pt x="2249970" y="512787"/>
                  </a:lnTo>
                  <a:lnTo>
                    <a:pt x="2299297" y="490601"/>
                  </a:lnTo>
                  <a:lnTo>
                    <a:pt x="2314016" y="462445"/>
                  </a:lnTo>
                  <a:close/>
                </a:path>
                <a:path w="2900045" h="3126104">
                  <a:moveTo>
                    <a:pt x="2412047" y="852512"/>
                  </a:moveTo>
                  <a:lnTo>
                    <a:pt x="2403043" y="823175"/>
                  </a:lnTo>
                  <a:lnTo>
                    <a:pt x="2381224" y="797445"/>
                  </a:lnTo>
                  <a:lnTo>
                    <a:pt x="2357488" y="780122"/>
                  </a:lnTo>
                  <a:lnTo>
                    <a:pt x="2345309" y="780656"/>
                  </a:lnTo>
                  <a:lnTo>
                    <a:pt x="2318105" y="785901"/>
                  </a:lnTo>
                  <a:lnTo>
                    <a:pt x="2278519" y="795045"/>
                  </a:lnTo>
                  <a:lnTo>
                    <a:pt x="2229180" y="807262"/>
                  </a:lnTo>
                  <a:lnTo>
                    <a:pt x="1928241" y="885913"/>
                  </a:lnTo>
                  <a:lnTo>
                    <a:pt x="1875624" y="899414"/>
                  </a:lnTo>
                  <a:lnTo>
                    <a:pt x="1400022" y="1019302"/>
                  </a:lnTo>
                  <a:lnTo>
                    <a:pt x="975423" y="1130261"/>
                  </a:lnTo>
                  <a:lnTo>
                    <a:pt x="882129" y="1155446"/>
                  </a:lnTo>
                  <a:lnTo>
                    <a:pt x="835787" y="1168971"/>
                  </a:lnTo>
                  <a:lnTo>
                    <a:pt x="786815" y="1197902"/>
                  </a:lnTo>
                  <a:lnTo>
                    <a:pt x="802322" y="1247330"/>
                  </a:lnTo>
                  <a:lnTo>
                    <a:pt x="813308" y="1263332"/>
                  </a:lnTo>
                  <a:lnTo>
                    <a:pt x="836942" y="1268133"/>
                  </a:lnTo>
                  <a:lnTo>
                    <a:pt x="881570" y="1262595"/>
                  </a:lnTo>
                  <a:lnTo>
                    <a:pt x="955509" y="1247571"/>
                  </a:lnTo>
                  <a:lnTo>
                    <a:pt x="1051445" y="1226553"/>
                  </a:lnTo>
                  <a:lnTo>
                    <a:pt x="1147521" y="1204531"/>
                  </a:lnTo>
                  <a:lnTo>
                    <a:pt x="1291818" y="1170000"/>
                  </a:lnTo>
                  <a:lnTo>
                    <a:pt x="1951253" y="1005205"/>
                  </a:lnTo>
                  <a:lnTo>
                    <a:pt x="2347988" y="902855"/>
                  </a:lnTo>
                  <a:lnTo>
                    <a:pt x="2397328" y="880668"/>
                  </a:lnTo>
                  <a:lnTo>
                    <a:pt x="2412047" y="852512"/>
                  </a:lnTo>
                  <a:close/>
                </a:path>
                <a:path w="2900045" h="3126104">
                  <a:moveTo>
                    <a:pt x="2507843" y="1246695"/>
                  </a:moveTo>
                  <a:lnTo>
                    <a:pt x="2495727" y="1210462"/>
                  </a:lnTo>
                  <a:lnTo>
                    <a:pt x="2452535" y="1184109"/>
                  </a:lnTo>
                  <a:lnTo>
                    <a:pt x="2429929" y="1176566"/>
                  </a:lnTo>
                  <a:lnTo>
                    <a:pt x="2421267" y="1177137"/>
                  </a:lnTo>
                  <a:lnTo>
                    <a:pt x="2376005" y="1186319"/>
                  </a:lnTo>
                  <a:lnTo>
                    <a:pt x="2299639" y="1204442"/>
                  </a:lnTo>
                  <a:lnTo>
                    <a:pt x="2142960" y="1243787"/>
                  </a:lnTo>
                  <a:lnTo>
                    <a:pt x="1602740" y="1382687"/>
                  </a:lnTo>
                  <a:lnTo>
                    <a:pt x="686054" y="1613877"/>
                  </a:lnTo>
                  <a:lnTo>
                    <a:pt x="0" y="1790585"/>
                  </a:lnTo>
                  <a:lnTo>
                    <a:pt x="0" y="1902294"/>
                  </a:lnTo>
                  <a:lnTo>
                    <a:pt x="246888" y="1844573"/>
                  </a:lnTo>
                  <a:lnTo>
                    <a:pt x="638657" y="1749031"/>
                  </a:lnTo>
                  <a:lnTo>
                    <a:pt x="1792516" y="1459509"/>
                  </a:lnTo>
                  <a:lnTo>
                    <a:pt x="2393226" y="1306144"/>
                  </a:lnTo>
                  <a:lnTo>
                    <a:pt x="2454808" y="1286675"/>
                  </a:lnTo>
                  <a:lnTo>
                    <a:pt x="2491600" y="1266596"/>
                  </a:lnTo>
                  <a:lnTo>
                    <a:pt x="2507843" y="1246695"/>
                  </a:lnTo>
                  <a:close/>
                </a:path>
                <a:path w="2900045" h="3126104">
                  <a:moveTo>
                    <a:pt x="2605875" y="1636750"/>
                  </a:moveTo>
                  <a:lnTo>
                    <a:pt x="2593759" y="1600517"/>
                  </a:lnTo>
                  <a:lnTo>
                    <a:pt x="2550566" y="1574177"/>
                  </a:lnTo>
                  <a:lnTo>
                    <a:pt x="2527960" y="1566633"/>
                  </a:lnTo>
                  <a:lnTo>
                    <a:pt x="2519299" y="1567205"/>
                  </a:lnTo>
                  <a:lnTo>
                    <a:pt x="2474023" y="1576387"/>
                  </a:lnTo>
                  <a:lnTo>
                    <a:pt x="2397658" y="1594510"/>
                  </a:lnTo>
                  <a:lnTo>
                    <a:pt x="2240991" y="1633842"/>
                  </a:lnTo>
                  <a:lnTo>
                    <a:pt x="1700758" y="1772729"/>
                  </a:lnTo>
                  <a:lnTo>
                    <a:pt x="784085" y="2003920"/>
                  </a:lnTo>
                  <a:lnTo>
                    <a:pt x="92303" y="2182126"/>
                  </a:lnTo>
                  <a:lnTo>
                    <a:pt x="0" y="2206421"/>
                  </a:lnTo>
                  <a:lnTo>
                    <a:pt x="0" y="2314359"/>
                  </a:lnTo>
                  <a:lnTo>
                    <a:pt x="149707" y="2280488"/>
                  </a:lnTo>
                  <a:lnTo>
                    <a:pt x="442722" y="2211159"/>
                  </a:lnTo>
                  <a:lnTo>
                    <a:pt x="1839074" y="1862670"/>
                  </a:lnTo>
                  <a:lnTo>
                    <a:pt x="2491244" y="1696212"/>
                  </a:lnTo>
                  <a:lnTo>
                    <a:pt x="2552839" y="1676730"/>
                  </a:lnTo>
                  <a:lnTo>
                    <a:pt x="2589631" y="1656651"/>
                  </a:lnTo>
                  <a:lnTo>
                    <a:pt x="2605875" y="1636750"/>
                  </a:lnTo>
                  <a:close/>
                </a:path>
                <a:path w="2900045" h="3126104">
                  <a:moveTo>
                    <a:pt x="2703893" y="2026818"/>
                  </a:moveTo>
                  <a:lnTo>
                    <a:pt x="2691790" y="1990585"/>
                  </a:lnTo>
                  <a:lnTo>
                    <a:pt x="2648597" y="1964232"/>
                  </a:lnTo>
                  <a:lnTo>
                    <a:pt x="2625979" y="1956689"/>
                  </a:lnTo>
                  <a:lnTo>
                    <a:pt x="2617317" y="1957260"/>
                  </a:lnTo>
                  <a:lnTo>
                    <a:pt x="2572054" y="1966429"/>
                  </a:lnTo>
                  <a:lnTo>
                    <a:pt x="2495689" y="1984565"/>
                  </a:lnTo>
                  <a:lnTo>
                    <a:pt x="2339009" y="2023897"/>
                  </a:lnTo>
                  <a:lnTo>
                    <a:pt x="1798777" y="2162772"/>
                  </a:lnTo>
                  <a:lnTo>
                    <a:pt x="882103" y="2393962"/>
                  </a:lnTo>
                  <a:lnTo>
                    <a:pt x="190334" y="2572169"/>
                  </a:lnTo>
                  <a:lnTo>
                    <a:pt x="91744" y="2598128"/>
                  </a:lnTo>
                  <a:lnTo>
                    <a:pt x="26276" y="2615920"/>
                  </a:lnTo>
                  <a:lnTo>
                    <a:pt x="0" y="2624061"/>
                  </a:lnTo>
                  <a:lnTo>
                    <a:pt x="0" y="2722791"/>
                  </a:lnTo>
                  <a:lnTo>
                    <a:pt x="42481" y="2716009"/>
                  </a:lnTo>
                  <a:lnTo>
                    <a:pt x="108458" y="2702217"/>
                  </a:lnTo>
                  <a:lnTo>
                    <a:pt x="345262" y="2647797"/>
                  </a:lnTo>
                  <a:lnTo>
                    <a:pt x="687641" y="2565450"/>
                  </a:lnTo>
                  <a:lnTo>
                    <a:pt x="1988566" y="2239632"/>
                  </a:lnTo>
                  <a:lnTo>
                    <a:pt x="2589276" y="2086267"/>
                  </a:lnTo>
                  <a:lnTo>
                    <a:pt x="2650871" y="2066798"/>
                  </a:lnTo>
                  <a:lnTo>
                    <a:pt x="2687650" y="2046719"/>
                  </a:lnTo>
                  <a:lnTo>
                    <a:pt x="2703893" y="2026818"/>
                  </a:lnTo>
                  <a:close/>
                </a:path>
                <a:path w="2900045" h="3126104">
                  <a:moveTo>
                    <a:pt x="2801912" y="2416835"/>
                  </a:moveTo>
                  <a:lnTo>
                    <a:pt x="2789809" y="2380602"/>
                  </a:lnTo>
                  <a:lnTo>
                    <a:pt x="2746603" y="2354262"/>
                  </a:lnTo>
                  <a:lnTo>
                    <a:pt x="2723997" y="2346718"/>
                  </a:lnTo>
                  <a:lnTo>
                    <a:pt x="2715336" y="2347290"/>
                  </a:lnTo>
                  <a:lnTo>
                    <a:pt x="2670073" y="2356472"/>
                  </a:lnTo>
                  <a:lnTo>
                    <a:pt x="2593708" y="2374608"/>
                  </a:lnTo>
                  <a:lnTo>
                    <a:pt x="2437041" y="2413952"/>
                  </a:lnTo>
                  <a:lnTo>
                    <a:pt x="1896808" y="2552839"/>
                  </a:lnTo>
                  <a:lnTo>
                    <a:pt x="980135" y="2784030"/>
                  </a:lnTo>
                  <a:lnTo>
                    <a:pt x="288353" y="2962224"/>
                  </a:lnTo>
                  <a:lnTo>
                    <a:pt x="189776" y="2988183"/>
                  </a:lnTo>
                  <a:lnTo>
                    <a:pt x="124294" y="3005988"/>
                  </a:lnTo>
                  <a:lnTo>
                    <a:pt x="72097" y="3022142"/>
                  </a:lnTo>
                  <a:lnTo>
                    <a:pt x="36576" y="3037370"/>
                  </a:lnTo>
                  <a:lnTo>
                    <a:pt x="21196" y="3052394"/>
                  </a:lnTo>
                  <a:lnTo>
                    <a:pt x="29387" y="3067901"/>
                  </a:lnTo>
                  <a:lnTo>
                    <a:pt x="40576" y="3097492"/>
                  </a:lnTo>
                  <a:lnTo>
                    <a:pt x="49149" y="3108883"/>
                  </a:lnTo>
                  <a:lnTo>
                    <a:pt x="65938" y="3114205"/>
                  </a:lnTo>
                  <a:lnTo>
                    <a:pt x="95021" y="3113316"/>
                  </a:lnTo>
                  <a:lnTo>
                    <a:pt x="140512" y="3106051"/>
                  </a:lnTo>
                  <a:lnTo>
                    <a:pt x="206476" y="3092259"/>
                  </a:lnTo>
                  <a:lnTo>
                    <a:pt x="443280" y="3037840"/>
                  </a:lnTo>
                  <a:lnTo>
                    <a:pt x="785660" y="2955493"/>
                  </a:lnTo>
                  <a:lnTo>
                    <a:pt x="2086584" y="2629662"/>
                  </a:lnTo>
                  <a:lnTo>
                    <a:pt x="2687294" y="2476296"/>
                  </a:lnTo>
                  <a:lnTo>
                    <a:pt x="2748877" y="2456815"/>
                  </a:lnTo>
                  <a:lnTo>
                    <a:pt x="2785668" y="2436736"/>
                  </a:lnTo>
                  <a:lnTo>
                    <a:pt x="2801912" y="2416835"/>
                  </a:lnTo>
                  <a:close/>
                </a:path>
                <a:path w="2900045" h="3126104">
                  <a:moveTo>
                    <a:pt x="2899943" y="2806916"/>
                  </a:moveTo>
                  <a:lnTo>
                    <a:pt x="2887840" y="2770682"/>
                  </a:lnTo>
                  <a:lnTo>
                    <a:pt x="2844635" y="2744343"/>
                  </a:lnTo>
                  <a:lnTo>
                    <a:pt x="2822029" y="2736799"/>
                  </a:lnTo>
                  <a:lnTo>
                    <a:pt x="2813367" y="2737370"/>
                  </a:lnTo>
                  <a:lnTo>
                    <a:pt x="2768104" y="2746540"/>
                  </a:lnTo>
                  <a:lnTo>
                    <a:pt x="2691739" y="2764663"/>
                  </a:lnTo>
                  <a:lnTo>
                    <a:pt x="2535059" y="2803995"/>
                  </a:lnTo>
                  <a:lnTo>
                    <a:pt x="1994827" y="2942894"/>
                  </a:lnTo>
                  <a:lnTo>
                    <a:pt x="1267167" y="3125876"/>
                  </a:lnTo>
                  <a:lnTo>
                    <a:pt x="1761185" y="3125876"/>
                  </a:lnTo>
                  <a:lnTo>
                    <a:pt x="2184616" y="3019742"/>
                  </a:lnTo>
                  <a:lnTo>
                    <a:pt x="2785326" y="2866377"/>
                  </a:lnTo>
                  <a:lnTo>
                    <a:pt x="2846921" y="2846895"/>
                  </a:lnTo>
                  <a:lnTo>
                    <a:pt x="2883700" y="2826829"/>
                  </a:lnTo>
                  <a:lnTo>
                    <a:pt x="2899943" y="2806916"/>
                  </a:lnTo>
                  <a:close/>
                </a:path>
              </a:pathLst>
            </a:custGeom>
            <a:solidFill>
              <a:srgbClr val="2D8B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5438977"/>
              <a:ext cx="1885950" cy="1398270"/>
            </a:xfrm>
            <a:custGeom>
              <a:avLst/>
              <a:gdLst/>
              <a:ahLst/>
              <a:cxnLst/>
              <a:rect l="l" t="t" r="r" b="b"/>
              <a:pathLst>
                <a:path w="1885950" h="1398270">
                  <a:moveTo>
                    <a:pt x="1885518" y="711962"/>
                  </a:moveTo>
                  <a:lnTo>
                    <a:pt x="1884070" y="663194"/>
                  </a:lnTo>
                  <a:lnTo>
                    <a:pt x="1879269" y="614870"/>
                  </a:lnTo>
                  <a:lnTo>
                    <a:pt x="1871421" y="568045"/>
                  </a:lnTo>
                  <a:lnTo>
                    <a:pt x="1860829" y="523786"/>
                  </a:lnTo>
                  <a:lnTo>
                    <a:pt x="1847811" y="483146"/>
                  </a:lnTo>
                  <a:lnTo>
                    <a:pt x="1832673" y="447179"/>
                  </a:lnTo>
                  <a:lnTo>
                    <a:pt x="1797253" y="393484"/>
                  </a:lnTo>
                  <a:lnTo>
                    <a:pt x="1757057" y="371170"/>
                  </a:lnTo>
                  <a:lnTo>
                    <a:pt x="1703260" y="368617"/>
                  </a:lnTo>
                  <a:lnTo>
                    <a:pt x="1671840" y="368617"/>
                  </a:lnTo>
                  <a:lnTo>
                    <a:pt x="1600581" y="371068"/>
                  </a:lnTo>
                  <a:lnTo>
                    <a:pt x="1561007" y="373468"/>
                  </a:lnTo>
                  <a:lnTo>
                    <a:pt x="1518983" y="376618"/>
                  </a:lnTo>
                  <a:lnTo>
                    <a:pt x="1474622" y="380492"/>
                  </a:lnTo>
                  <a:lnTo>
                    <a:pt x="1428051" y="385076"/>
                  </a:lnTo>
                  <a:lnTo>
                    <a:pt x="1379423" y="390321"/>
                  </a:lnTo>
                  <a:lnTo>
                    <a:pt x="1328839" y="396227"/>
                  </a:lnTo>
                  <a:lnTo>
                    <a:pt x="1222362" y="409905"/>
                  </a:lnTo>
                  <a:lnTo>
                    <a:pt x="1109649" y="425881"/>
                  </a:lnTo>
                  <a:lnTo>
                    <a:pt x="991755" y="443979"/>
                  </a:lnTo>
                  <a:lnTo>
                    <a:pt x="960374" y="449135"/>
                  </a:lnTo>
                  <a:lnTo>
                    <a:pt x="959777" y="442442"/>
                  </a:lnTo>
                  <a:lnTo>
                    <a:pt x="952373" y="399224"/>
                  </a:lnTo>
                  <a:lnTo>
                    <a:pt x="941387" y="356222"/>
                  </a:lnTo>
                  <a:lnTo>
                    <a:pt x="926731" y="313601"/>
                  </a:lnTo>
                  <a:lnTo>
                    <a:pt x="908316" y="271551"/>
                  </a:lnTo>
                  <a:lnTo>
                    <a:pt x="886320" y="233667"/>
                  </a:lnTo>
                  <a:lnTo>
                    <a:pt x="858901" y="198361"/>
                  </a:lnTo>
                  <a:lnTo>
                    <a:pt x="826643" y="165709"/>
                  </a:lnTo>
                  <a:lnTo>
                    <a:pt x="790130" y="135775"/>
                  </a:lnTo>
                  <a:lnTo>
                    <a:pt x="749973" y="108635"/>
                  </a:lnTo>
                  <a:lnTo>
                    <a:pt x="706742" y="84340"/>
                  </a:lnTo>
                  <a:lnTo>
                    <a:pt x="661035" y="62979"/>
                  </a:lnTo>
                  <a:lnTo>
                    <a:pt x="613448" y="44602"/>
                  </a:lnTo>
                  <a:lnTo>
                    <a:pt x="564565" y="29286"/>
                  </a:lnTo>
                  <a:lnTo>
                    <a:pt x="514985" y="17106"/>
                  </a:lnTo>
                  <a:lnTo>
                    <a:pt x="465289" y="8115"/>
                  </a:lnTo>
                  <a:lnTo>
                    <a:pt x="416064" y="2387"/>
                  </a:lnTo>
                  <a:lnTo>
                    <a:pt x="367919" y="0"/>
                  </a:lnTo>
                  <a:lnTo>
                    <a:pt x="317728" y="1536"/>
                  </a:lnTo>
                  <a:lnTo>
                    <a:pt x="267614" y="7620"/>
                  </a:lnTo>
                  <a:lnTo>
                    <a:pt x="218097" y="18211"/>
                  </a:lnTo>
                  <a:lnTo>
                    <a:pt x="169684" y="33248"/>
                  </a:lnTo>
                  <a:lnTo>
                    <a:pt x="122923" y="52705"/>
                  </a:lnTo>
                  <a:lnTo>
                    <a:pt x="78320" y="76542"/>
                  </a:lnTo>
                  <a:lnTo>
                    <a:pt x="36410" y="104711"/>
                  </a:lnTo>
                  <a:lnTo>
                    <a:pt x="0" y="135267"/>
                  </a:lnTo>
                  <a:lnTo>
                    <a:pt x="0" y="638187"/>
                  </a:lnTo>
                  <a:lnTo>
                    <a:pt x="0" y="898994"/>
                  </a:lnTo>
                  <a:lnTo>
                    <a:pt x="0" y="1397673"/>
                  </a:lnTo>
                  <a:lnTo>
                    <a:pt x="1358379" y="1083056"/>
                  </a:lnTo>
                  <a:lnTo>
                    <a:pt x="1673491" y="1007656"/>
                  </a:lnTo>
                  <a:lnTo>
                    <a:pt x="1739099" y="991387"/>
                  </a:lnTo>
                  <a:lnTo>
                    <a:pt x="1775650" y="977087"/>
                  </a:lnTo>
                  <a:lnTo>
                    <a:pt x="1831555" y="925525"/>
                  </a:lnTo>
                  <a:lnTo>
                    <a:pt x="1851533" y="890371"/>
                  </a:lnTo>
                  <a:lnTo>
                    <a:pt x="1866607" y="850392"/>
                  </a:lnTo>
                  <a:lnTo>
                    <a:pt x="1877098" y="806615"/>
                  </a:lnTo>
                  <a:lnTo>
                    <a:pt x="1883295" y="760120"/>
                  </a:lnTo>
                  <a:lnTo>
                    <a:pt x="1885518" y="711962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6706" y="5770800"/>
              <a:ext cx="422909" cy="408940"/>
            </a:xfrm>
            <a:custGeom>
              <a:avLst/>
              <a:gdLst/>
              <a:ahLst/>
              <a:cxnLst/>
              <a:rect l="l" t="t" r="r" b="b"/>
              <a:pathLst>
                <a:path w="422909" h="408939">
                  <a:moveTo>
                    <a:pt x="244886" y="405808"/>
                  </a:moveTo>
                  <a:lnTo>
                    <a:pt x="201772" y="408618"/>
                  </a:lnTo>
                  <a:lnTo>
                    <a:pt x="161113" y="402577"/>
                  </a:lnTo>
                  <a:lnTo>
                    <a:pt x="123561" y="388712"/>
                  </a:lnTo>
                  <a:lnTo>
                    <a:pt x="89768" y="368047"/>
                  </a:lnTo>
                  <a:lnTo>
                    <a:pt x="60385" y="341611"/>
                  </a:lnTo>
                  <a:lnTo>
                    <a:pt x="36065" y="310429"/>
                  </a:lnTo>
                  <a:lnTo>
                    <a:pt x="17460" y="275529"/>
                  </a:lnTo>
                  <a:lnTo>
                    <a:pt x="5221" y="237936"/>
                  </a:lnTo>
                  <a:lnTo>
                    <a:pt x="0" y="198678"/>
                  </a:lnTo>
                  <a:lnTo>
                    <a:pt x="2448" y="158781"/>
                  </a:lnTo>
                  <a:lnTo>
                    <a:pt x="13219" y="119271"/>
                  </a:lnTo>
                  <a:lnTo>
                    <a:pt x="32963" y="81176"/>
                  </a:lnTo>
                  <a:lnTo>
                    <a:pt x="64906" y="45504"/>
                  </a:lnTo>
                  <a:lnTo>
                    <a:pt x="105063" y="19922"/>
                  </a:lnTo>
                  <a:lnTo>
                    <a:pt x="150332" y="4672"/>
                  </a:lnTo>
                  <a:lnTo>
                    <a:pt x="197613" y="0"/>
                  </a:lnTo>
                  <a:lnTo>
                    <a:pt x="245651" y="4961"/>
                  </a:lnTo>
                  <a:lnTo>
                    <a:pt x="294005" y="18152"/>
                  </a:lnTo>
                  <a:lnTo>
                    <a:pt x="338754" y="39122"/>
                  </a:lnTo>
                  <a:lnTo>
                    <a:pt x="375978" y="67418"/>
                  </a:lnTo>
                  <a:lnTo>
                    <a:pt x="401758" y="102590"/>
                  </a:lnTo>
                  <a:lnTo>
                    <a:pt x="417172" y="145388"/>
                  </a:lnTo>
                  <a:lnTo>
                    <a:pt x="422883" y="188907"/>
                  </a:lnTo>
                  <a:lnTo>
                    <a:pt x="419529" y="231861"/>
                  </a:lnTo>
                  <a:lnTo>
                    <a:pt x="407751" y="272966"/>
                  </a:lnTo>
                  <a:lnTo>
                    <a:pt x="388189" y="310938"/>
                  </a:lnTo>
                  <a:lnTo>
                    <a:pt x="361481" y="344492"/>
                  </a:lnTo>
                  <a:lnTo>
                    <a:pt x="328268" y="372345"/>
                  </a:lnTo>
                  <a:lnTo>
                    <a:pt x="289190" y="393211"/>
                  </a:lnTo>
                  <a:lnTo>
                    <a:pt x="244886" y="4058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2300507" y="8943964"/>
            <a:ext cx="2409825" cy="1343660"/>
            <a:chOff x="12300507" y="8943964"/>
            <a:chExt cx="2409825" cy="1343660"/>
          </a:xfrm>
        </p:grpSpPr>
        <p:sp>
          <p:nvSpPr>
            <p:cNvPr id="12" name="object 12"/>
            <p:cNvSpPr/>
            <p:nvPr/>
          </p:nvSpPr>
          <p:spPr>
            <a:xfrm>
              <a:off x="12300496" y="8943974"/>
              <a:ext cx="2409825" cy="1343025"/>
            </a:xfrm>
            <a:custGeom>
              <a:avLst/>
              <a:gdLst/>
              <a:ahLst/>
              <a:cxnLst/>
              <a:rect l="l" t="t" r="r" b="b"/>
              <a:pathLst>
                <a:path w="2409825" h="1343025">
                  <a:moveTo>
                    <a:pt x="2409279" y="943749"/>
                  </a:moveTo>
                  <a:lnTo>
                    <a:pt x="2398661" y="871080"/>
                  </a:lnTo>
                  <a:lnTo>
                    <a:pt x="2384183" y="830084"/>
                  </a:lnTo>
                  <a:lnTo>
                    <a:pt x="2364727" y="786955"/>
                  </a:lnTo>
                  <a:lnTo>
                    <a:pt x="2341143" y="742480"/>
                  </a:lnTo>
                  <a:lnTo>
                    <a:pt x="2314257" y="697382"/>
                  </a:lnTo>
                  <a:lnTo>
                    <a:pt x="2284946" y="652424"/>
                  </a:lnTo>
                  <a:lnTo>
                    <a:pt x="2254046" y="608342"/>
                  </a:lnTo>
                  <a:lnTo>
                    <a:pt x="2222398" y="565886"/>
                  </a:lnTo>
                  <a:lnTo>
                    <a:pt x="2190851" y="525818"/>
                  </a:lnTo>
                  <a:lnTo>
                    <a:pt x="2160270" y="488886"/>
                  </a:lnTo>
                  <a:lnTo>
                    <a:pt x="2131491" y="455828"/>
                  </a:lnTo>
                  <a:lnTo>
                    <a:pt x="2105355" y="427393"/>
                  </a:lnTo>
                  <a:lnTo>
                    <a:pt x="2070785" y="400253"/>
                  </a:lnTo>
                  <a:lnTo>
                    <a:pt x="2051329" y="402996"/>
                  </a:lnTo>
                  <a:lnTo>
                    <a:pt x="1992985" y="426199"/>
                  </a:lnTo>
                  <a:lnTo>
                    <a:pt x="1955634" y="445262"/>
                  </a:lnTo>
                  <a:lnTo>
                    <a:pt x="1913890" y="468401"/>
                  </a:lnTo>
                  <a:lnTo>
                    <a:pt x="1868512" y="494893"/>
                  </a:lnTo>
                  <a:lnTo>
                    <a:pt x="1820278" y="524065"/>
                  </a:lnTo>
                  <a:lnTo>
                    <a:pt x="1769960" y="555205"/>
                  </a:lnTo>
                  <a:lnTo>
                    <a:pt x="1718335" y="587641"/>
                  </a:lnTo>
                  <a:lnTo>
                    <a:pt x="1563420" y="685711"/>
                  </a:lnTo>
                  <a:lnTo>
                    <a:pt x="1562023" y="686587"/>
                  </a:lnTo>
                  <a:lnTo>
                    <a:pt x="1561998" y="684872"/>
                  </a:lnTo>
                  <a:lnTo>
                    <a:pt x="1560804" y="630275"/>
                  </a:lnTo>
                  <a:lnTo>
                    <a:pt x="1557756" y="515708"/>
                  </a:lnTo>
                  <a:lnTo>
                    <a:pt x="1551165" y="289801"/>
                  </a:lnTo>
                  <a:lnTo>
                    <a:pt x="1549869" y="239128"/>
                  </a:lnTo>
                  <a:lnTo>
                    <a:pt x="1548879" y="192532"/>
                  </a:lnTo>
                  <a:lnTo>
                    <a:pt x="1548257" y="150901"/>
                  </a:lnTo>
                  <a:lnTo>
                    <a:pt x="1548079" y="115112"/>
                  </a:lnTo>
                  <a:lnTo>
                    <a:pt x="1542961" y="85471"/>
                  </a:lnTo>
                  <a:lnTo>
                    <a:pt x="1504772" y="41084"/>
                  </a:lnTo>
                  <a:lnTo>
                    <a:pt x="1436458" y="14122"/>
                  </a:lnTo>
                  <a:lnTo>
                    <a:pt x="1393698" y="6261"/>
                  </a:lnTo>
                  <a:lnTo>
                    <a:pt x="1346606" y="1676"/>
                  </a:lnTo>
                  <a:lnTo>
                    <a:pt x="1296289" y="0"/>
                  </a:lnTo>
                  <a:lnTo>
                    <a:pt x="1243799" y="850"/>
                  </a:lnTo>
                  <a:lnTo>
                    <a:pt x="1190205" y="3898"/>
                  </a:lnTo>
                  <a:lnTo>
                    <a:pt x="1136586" y="8763"/>
                  </a:lnTo>
                  <a:lnTo>
                    <a:pt x="1084021" y="15074"/>
                  </a:lnTo>
                  <a:lnTo>
                    <a:pt x="1033564" y="22479"/>
                  </a:lnTo>
                  <a:lnTo>
                    <a:pt x="986307" y="30619"/>
                  </a:lnTo>
                  <a:lnTo>
                    <a:pt x="943317" y="39128"/>
                  </a:lnTo>
                  <a:lnTo>
                    <a:pt x="905649" y="47637"/>
                  </a:lnTo>
                  <a:lnTo>
                    <a:pt x="864895" y="64122"/>
                  </a:lnTo>
                  <a:lnTo>
                    <a:pt x="852246" y="109499"/>
                  </a:lnTo>
                  <a:lnTo>
                    <a:pt x="846620" y="186410"/>
                  </a:lnTo>
                  <a:lnTo>
                    <a:pt x="845896" y="234137"/>
                  </a:lnTo>
                  <a:lnTo>
                    <a:pt x="846289" y="286677"/>
                  </a:lnTo>
                  <a:lnTo>
                    <a:pt x="847572" y="343039"/>
                  </a:lnTo>
                  <a:lnTo>
                    <a:pt x="849541" y="402183"/>
                  </a:lnTo>
                  <a:lnTo>
                    <a:pt x="851966" y="463092"/>
                  </a:lnTo>
                  <a:lnTo>
                    <a:pt x="859917" y="646277"/>
                  </a:lnTo>
                  <a:lnTo>
                    <a:pt x="861758" y="695655"/>
                  </a:lnTo>
                  <a:lnTo>
                    <a:pt x="845858" y="685711"/>
                  </a:lnTo>
                  <a:lnTo>
                    <a:pt x="690943" y="587641"/>
                  </a:lnTo>
                  <a:lnTo>
                    <a:pt x="639330" y="555205"/>
                  </a:lnTo>
                  <a:lnTo>
                    <a:pt x="589013" y="524065"/>
                  </a:lnTo>
                  <a:lnTo>
                    <a:pt x="540778" y="494893"/>
                  </a:lnTo>
                  <a:lnTo>
                    <a:pt x="495401" y="468401"/>
                  </a:lnTo>
                  <a:lnTo>
                    <a:pt x="453644" y="445262"/>
                  </a:lnTo>
                  <a:lnTo>
                    <a:pt x="416306" y="426199"/>
                  </a:lnTo>
                  <a:lnTo>
                    <a:pt x="357949" y="402996"/>
                  </a:lnTo>
                  <a:lnTo>
                    <a:pt x="338493" y="400253"/>
                  </a:lnTo>
                  <a:lnTo>
                    <a:pt x="326542" y="404342"/>
                  </a:lnTo>
                  <a:lnTo>
                    <a:pt x="277774" y="455828"/>
                  </a:lnTo>
                  <a:lnTo>
                    <a:pt x="248996" y="488886"/>
                  </a:lnTo>
                  <a:lnTo>
                    <a:pt x="218414" y="525818"/>
                  </a:lnTo>
                  <a:lnTo>
                    <a:pt x="186867" y="565886"/>
                  </a:lnTo>
                  <a:lnTo>
                    <a:pt x="155232" y="608342"/>
                  </a:lnTo>
                  <a:lnTo>
                    <a:pt x="124320" y="652424"/>
                  </a:lnTo>
                  <a:lnTo>
                    <a:pt x="95008" y="697382"/>
                  </a:lnTo>
                  <a:lnTo>
                    <a:pt x="68135" y="742480"/>
                  </a:lnTo>
                  <a:lnTo>
                    <a:pt x="44538" y="786955"/>
                  </a:lnTo>
                  <a:lnTo>
                    <a:pt x="25082" y="830084"/>
                  </a:lnTo>
                  <a:lnTo>
                    <a:pt x="10617" y="871080"/>
                  </a:lnTo>
                  <a:lnTo>
                    <a:pt x="1968" y="909218"/>
                  </a:lnTo>
                  <a:lnTo>
                    <a:pt x="0" y="943749"/>
                  </a:lnTo>
                  <a:lnTo>
                    <a:pt x="5562" y="973912"/>
                  </a:lnTo>
                  <a:lnTo>
                    <a:pt x="19507" y="998969"/>
                  </a:lnTo>
                  <a:lnTo>
                    <a:pt x="42659" y="1018159"/>
                  </a:lnTo>
                  <a:lnTo>
                    <a:pt x="73621" y="1036116"/>
                  </a:lnTo>
                  <a:lnTo>
                    <a:pt x="109410" y="1057389"/>
                  </a:lnTo>
                  <a:lnTo>
                    <a:pt x="149326" y="1081443"/>
                  </a:lnTo>
                  <a:lnTo>
                    <a:pt x="192633" y="1107795"/>
                  </a:lnTo>
                  <a:lnTo>
                    <a:pt x="385279" y="1225956"/>
                  </a:lnTo>
                  <a:lnTo>
                    <a:pt x="483120" y="1285633"/>
                  </a:lnTo>
                  <a:lnTo>
                    <a:pt x="518337" y="1306893"/>
                  </a:lnTo>
                  <a:lnTo>
                    <a:pt x="508419" y="1313116"/>
                  </a:lnTo>
                  <a:lnTo>
                    <a:pt x="460044" y="1343025"/>
                  </a:lnTo>
                  <a:lnTo>
                    <a:pt x="578878" y="1343025"/>
                  </a:lnTo>
                  <a:lnTo>
                    <a:pt x="863866" y="1343025"/>
                  </a:lnTo>
                  <a:lnTo>
                    <a:pt x="1560385" y="1343025"/>
                  </a:lnTo>
                  <a:lnTo>
                    <a:pt x="1830400" y="1343025"/>
                  </a:lnTo>
                  <a:lnTo>
                    <a:pt x="1949234" y="1343025"/>
                  </a:lnTo>
                  <a:lnTo>
                    <a:pt x="1900847" y="1313116"/>
                  </a:lnTo>
                  <a:lnTo>
                    <a:pt x="1890915" y="1306893"/>
                  </a:lnTo>
                  <a:lnTo>
                    <a:pt x="1926170" y="1285633"/>
                  </a:lnTo>
                  <a:lnTo>
                    <a:pt x="2024011" y="1225956"/>
                  </a:lnTo>
                  <a:lnTo>
                    <a:pt x="2216658" y="1107795"/>
                  </a:lnTo>
                  <a:lnTo>
                    <a:pt x="2259965" y="1081443"/>
                  </a:lnTo>
                  <a:lnTo>
                    <a:pt x="2299881" y="1057389"/>
                  </a:lnTo>
                  <a:lnTo>
                    <a:pt x="2335669" y="1036116"/>
                  </a:lnTo>
                  <a:lnTo>
                    <a:pt x="2366619" y="1018159"/>
                  </a:lnTo>
                  <a:lnTo>
                    <a:pt x="2389784" y="998969"/>
                  </a:lnTo>
                  <a:lnTo>
                    <a:pt x="2403716" y="973912"/>
                  </a:lnTo>
                  <a:lnTo>
                    <a:pt x="2409279" y="943749"/>
                  </a:lnTo>
                  <a:close/>
                </a:path>
              </a:pathLst>
            </a:custGeom>
            <a:solidFill>
              <a:srgbClr val="2D8BB9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463132" y="9760062"/>
              <a:ext cx="84455" cy="527050"/>
            </a:xfrm>
            <a:custGeom>
              <a:avLst/>
              <a:gdLst/>
              <a:ahLst/>
              <a:cxnLst/>
              <a:rect l="l" t="t" r="r" b="b"/>
              <a:pathLst>
                <a:path w="84455" h="527050">
                  <a:moveTo>
                    <a:pt x="83636" y="526937"/>
                  </a:moveTo>
                  <a:lnTo>
                    <a:pt x="2087" y="526937"/>
                  </a:lnTo>
                  <a:lnTo>
                    <a:pt x="2123" y="389192"/>
                  </a:lnTo>
                  <a:lnTo>
                    <a:pt x="1793" y="331022"/>
                  </a:lnTo>
                  <a:lnTo>
                    <a:pt x="431" y="197670"/>
                  </a:lnTo>
                  <a:lnTo>
                    <a:pt x="0" y="134194"/>
                  </a:lnTo>
                  <a:lnTo>
                    <a:pt x="135" y="80652"/>
                  </a:lnTo>
                  <a:lnTo>
                    <a:pt x="1137" y="42900"/>
                  </a:lnTo>
                  <a:lnTo>
                    <a:pt x="3306" y="26788"/>
                  </a:lnTo>
                  <a:lnTo>
                    <a:pt x="23410" y="9826"/>
                  </a:lnTo>
                  <a:lnTo>
                    <a:pt x="49698" y="0"/>
                  </a:lnTo>
                  <a:lnTo>
                    <a:pt x="72528" y="10704"/>
                  </a:lnTo>
                  <a:lnTo>
                    <a:pt x="82254" y="55337"/>
                  </a:lnTo>
                  <a:lnTo>
                    <a:pt x="82360" y="95672"/>
                  </a:lnTo>
                  <a:lnTo>
                    <a:pt x="84035" y="374297"/>
                  </a:lnTo>
                  <a:lnTo>
                    <a:pt x="83636" y="526937"/>
                  </a:lnTo>
                  <a:close/>
                </a:path>
              </a:pathLst>
            </a:custGeom>
            <a:solidFill>
              <a:srgbClr val="FFFFF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00874" y="9432774"/>
              <a:ext cx="206325" cy="20362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2413704" y="9029826"/>
              <a:ext cx="2223770" cy="1257300"/>
            </a:xfrm>
            <a:custGeom>
              <a:avLst/>
              <a:gdLst/>
              <a:ahLst/>
              <a:cxnLst/>
              <a:rect l="l" t="t" r="r" b="b"/>
              <a:pathLst>
                <a:path w="2223769" h="1257300">
                  <a:moveTo>
                    <a:pt x="281063" y="399605"/>
                  </a:moveTo>
                  <a:lnTo>
                    <a:pt x="280250" y="391452"/>
                  </a:lnTo>
                  <a:lnTo>
                    <a:pt x="269189" y="382397"/>
                  </a:lnTo>
                  <a:lnTo>
                    <a:pt x="261010" y="383209"/>
                  </a:lnTo>
                  <a:lnTo>
                    <a:pt x="246113" y="401358"/>
                  </a:lnTo>
                  <a:lnTo>
                    <a:pt x="184594" y="474472"/>
                  </a:lnTo>
                  <a:lnTo>
                    <a:pt x="155486" y="509981"/>
                  </a:lnTo>
                  <a:lnTo>
                    <a:pt x="126961" y="546709"/>
                  </a:lnTo>
                  <a:lnTo>
                    <a:pt x="99695" y="584809"/>
                  </a:lnTo>
                  <a:lnTo>
                    <a:pt x="74358" y="624446"/>
                  </a:lnTo>
                  <a:lnTo>
                    <a:pt x="51638" y="665759"/>
                  </a:lnTo>
                  <a:lnTo>
                    <a:pt x="32207" y="708914"/>
                  </a:lnTo>
                  <a:lnTo>
                    <a:pt x="16725" y="754049"/>
                  </a:lnTo>
                  <a:lnTo>
                    <a:pt x="5892" y="801344"/>
                  </a:lnTo>
                  <a:lnTo>
                    <a:pt x="368" y="850950"/>
                  </a:lnTo>
                  <a:lnTo>
                    <a:pt x="0" y="858088"/>
                  </a:lnTo>
                  <a:lnTo>
                    <a:pt x="5486" y="864184"/>
                  </a:lnTo>
                  <a:lnTo>
                    <a:pt x="13309" y="864565"/>
                  </a:lnTo>
                  <a:lnTo>
                    <a:pt x="20154" y="864565"/>
                  </a:lnTo>
                  <a:lnTo>
                    <a:pt x="25869" y="859205"/>
                  </a:lnTo>
                  <a:lnTo>
                    <a:pt x="26225" y="852297"/>
                  </a:lnTo>
                  <a:lnTo>
                    <a:pt x="32473" y="800049"/>
                  </a:lnTo>
                  <a:lnTo>
                    <a:pt x="45008" y="750290"/>
                  </a:lnTo>
                  <a:lnTo>
                    <a:pt x="62953" y="702830"/>
                  </a:lnTo>
                  <a:lnTo>
                    <a:pt x="85382" y="657504"/>
                  </a:lnTo>
                  <a:lnTo>
                    <a:pt x="111404" y="614133"/>
                  </a:lnTo>
                  <a:lnTo>
                    <a:pt x="140119" y="572541"/>
                  </a:lnTo>
                  <a:lnTo>
                    <a:pt x="170624" y="532561"/>
                  </a:lnTo>
                  <a:lnTo>
                    <a:pt x="202006" y="494030"/>
                  </a:lnTo>
                  <a:lnTo>
                    <a:pt x="255422" y="430631"/>
                  </a:lnTo>
                  <a:lnTo>
                    <a:pt x="281063" y="399605"/>
                  </a:lnTo>
                  <a:close/>
                </a:path>
                <a:path w="2223769" h="1257300">
                  <a:moveTo>
                    <a:pt x="1168107" y="1257173"/>
                  </a:moveTo>
                  <a:lnTo>
                    <a:pt x="1163027" y="1251877"/>
                  </a:lnTo>
                  <a:lnTo>
                    <a:pt x="1154836" y="1251699"/>
                  </a:lnTo>
                  <a:lnTo>
                    <a:pt x="1149121" y="1257173"/>
                  </a:lnTo>
                  <a:lnTo>
                    <a:pt x="1168107" y="1257173"/>
                  </a:lnTo>
                  <a:close/>
                </a:path>
                <a:path w="2223769" h="1257300">
                  <a:moveTo>
                    <a:pt x="1212062" y="666432"/>
                  </a:moveTo>
                  <a:lnTo>
                    <a:pt x="1206449" y="660463"/>
                  </a:lnTo>
                  <a:lnTo>
                    <a:pt x="1199299" y="660260"/>
                  </a:lnTo>
                  <a:lnTo>
                    <a:pt x="1141793" y="661898"/>
                  </a:lnTo>
                  <a:lnTo>
                    <a:pt x="1089533" y="670191"/>
                  </a:lnTo>
                  <a:lnTo>
                    <a:pt x="1042822" y="684961"/>
                  </a:lnTo>
                  <a:lnTo>
                    <a:pt x="1002004" y="706056"/>
                  </a:lnTo>
                  <a:lnTo>
                    <a:pt x="967371" y="733310"/>
                  </a:lnTo>
                  <a:lnTo>
                    <a:pt x="939253" y="766546"/>
                  </a:lnTo>
                  <a:lnTo>
                    <a:pt x="917956" y="805611"/>
                  </a:lnTo>
                  <a:lnTo>
                    <a:pt x="904176" y="849744"/>
                  </a:lnTo>
                  <a:lnTo>
                    <a:pt x="898486" y="896810"/>
                  </a:lnTo>
                  <a:lnTo>
                    <a:pt x="900582" y="945705"/>
                  </a:lnTo>
                  <a:lnTo>
                    <a:pt x="910158" y="995260"/>
                  </a:lnTo>
                  <a:lnTo>
                    <a:pt x="926922" y="1044359"/>
                  </a:lnTo>
                  <a:lnTo>
                    <a:pt x="950556" y="1091844"/>
                  </a:lnTo>
                  <a:lnTo>
                    <a:pt x="980744" y="1136586"/>
                  </a:lnTo>
                  <a:lnTo>
                    <a:pt x="1017206" y="1177429"/>
                  </a:lnTo>
                  <a:lnTo>
                    <a:pt x="1022997" y="1181112"/>
                  </a:lnTo>
                  <a:lnTo>
                    <a:pt x="1026261" y="1181112"/>
                  </a:lnTo>
                  <a:lnTo>
                    <a:pt x="1029614" y="1181112"/>
                  </a:lnTo>
                  <a:lnTo>
                    <a:pt x="1032992" y="1179791"/>
                  </a:lnTo>
                  <a:lnTo>
                    <a:pt x="1040523" y="1172083"/>
                  </a:lnTo>
                  <a:lnTo>
                    <a:pt x="1040422" y="1163891"/>
                  </a:lnTo>
                  <a:lnTo>
                    <a:pt x="1035304" y="1158900"/>
                  </a:lnTo>
                  <a:lnTo>
                    <a:pt x="1001356" y="1120940"/>
                  </a:lnTo>
                  <a:lnTo>
                    <a:pt x="973201" y="1079474"/>
                  </a:lnTo>
                  <a:lnTo>
                    <a:pt x="951115" y="1035545"/>
                  </a:lnTo>
                  <a:lnTo>
                    <a:pt x="935380" y="990193"/>
                  </a:lnTo>
                  <a:lnTo>
                    <a:pt x="926299" y="944499"/>
                  </a:lnTo>
                  <a:lnTo>
                    <a:pt x="924153" y="899477"/>
                  </a:lnTo>
                  <a:lnTo>
                    <a:pt x="929220" y="856208"/>
                  </a:lnTo>
                  <a:lnTo>
                    <a:pt x="941793" y="815733"/>
                  </a:lnTo>
                  <a:lnTo>
                    <a:pt x="964742" y="775550"/>
                  </a:lnTo>
                  <a:lnTo>
                    <a:pt x="996226" y="742467"/>
                  </a:lnTo>
                  <a:lnTo>
                    <a:pt x="1035812" y="716749"/>
                  </a:lnTo>
                  <a:lnTo>
                    <a:pt x="1083043" y="698627"/>
                  </a:lnTo>
                  <a:lnTo>
                    <a:pt x="1137437" y="688340"/>
                  </a:lnTo>
                  <a:lnTo>
                    <a:pt x="1198537" y="686155"/>
                  </a:lnTo>
                  <a:lnTo>
                    <a:pt x="1205585" y="686384"/>
                  </a:lnTo>
                  <a:lnTo>
                    <a:pt x="1211656" y="680732"/>
                  </a:lnTo>
                  <a:lnTo>
                    <a:pt x="1212062" y="666432"/>
                  </a:lnTo>
                  <a:close/>
                </a:path>
                <a:path w="2223769" h="1257300">
                  <a:moveTo>
                    <a:pt x="1328750" y="39039"/>
                  </a:moveTo>
                  <a:lnTo>
                    <a:pt x="1275803" y="12496"/>
                  </a:lnTo>
                  <a:lnTo>
                    <a:pt x="1230528" y="3429"/>
                  </a:lnTo>
                  <a:lnTo>
                    <a:pt x="1183944" y="0"/>
                  </a:lnTo>
                  <a:lnTo>
                    <a:pt x="1136408" y="1066"/>
                  </a:lnTo>
                  <a:lnTo>
                    <a:pt x="1088275" y="5486"/>
                  </a:lnTo>
                  <a:lnTo>
                    <a:pt x="1039888" y="12115"/>
                  </a:lnTo>
                  <a:lnTo>
                    <a:pt x="948182" y="26784"/>
                  </a:lnTo>
                  <a:lnTo>
                    <a:pt x="905916" y="32766"/>
                  </a:lnTo>
                  <a:lnTo>
                    <a:pt x="864781" y="36995"/>
                  </a:lnTo>
                  <a:lnTo>
                    <a:pt x="824750" y="38684"/>
                  </a:lnTo>
                  <a:lnTo>
                    <a:pt x="817587" y="38709"/>
                  </a:lnTo>
                  <a:lnTo>
                    <a:pt x="811822" y="44526"/>
                  </a:lnTo>
                  <a:lnTo>
                    <a:pt x="811885" y="58826"/>
                  </a:lnTo>
                  <a:lnTo>
                    <a:pt x="817676" y="64579"/>
                  </a:lnTo>
                  <a:lnTo>
                    <a:pt x="824801" y="64579"/>
                  </a:lnTo>
                  <a:lnTo>
                    <a:pt x="866609" y="62814"/>
                  </a:lnTo>
                  <a:lnTo>
                    <a:pt x="909421" y="58407"/>
                  </a:lnTo>
                  <a:lnTo>
                    <a:pt x="952690" y="52285"/>
                  </a:lnTo>
                  <a:lnTo>
                    <a:pt x="1050188" y="36766"/>
                  </a:lnTo>
                  <a:lnTo>
                    <a:pt x="1104531" y="29756"/>
                  </a:lnTo>
                  <a:lnTo>
                    <a:pt x="1158201" y="26060"/>
                  </a:lnTo>
                  <a:lnTo>
                    <a:pt x="1210525" y="27381"/>
                  </a:lnTo>
                  <a:lnTo>
                    <a:pt x="1260868" y="35420"/>
                  </a:lnTo>
                  <a:lnTo>
                    <a:pt x="1308582" y="51892"/>
                  </a:lnTo>
                  <a:lnTo>
                    <a:pt x="1315072" y="54876"/>
                  </a:lnTo>
                  <a:lnTo>
                    <a:pt x="1322755" y="52044"/>
                  </a:lnTo>
                  <a:lnTo>
                    <a:pt x="1328750" y="39039"/>
                  </a:lnTo>
                  <a:close/>
                </a:path>
                <a:path w="2223769" h="1257300">
                  <a:moveTo>
                    <a:pt x="2223744" y="860856"/>
                  </a:moveTo>
                  <a:lnTo>
                    <a:pt x="2218055" y="818337"/>
                  </a:lnTo>
                  <a:lnTo>
                    <a:pt x="2206688" y="778040"/>
                  </a:lnTo>
                  <a:lnTo>
                    <a:pt x="2189988" y="734098"/>
                  </a:lnTo>
                  <a:lnTo>
                    <a:pt x="2168690" y="687793"/>
                  </a:lnTo>
                  <a:lnTo>
                    <a:pt x="2143569" y="640384"/>
                  </a:lnTo>
                  <a:lnTo>
                    <a:pt x="2115375" y="593128"/>
                  </a:lnTo>
                  <a:lnTo>
                    <a:pt x="2084870" y="547319"/>
                  </a:lnTo>
                  <a:lnTo>
                    <a:pt x="2052815" y="504215"/>
                  </a:lnTo>
                  <a:lnTo>
                    <a:pt x="2019947" y="465099"/>
                  </a:lnTo>
                  <a:lnTo>
                    <a:pt x="1987054" y="431215"/>
                  </a:lnTo>
                  <a:lnTo>
                    <a:pt x="1954872" y="403847"/>
                  </a:lnTo>
                  <a:lnTo>
                    <a:pt x="1949145" y="399567"/>
                  </a:lnTo>
                  <a:lnTo>
                    <a:pt x="1941029" y="400723"/>
                  </a:lnTo>
                  <a:lnTo>
                    <a:pt x="1932444" y="412153"/>
                  </a:lnTo>
                  <a:lnTo>
                    <a:pt x="1933600" y="420268"/>
                  </a:lnTo>
                  <a:lnTo>
                    <a:pt x="1939315" y="424573"/>
                  </a:lnTo>
                  <a:lnTo>
                    <a:pt x="1974913" y="455269"/>
                  </a:lnTo>
                  <a:lnTo>
                    <a:pt x="2010664" y="493344"/>
                  </a:lnTo>
                  <a:lnTo>
                    <a:pt x="2045690" y="537057"/>
                  </a:lnTo>
                  <a:lnTo>
                    <a:pt x="2079129" y="584695"/>
                  </a:lnTo>
                  <a:lnTo>
                    <a:pt x="2110105" y="634492"/>
                  </a:lnTo>
                  <a:lnTo>
                    <a:pt x="2137740" y="684720"/>
                  </a:lnTo>
                  <a:lnTo>
                    <a:pt x="2161171" y="733653"/>
                  </a:lnTo>
                  <a:lnTo>
                    <a:pt x="2179510" y="779551"/>
                  </a:lnTo>
                  <a:lnTo>
                    <a:pt x="2191893" y="820674"/>
                  </a:lnTo>
                  <a:lnTo>
                    <a:pt x="2197874" y="862139"/>
                  </a:lnTo>
                  <a:lnTo>
                    <a:pt x="2203564" y="867448"/>
                  </a:lnTo>
                  <a:lnTo>
                    <a:pt x="2210371" y="867448"/>
                  </a:lnTo>
                  <a:lnTo>
                    <a:pt x="2218309" y="866990"/>
                  </a:lnTo>
                  <a:lnTo>
                    <a:pt x="2223744" y="860856"/>
                  </a:lnTo>
                  <a:close/>
                </a:path>
              </a:pathLst>
            </a:custGeom>
            <a:solidFill>
              <a:srgbClr val="40426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3189003" y="0"/>
            <a:ext cx="14871065" cy="4345940"/>
            <a:chOff x="3189003" y="0"/>
            <a:chExt cx="14871065" cy="4345940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98121" y="59963"/>
              <a:ext cx="6061693" cy="262081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518725" y="11"/>
              <a:ext cx="2409825" cy="1248410"/>
            </a:xfrm>
            <a:custGeom>
              <a:avLst/>
              <a:gdLst/>
              <a:ahLst/>
              <a:cxnLst/>
              <a:rect l="l" t="t" r="r" b="b"/>
              <a:pathLst>
                <a:path w="2409825" h="1248410">
                  <a:moveTo>
                    <a:pt x="2409431" y="414667"/>
                  </a:moveTo>
                  <a:lnTo>
                    <a:pt x="2381046" y="351993"/>
                  </a:lnTo>
                  <a:lnTo>
                    <a:pt x="2351989" y="325704"/>
                  </a:lnTo>
                  <a:lnTo>
                    <a:pt x="2316340" y="299745"/>
                  </a:lnTo>
                  <a:lnTo>
                    <a:pt x="2276043" y="272135"/>
                  </a:lnTo>
                  <a:lnTo>
                    <a:pt x="2235276" y="245046"/>
                  </a:lnTo>
                  <a:lnTo>
                    <a:pt x="2194115" y="218414"/>
                  </a:lnTo>
                  <a:lnTo>
                    <a:pt x="2152624" y="192138"/>
                  </a:lnTo>
                  <a:lnTo>
                    <a:pt x="2110879" y="166128"/>
                  </a:lnTo>
                  <a:lnTo>
                    <a:pt x="2068969" y="140309"/>
                  </a:lnTo>
                  <a:lnTo>
                    <a:pt x="1942846" y="63080"/>
                  </a:lnTo>
                  <a:lnTo>
                    <a:pt x="1900936" y="37134"/>
                  </a:lnTo>
                  <a:lnTo>
                    <a:pt x="1890991" y="30899"/>
                  </a:lnTo>
                  <a:lnTo>
                    <a:pt x="1942122" y="0"/>
                  </a:lnTo>
                  <a:lnTo>
                    <a:pt x="1842096" y="0"/>
                  </a:lnTo>
                  <a:lnTo>
                    <a:pt x="1560182" y="0"/>
                  </a:lnTo>
                  <a:lnTo>
                    <a:pt x="863790" y="0"/>
                  </a:lnTo>
                  <a:lnTo>
                    <a:pt x="567334" y="0"/>
                  </a:lnTo>
                  <a:lnTo>
                    <a:pt x="467334" y="0"/>
                  </a:lnTo>
                  <a:lnTo>
                    <a:pt x="518439" y="30899"/>
                  </a:lnTo>
                  <a:lnTo>
                    <a:pt x="508508" y="37134"/>
                  </a:lnTo>
                  <a:lnTo>
                    <a:pt x="466598" y="63080"/>
                  </a:lnTo>
                  <a:lnTo>
                    <a:pt x="340487" y="140309"/>
                  </a:lnTo>
                  <a:lnTo>
                    <a:pt x="298564" y="166128"/>
                  </a:lnTo>
                  <a:lnTo>
                    <a:pt x="256832" y="192138"/>
                  </a:lnTo>
                  <a:lnTo>
                    <a:pt x="215341" y="218414"/>
                  </a:lnTo>
                  <a:lnTo>
                    <a:pt x="174167" y="245046"/>
                  </a:lnTo>
                  <a:lnTo>
                    <a:pt x="133400" y="272135"/>
                  </a:lnTo>
                  <a:lnTo>
                    <a:pt x="93103" y="299745"/>
                  </a:lnTo>
                  <a:lnTo>
                    <a:pt x="57442" y="325704"/>
                  </a:lnTo>
                  <a:lnTo>
                    <a:pt x="28397" y="351993"/>
                  </a:lnTo>
                  <a:lnTo>
                    <a:pt x="0" y="414667"/>
                  </a:lnTo>
                  <a:lnTo>
                    <a:pt x="5626" y="455612"/>
                  </a:lnTo>
                  <a:lnTo>
                    <a:pt x="27774" y="505993"/>
                  </a:lnTo>
                  <a:lnTo>
                    <a:pt x="68910" y="568083"/>
                  </a:lnTo>
                  <a:lnTo>
                    <a:pt x="68770" y="567728"/>
                  </a:lnTo>
                  <a:lnTo>
                    <a:pt x="89192" y="602437"/>
                  </a:lnTo>
                  <a:lnTo>
                    <a:pt x="161912" y="723785"/>
                  </a:lnTo>
                  <a:lnTo>
                    <a:pt x="194030" y="773582"/>
                  </a:lnTo>
                  <a:lnTo>
                    <a:pt x="223164" y="809777"/>
                  </a:lnTo>
                  <a:lnTo>
                    <a:pt x="281749" y="845515"/>
                  </a:lnTo>
                  <a:lnTo>
                    <a:pt x="315849" y="847153"/>
                  </a:lnTo>
                  <a:lnTo>
                    <a:pt x="356247" y="839381"/>
                  </a:lnTo>
                  <a:lnTo>
                    <a:pt x="405257" y="823239"/>
                  </a:lnTo>
                  <a:lnTo>
                    <a:pt x="465226" y="799782"/>
                  </a:lnTo>
                  <a:lnTo>
                    <a:pt x="512254" y="780364"/>
                  </a:lnTo>
                  <a:lnTo>
                    <a:pt x="559003" y="760298"/>
                  </a:lnTo>
                  <a:lnTo>
                    <a:pt x="605459" y="739622"/>
                  </a:lnTo>
                  <a:lnTo>
                    <a:pt x="651675" y="718362"/>
                  </a:lnTo>
                  <a:lnTo>
                    <a:pt x="697636" y="696569"/>
                  </a:lnTo>
                  <a:lnTo>
                    <a:pt x="743369" y="674255"/>
                  </a:lnTo>
                  <a:lnTo>
                    <a:pt x="788898" y="651484"/>
                  </a:lnTo>
                  <a:lnTo>
                    <a:pt x="834224" y="628269"/>
                  </a:lnTo>
                  <a:lnTo>
                    <a:pt x="879233" y="604723"/>
                  </a:lnTo>
                  <a:lnTo>
                    <a:pt x="880656" y="646861"/>
                  </a:lnTo>
                  <a:lnTo>
                    <a:pt x="884847" y="794677"/>
                  </a:lnTo>
                  <a:lnTo>
                    <a:pt x="886371" y="843889"/>
                  </a:lnTo>
                  <a:lnTo>
                    <a:pt x="888149" y="893038"/>
                  </a:lnTo>
                  <a:lnTo>
                    <a:pt x="890295" y="942098"/>
                  </a:lnTo>
                  <a:lnTo>
                    <a:pt x="892898" y="991057"/>
                  </a:lnTo>
                  <a:lnTo>
                    <a:pt x="896099" y="1039901"/>
                  </a:lnTo>
                  <a:lnTo>
                    <a:pt x="899985" y="1088605"/>
                  </a:lnTo>
                  <a:lnTo>
                    <a:pt x="904760" y="1132459"/>
                  </a:lnTo>
                  <a:lnTo>
                    <a:pt x="913104" y="1170749"/>
                  </a:lnTo>
                  <a:lnTo>
                    <a:pt x="953338" y="1226566"/>
                  </a:lnTo>
                  <a:lnTo>
                    <a:pt x="991641" y="1242060"/>
                  </a:lnTo>
                  <a:lnTo>
                    <a:pt x="1046353" y="1247940"/>
                  </a:lnTo>
                  <a:lnTo>
                    <a:pt x="1120686" y="1243164"/>
                  </a:lnTo>
                  <a:lnTo>
                    <a:pt x="1120292" y="1243088"/>
                  </a:lnTo>
                  <a:lnTo>
                    <a:pt x="1160564" y="1242656"/>
                  </a:lnTo>
                  <a:lnTo>
                    <a:pt x="1302004" y="1239989"/>
                  </a:lnTo>
                  <a:lnTo>
                    <a:pt x="1361198" y="1236929"/>
                  </a:lnTo>
                  <a:lnTo>
                    <a:pt x="1407083" y="1229677"/>
                  </a:lnTo>
                  <a:lnTo>
                    <a:pt x="1467243" y="1196657"/>
                  </a:lnTo>
                  <a:lnTo>
                    <a:pt x="1499019" y="1129004"/>
                  </a:lnTo>
                  <a:lnTo>
                    <a:pt x="1509407" y="1078445"/>
                  </a:lnTo>
                  <a:lnTo>
                    <a:pt x="1518907" y="1014755"/>
                  </a:lnTo>
                  <a:lnTo>
                    <a:pt x="1525485" y="964311"/>
                  </a:lnTo>
                  <a:lnTo>
                    <a:pt x="1531353" y="913777"/>
                  </a:lnTo>
                  <a:lnTo>
                    <a:pt x="1536547" y="863193"/>
                  </a:lnTo>
                  <a:lnTo>
                    <a:pt x="1541106" y="812533"/>
                  </a:lnTo>
                  <a:lnTo>
                    <a:pt x="1545069" y="761822"/>
                  </a:lnTo>
                  <a:lnTo>
                    <a:pt x="1548498" y="711047"/>
                  </a:lnTo>
                  <a:lnTo>
                    <a:pt x="1551393" y="660222"/>
                  </a:lnTo>
                  <a:lnTo>
                    <a:pt x="1553464" y="616889"/>
                  </a:lnTo>
                  <a:lnTo>
                    <a:pt x="1575244" y="628269"/>
                  </a:lnTo>
                  <a:lnTo>
                    <a:pt x="1620570" y="651484"/>
                  </a:lnTo>
                  <a:lnTo>
                    <a:pt x="1666087" y="674255"/>
                  </a:lnTo>
                  <a:lnTo>
                    <a:pt x="1711833" y="696569"/>
                  </a:lnTo>
                  <a:lnTo>
                    <a:pt x="1757794" y="718362"/>
                  </a:lnTo>
                  <a:lnTo>
                    <a:pt x="1803996" y="739622"/>
                  </a:lnTo>
                  <a:lnTo>
                    <a:pt x="1850466" y="760298"/>
                  </a:lnTo>
                  <a:lnTo>
                    <a:pt x="1897202" y="780364"/>
                  </a:lnTo>
                  <a:lnTo>
                    <a:pt x="1944230" y="799782"/>
                  </a:lnTo>
                  <a:lnTo>
                    <a:pt x="2004199" y="823239"/>
                  </a:lnTo>
                  <a:lnTo>
                    <a:pt x="2053221" y="839381"/>
                  </a:lnTo>
                  <a:lnTo>
                    <a:pt x="2093607" y="847153"/>
                  </a:lnTo>
                  <a:lnTo>
                    <a:pt x="2127707" y="845515"/>
                  </a:lnTo>
                  <a:lnTo>
                    <a:pt x="2186292" y="809777"/>
                  </a:lnTo>
                  <a:lnTo>
                    <a:pt x="2215426" y="773582"/>
                  </a:lnTo>
                  <a:lnTo>
                    <a:pt x="2247544" y="723785"/>
                  </a:lnTo>
                  <a:lnTo>
                    <a:pt x="2320252" y="602437"/>
                  </a:lnTo>
                  <a:lnTo>
                    <a:pt x="2340673" y="567728"/>
                  </a:lnTo>
                  <a:lnTo>
                    <a:pt x="2340546" y="568083"/>
                  </a:lnTo>
                  <a:lnTo>
                    <a:pt x="2381681" y="505993"/>
                  </a:lnTo>
                  <a:lnTo>
                    <a:pt x="2403818" y="455612"/>
                  </a:lnTo>
                  <a:lnTo>
                    <a:pt x="2409431" y="414667"/>
                  </a:lnTo>
                  <a:close/>
                </a:path>
              </a:pathLst>
            </a:custGeom>
            <a:solidFill>
              <a:srgbClr val="2D8BB9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683510" y="0"/>
              <a:ext cx="81915" cy="753745"/>
            </a:xfrm>
            <a:custGeom>
              <a:avLst/>
              <a:gdLst/>
              <a:ahLst/>
              <a:cxnLst/>
              <a:rect l="l" t="t" r="r" b="b"/>
              <a:pathLst>
                <a:path w="81914" h="753745">
                  <a:moveTo>
                    <a:pt x="16381" y="753217"/>
                  </a:moveTo>
                  <a:lnTo>
                    <a:pt x="5465" y="713397"/>
                  </a:lnTo>
                  <a:lnTo>
                    <a:pt x="3398" y="631246"/>
                  </a:lnTo>
                  <a:lnTo>
                    <a:pt x="2841" y="584066"/>
                  </a:lnTo>
                  <a:lnTo>
                    <a:pt x="1770" y="441867"/>
                  </a:lnTo>
                  <a:lnTo>
                    <a:pt x="701" y="342950"/>
                  </a:lnTo>
                  <a:lnTo>
                    <a:pt x="326" y="291337"/>
                  </a:lnTo>
                  <a:lnTo>
                    <a:pt x="0" y="187968"/>
                  </a:lnTo>
                  <a:lnTo>
                    <a:pt x="74" y="0"/>
                  </a:lnTo>
                  <a:lnTo>
                    <a:pt x="81707" y="0"/>
                  </a:lnTo>
                  <a:lnTo>
                    <a:pt x="81527" y="349386"/>
                  </a:lnTo>
                  <a:lnTo>
                    <a:pt x="80850" y="447508"/>
                  </a:lnTo>
                  <a:lnTo>
                    <a:pt x="80223" y="496455"/>
                  </a:lnTo>
                  <a:lnTo>
                    <a:pt x="79354" y="545304"/>
                  </a:lnTo>
                  <a:lnTo>
                    <a:pt x="78208" y="594037"/>
                  </a:lnTo>
                  <a:lnTo>
                    <a:pt x="76748" y="642638"/>
                  </a:lnTo>
                  <a:lnTo>
                    <a:pt x="74423" y="697630"/>
                  </a:lnTo>
                  <a:lnTo>
                    <a:pt x="63655" y="746090"/>
                  </a:lnTo>
                  <a:lnTo>
                    <a:pt x="34731" y="752484"/>
                  </a:lnTo>
                  <a:lnTo>
                    <a:pt x="16381" y="753217"/>
                  </a:lnTo>
                  <a:close/>
                </a:path>
              </a:pathLst>
            </a:custGeom>
            <a:solidFill>
              <a:srgbClr val="FFFFF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590493" y="61581"/>
              <a:ext cx="2222500" cy="1115060"/>
            </a:xfrm>
            <a:custGeom>
              <a:avLst/>
              <a:gdLst/>
              <a:ahLst/>
              <a:cxnLst/>
              <a:rect l="l" t="t" r="r" b="b"/>
              <a:pathLst>
                <a:path w="2222500" h="1115060">
                  <a:moveTo>
                    <a:pt x="276593" y="667867"/>
                  </a:moveTo>
                  <a:lnTo>
                    <a:pt x="272999" y="660488"/>
                  </a:lnTo>
                  <a:lnTo>
                    <a:pt x="266242" y="658164"/>
                  </a:lnTo>
                  <a:lnTo>
                    <a:pt x="242887" y="641832"/>
                  </a:lnTo>
                  <a:lnTo>
                    <a:pt x="211175" y="608622"/>
                  </a:lnTo>
                  <a:lnTo>
                    <a:pt x="174358" y="563473"/>
                  </a:lnTo>
                  <a:lnTo>
                    <a:pt x="135661" y="511365"/>
                  </a:lnTo>
                  <a:lnTo>
                    <a:pt x="98323" y="457263"/>
                  </a:lnTo>
                  <a:lnTo>
                    <a:pt x="65582" y="406133"/>
                  </a:lnTo>
                  <a:lnTo>
                    <a:pt x="40678" y="362927"/>
                  </a:lnTo>
                  <a:lnTo>
                    <a:pt x="24638" y="325805"/>
                  </a:lnTo>
                  <a:lnTo>
                    <a:pt x="17322" y="322072"/>
                  </a:lnTo>
                  <a:lnTo>
                    <a:pt x="3733" y="326504"/>
                  </a:lnTo>
                  <a:lnTo>
                    <a:pt x="0" y="333806"/>
                  </a:lnTo>
                  <a:lnTo>
                    <a:pt x="2209" y="340601"/>
                  </a:lnTo>
                  <a:lnTo>
                    <a:pt x="35420" y="405917"/>
                  </a:lnTo>
                  <a:lnTo>
                    <a:pt x="63728" y="451688"/>
                  </a:lnTo>
                  <a:lnTo>
                    <a:pt x="96875" y="501408"/>
                  </a:lnTo>
                  <a:lnTo>
                    <a:pt x="132651" y="551434"/>
                  </a:lnTo>
                  <a:lnTo>
                    <a:pt x="168846" y="598195"/>
                  </a:lnTo>
                  <a:lnTo>
                    <a:pt x="203250" y="638048"/>
                  </a:lnTo>
                  <a:lnTo>
                    <a:pt x="233641" y="667410"/>
                  </a:lnTo>
                  <a:lnTo>
                    <a:pt x="260616" y="683374"/>
                  </a:lnTo>
                  <a:lnTo>
                    <a:pt x="262013" y="683374"/>
                  </a:lnTo>
                  <a:lnTo>
                    <a:pt x="267385" y="683374"/>
                  </a:lnTo>
                  <a:lnTo>
                    <a:pt x="272415" y="679996"/>
                  </a:lnTo>
                  <a:lnTo>
                    <a:pt x="276593" y="667867"/>
                  </a:lnTo>
                  <a:close/>
                </a:path>
                <a:path w="2222500" h="1115060">
                  <a:moveTo>
                    <a:pt x="1320228" y="214122"/>
                  </a:moveTo>
                  <a:lnTo>
                    <a:pt x="1306436" y="138760"/>
                  </a:lnTo>
                  <a:lnTo>
                    <a:pt x="1284833" y="98031"/>
                  </a:lnTo>
                  <a:lnTo>
                    <a:pt x="1252715" y="53898"/>
                  </a:lnTo>
                  <a:lnTo>
                    <a:pt x="1209509" y="5346"/>
                  </a:lnTo>
                  <a:lnTo>
                    <a:pt x="1196365" y="0"/>
                  </a:lnTo>
                  <a:lnTo>
                    <a:pt x="1186027" y="9893"/>
                  </a:lnTo>
                  <a:lnTo>
                    <a:pt x="1185862" y="18097"/>
                  </a:lnTo>
                  <a:lnTo>
                    <a:pt x="1190802" y="23253"/>
                  </a:lnTo>
                  <a:lnTo>
                    <a:pt x="1239532" y="78854"/>
                  </a:lnTo>
                  <a:lnTo>
                    <a:pt x="1272387" y="127698"/>
                  </a:lnTo>
                  <a:lnTo>
                    <a:pt x="1290332" y="171627"/>
                  </a:lnTo>
                  <a:lnTo>
                    <a:pt x="1294384" y="212471"/>
                  </a:lnTo>
                  <a:lnTo>
                    <a:pt x="1285951" y="250418"/>
                  </a:lnTo>
                  <a:lnTo>
                    <a:pt x="1265199" y="289026"/>
                  </a:lnTo>
                  <a:lnTo>
                    <a:pt x="1231658" y="328980"/>
                  </a:lnTo>
                  <a:lnTo>
                    <a:pt x="1184846" y="370979"/>
                  </a:lnTo>
                  <a:lnTo>
                    <a:pt x="1139164" y="408076"/>
                  </a:lnTo>
                  <a:lnTo>
                    <a:pt x="1098003" y="444068"/>
                  </a:lnTo>
                  <a:lnTo>
                    <a:pt x="1058100" y="484124"/>
                  </a:lnTo>
                  <a:lnTo>
                    <a:pt x="1024851" y="526478"/>
                  </a:lnTo>
                  <a:lnTo>
                    <a:pt x="1003642" y="569315"/>
                  </a:lnTo>
                  <a:lnTo>
                    <a:pt x="999858" y="610870"/>
                  </a:lnTo>
                  <a:lnTo>
                    <a:pt x="1007529" y="633133"/>
                  </a:lnTo>
                  <a:lnTo>
                    <a:pt x="1045108" y="669048"/>
                  </a:lnTo>
                  <a:lnTo>
                    <a:pt x="1077823" y="683361"/>
                  </a:lnTo>
                  <a:lnTo>
                    <a:pt x="1079284" y="683361"/>
                  </a:lnTo>
                  <a:lnTo>
                    <a:pt x="1084580" y="683361"/>
                  </a:lnTo>
                  <a:lnTo>
                    <a:pt x="1089558" y="680085"/>
                  </a:lnTo>
                  <a:lnTo>
                    <a:pt x="1093901" y="668070"/>
                  </a:lnTo>
                  <a:lnTo>
                    <a:pt x="1090409" y="660654"/>
                  </a:lnTo>
                  <a:lnTo>
                    <a:pt x="1083678" y="658228"/>
                  </a:lnTo>
                  <a:lnTo>
                    <a:pt x="1060284" y="647865"/>
                  </a:lnTo>
                  <a:lnTo>
                    <a:pt x="1042733" y="635774"/>
                  </a:lnTo>
                  <a:lnTo>
                    <a:pt x="1031087" y="622007"/>
                  </a:lnTo>
                  <a:lnTo>
                    <a:pt x="1025398" y="606602"/>
                  </a:lnTo>
                  <a:lnTo>
                    <a:pt x="1030274" y="571334"/>
                  </a:lnTo>
                  <a:lnTo>
                    <a:pt x="1051991" y="532879"/>
                  </a:lnTo>
                  <a:lnTo>
                    <a:pt x="1084821" y="493776"/>
                  </a:lnTo>
                  <a:lnTo>
                    <a:pt x="1123010" y="456590"/>
                  </a:lnTo>
                  <a:lnTo>
                    <a:pt x="1160780" y="423862"/>
                  </a:lnTo>
                  <a:lnTo>
                    <a:pt x="1201115" y="391134"/>
                  </a:lnTo>
                  <a:lnTo>
                    <a:pt x="1251902" y="345274"/>
                  </a:lnTo>
                  <a:lnTo>
                    <a:pt x="1288338" y="301015"/>
                  </a:lnTo>
                  <a:lnTo>
                    <a:pt x="1310944" y="257556"/>
                  </a:lnTo>
                  <a:lnTo>
                    <a:pt x="1320228" y="214122"/>
                  </a:lnTo>
                  <a:close/>
                </a:path>
                <a:path w="2222500" h="1115060">
                  <a:moveTo>
                    <a:pt x="1334617" y="1090561"/>
                  </a:moveTo>
                  <a:lnTo>
                    <a:pt x="1333131" y="1076325"/>
                  </a:lnTo>
                  <a:lnTo>
                    <a:pt x="1326819" y="1071181"/>
                  </a:lnTo>
                  <a:lnTo>
                    <a:pt x="1271993" y="1076515"/>
                  </a:lnTo>
                  <a:lnTo>
                    <a:pt x="1223225" y="1080389"/>
                  </a:lnTo>
                  <a:lnTo>
                    <a:pt x="1173213" y="1083551"/>
                  </a:lnTo>
                  <a:lnTo>
                    <a:pt x="1121841" y="1085989"/>
                  </a:lnTo>
                  <a:lnTo>
                    <a:pt x="1068997" y="1087729"/>
                  </a:lnTo>
                  <a:lnTo>
                    <a:pt x="1014564" y="1088771"/>
                  </a:lnTo>
                  <a:lnTo>
                    <a:pt x="951255" y="1089113"/>
                  </a:lnTo>
                  <a:lnTo>
                    <a:pt x="945451" y="1094905"/>
                  </a:lnTo>
                  <a:lnTo>
                    <a:pt x="945451" y="1109218"/>
                  </a:lnTo>
                  <a:lnTo>
                    <a:pt x="951255" y="1115009"/>
                  </a:lnTo>
                  <a:lnTo>
                    <a:pt x="958405" y="1115009"/>
                  </a:lnTo>
                  <a:lnTo>
                    <a:pt x="1014945" y="1114666"/>
                  </a:lnTo>
                  <a:lnTo>
                    <a:pt x="1069771" y="1113612"/>
                  </a:lnTo>
                  <a:lnTo>
                    <a:pt x="1123010" y="1111859"/>
                  </a:lnTo>
                  <a:lnTo>
                    <a:pt x="1174762" y="1109395"/>
                  </a:lnTo>
                  <a:lnTo>
                    <a:pt x="1225156" y="1106208"/>
                  </a:lnTo>
                  <a:lnTo>
                    <a:pt x="1274318" y="1102309"/>
                  </a:lnTo>
                  <a:lnTo>
                    <a:pt x="1329448" y="1096924"/>
                  </a:lnTo>
                  <a:lnTo>
                    <a:pt x="1334617" y="1090561"/>
                  </a:lnTo>
                  <a:close/>
                </a:path>
                <a:path w="2222500" h="1115060">
                  <a:moveTo>
                    <a:pt x="2222068" y="337464"/>
                  </a:moveTo>
                  <a:lnTo>
                    <a:pt x="2220252" y="329476"/>
                  </a:lnTo>
                  <a:lnTo>
                    <a:pt x="2208174" y="321843"/>
                  </a:lnTo>
                  <a:lnTo>
                    <a:pt x="2200173" y="323634"/>
                  </a:lnTo>
                  <a:lnTo>
                    <a:pt x="2175433" y="368935"/>
                  </a:lnTo>
                  <a:lnTo>
                    <a:pt x="2128786" y="469480"/>
                  </a:lnTo>
                  <a:lnTo>
                    <a:pt x="2104313" y="519696"/>
                  </a:lnTo>
                  <a:lnTo>
                    <a:pt x="2077935" y="568490"/>
                  </a:lnTo>
                  <a:lnTo>
                    <a:pt x="2050859" y="610412"/>
                  </a:lnTo>
                  <a:lnTo>
                    <a:pt x="2024329" y="639965"/>
                  </a:lnTo>
                  <a:lnTo>
                    <a:pt x="1992401" y="652030"/>
                  </a:lnTo>
                  <a:lnTo>
                    <a:pt x="1986864" y="658075"/>
                  </a:lnTo>
                  <a:lnTo>
                    <a:pt x="1987486" y="672185"/>
                  </a:lnTo>
                  <a:lnTo>
                    <a:pt x="1993214" y="677608"/>
                  </a:lnTo>
                  <a:lnTo>
                    <a:pt x="2000110" y="677608"/>
                  </a:lnTo>
                  <a:lnTo>
                    <a:pt x="2057514" y="643648"/>
                  </a:lnTo>
                  <a:lnTo>
                    <a:pt x="2085581" y="606044"/>
                  </a:lnTo>
                  <a:lnTo>
                    <a:pt x="2114004" y="557288"/>
                  </a:lnTo>
                  <a:lnTo>
                    <a:pt x="2143226" y="499325"/>
                  </a:lnTo>
                  <a:lnTo>
                    <a:pt x="2173668" y="434098"/>
                  </a:lnTo>
                  <a:lnTo>
                    <a:pt x="2186546" y="406069"/>
                  </a:lnTo>
                  <a:lnTo>
                    <a:pt x="2198357" y="381000"/>
                  </a:lnTo>
                  <a:lnTo>
                    <a:pt x="2208974" y="359829"/>
                  </a:lnTo>
                  <a:lnTo>
                    <a:pt x="2218258" y="343522"/>
                  </a:lnTo>
                  <a:lnTo>
                    <a:pt x="2222068" y="337464"/>
                  </a:lnTo>
                  <a:close/>
                </a:path>
              </a:pathLst>
            </a:custGeom>
            <a:solidFill>
              <a:srgbClr val="40426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89003" y="2545254"/>
              <a:ext cx="9582149" cy="1800224"/>
            </a:xfrm>
            <a:prstGeom prst="rect">
              <a:avLst/>
            </a:prstGeom>
          </p:spPr>
        </p:pic>
      </p:grpSp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30195" y="5370461"/>
            <a:ext cx="6496049" cy="32765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45407" y="1277111"/>
            <a:ext cx="10040111" cy="8381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494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50" spc="-105" dirty="0"/>
              <a:t>TOP</a:t>
            </a:r>
            <a:r>
              <a:rPr sz="6050" spc="-605" dirty="0"/>
              <a:t> </a:t>
            </a:r>
            <a:r>
              <a:rPr sz="6050" dirty="0"/>
              <a:t>5</a:t>
            </a:r>
            <a:r>
              <a:rPr sz="6050" spc="-605" dirty="0"/>
              <a:t> </a:t>
            </a:r>
            <a:r>
              <a:rPr sz="6050" spc="-55" dirty="0"/>
              <a:t>DIAGONSED</a:t>
            </a:r>
            <a:r>
              <a:rPr sz="6050" spc="-605" dirty="0"/>
              <a:t> </a:t>
            </a:r>
            <a:r>
              <a:rPr sz="6050" spc="-10" dirty="0"/>
              <a:t>CONDITION</a:t>
            </a:r>
            <a:endParaRPr sz="6050"/>
          </a:p>
        </p:txBody>
      </p:sp>
      <p:grpSp>
        <p:nvGrpSpPr>
          <p:cNvPr id="4" name="object 4"/>
          <p:cNvGrpSpPr/>
          <p:nvPr/>
        </p:nvGrpSpPr>
        <p:grpSpPr>
          <a:xfrm>
            <a:off x="0" y="5438967"/>
            <a:ext cx="3660775" cy="4848225"/>
            <a:chOff x="0" y="5438967"/>
            <a:chExt cx="3660775" cy="4848225"/>
          </a:xfrm>
        </p:grpSpPr>
        <p:sp>
          <p:nvSpPr>
            <p:cNvPr id="5" name="object 5"/>
            <p:cNvSpPr/>
            <p:nvPr/>
          </p:nvSpPr>
          <p:spPr>
            <a:xfrm>
              <a:off x="0" y="6003872"/>
              <a:ext cx="3630295" cy="4283710"/>
            </a:xfrm>
            <a:custGeom>
              <a:avLst/>
              <a:gdLst/>
              <a:ahLst/>
              <a:cxnLst/>
              <a:rect l="l" t="t" r="r" b="b"/>
              <a:pathLst>
                <a:path w="3630295" h="4283709">
                  <a:moveTo>
                    <a:pt x="3629788" y="4283126"/>
                  </a:moveTo>
                  <a:lnTo>
                    <a:pt x="0" y="4283126"/>
                  </a:lnTo>
                  <a:lnTo>
                    <a:pt x="0" y="353539"/>
                  </a:lnTo>
                  <a:lnTo>
                    <a:pt x="47262" y="341210"/>
                  </a:lnTo>
                  <a:lnTo>
                    <a:pt x="105771" y="326258"/>
                  </a:lnTo>
                  <a:lnTo>
                    <a:pt x="161887" y="312155"/>
                  </a:lnTo>
                  <a:lnTo>
                    <a:pt x="281878" y="282700"/>
                  </a:lnTo>
                  <a:lnTo>
                    <a:pt x="544046" y="221884"/>
                  </a:lnTo>
                  <a:lnTo>
                    <a:pt x="801063" y="166979"/>
                  </a:lnTo>
                  <a:lnTo>
                    <a:pt x="991870" y="129461"/>
                  </a:lnTo>
                  <a:lnTo>
                    <a:pt x="1178937" y="95666"/>
                  </a:lnTo>
                  <a:lnTo>
                    <a:pt x="1360403" y="66124"/>
                  </a:lnTo>
                  <a:lnTo>
                    <a:pt x="1477351" y="49052"/>
                  </a:lnTo>
                  <a:lnTo>
                    <a:pt x="1590433" y="34261"/>
                  </a:lnTo>
                  <a:lnTo>
                    <a:pt x="1699098" y="21908"/>
                  </a:lnTo>
                  <a:lnTo>
                    <a:pt x="1751603" y="16694"/>
                  </a:lnTo>
                  <a:lnTo>
                    <a:pt x="1802796" y="12149"/>
                  </a:lnTo>
                  <a:lnTo>
                    <a:pt x="1852610" y="8291"/>
                  </a:lnTo>
                  <a:lnTo>
                    <a:pt x="1900975" y="5140"/>
                  </a:lnTo>
                  <a:lnTo>
                    <a:pt x="1947823" y="2716"/>
                  </a:lnTo>
                  <a:lnTo>
                    <a:pt x="1993085" y="1038"/>
                  </a:lnTo>
                  <a:lnTo>
                    <a:pt x="2036692" y="126"/>
                  </a:lnTo>
                  <a:lnTo>
                    <a:pt x="2078575" y="0"/>
                  </a:lnTo>
                  <a:lnTo>
                    <a:pt x="2118665" y="678"/>
                  </a:lnTo>
                  <a:lnTo>
                    <a:pt x="2156894" y="2181"/>
                  </a:lnTo>
                  <a:lnTo>
                    <a:pt x="2227491" y="7739"/>
                  </a:lnTo>
                  <a:lnTo>
                    <a:pt x="2289815" y="16830"/>
                  </a:lnTo>
                  <a:lnTo>
                    <a:pt x="2343316" y="29610"/>
                  </a:lnTo>
                  <a:lnTo>
                    <a:pt x="2387443" y="46236"/>
                  </a:lnTo>
                  <a:lnTo>
                    <a:pt x="2421644" y="66864"/>
                  </a:lnTo>
                  <a:lnTo>
                    <a:pt x="2464870" y="121129"/>
                  </a:lnTo>
                  <a:lnTo>
                    <a:pt x="2503724" y="184666"/>
                  </a:lnTo>
                  <a:lnTo>
                    <a:pt x="2523073" y="218653"/>
                  </a:lnTo>
                  <a:lnTo>
                    <a:pt x="2542367" y="254070"/>
                  </a:lnTo>
                  <a:lnTo>
                    <a:pt x="2561604" y="290881"/>
                  </a:lnTo>
                  <a:lnTo>
                    <a:pt x="2580780" y="329050"/>
                  </a:lnTo>
                  <a:lnTo>
                    <a:pt x="2599892" y="368540"/>
                  </a:lnTo>
                  <a:lnTo>
                    <a:pt x="2618939" y="409316"/>
                  </a:lnTo>
                  <a:lnTo>
                    <a:pt x="2637918" y="451341"/>
                  </a:lnTo>
                  <a:lnTo>
                    <a:pt x="2656825" y="494579"/>
                  </a:lnTo>
                  <a:lnTo>
                    <a:pt x="2675659" y="538993"/>
                  </a:lnTo>
                  <a:lnTo>
                    <a:pt x="2694417" y="584547"/>
                  </a:lnTo>
                  <a:lnTo>
                    <a:pt x="2713096" y="631206"/>
                  </a:lnTo>
                  <a:lnTo>
                    <a:pt x="2731693" y="678932"/>
                  </a:lnTo>
                  <a:lnTo>
                    <a:pt x="2750206" y="727690"/>
                  </a:lnTo>
                  <a:lnTo>
                    <a:pt x="2768633" y="777443"/>
                  </a:lnTo>
                  <a:lnTo>
                    <a:pt x="2786970" y="828154"/>
                  </a:lnTo>
                  <a:lnTo>
                    <a:pt x="2805215" y="879789"/>
                  </a:lnTo>
                  <a:lnTo>
                    <a:pt x="2823365" y="932310"/>
                  </a:lnTo>
                  <a:lnTo>
                    <a:pt x="2841418" y="985681"/>
                  </a:lnTo>
                  <a:lnTo>
                    <a:pt x="2859371" y="1039866"/>
                  </a:lnTo>
                  <a:lnTo>
                    <a:pt x="2877222" y="1094829"/>
                  </a:lnTo>
                  <a:lnTo>
                    <a:pt x="2894967" y="1150533"/>
                  </a:lnTo>
                  <a:lnTo>
                    <a:pt x="2912605" y="1206943"/>
                  </a:lnTo>
                  <a:lnTo>
                    <a:pt x="2930132" y="1264021"/>
                  </a:lnTo>
                  <a:lnTo>
                    <a:pt x="2947546" y="1321732"/>
                  </a:lnTo>
                  <a:lnTo>
                    <a:pt x="2964844" y="1380039"/>
                  </a:lnTo>
                  <a:lnTo>
                    <a:pt x="2982024" y="1438906"/>
                  </a:lnTo>
                  <a:lnTo>
                    <a:pt x="2999084" y="1498297"/>
                  </a:lnTo>
                  <a:lnTo>
                    <a:pt x="3016019" y="1558176"/>
                  </a:lnTo>
                  <a:lnTo>
                    <a:pt x="3032829" y="1618505"/>
                  </a:lnTo>
                  <a:lnTo>
                    <a:pt x="3049509" y="1679250"/>
                  </a:lnTo>
                  <a:lnTo>
                    <a:pt x="3066058" y="1740374"/>
                  </a:lnTo>
                  <a:lnTo>
                    <a:pt x="3082473" y="1801840"/>
                  </a:lnTo>
                  <a:lnTo>
                    <a:pt x="3098752" y="1863613"/>
                  </a:lnTo>
                  <a:lnTo>
                    <a:pt x="3114891" y="1925655"/>
                  </a:lnTo>
                  <a:lnTo>
                    <a:pt x="3130888" y="1987932"/>
                  </a:lnTo>
                  <a:lnTo>
                    <a:pt x="3162445" y="2113040"/>
                  </a:lnTo>
                  <a:lnTo>
                    <a:pt x="3178001" y="2175800"/>
                  </a:lnTo>
                  <a:lnTo>
                    <a:pt x="3193404" y="2238649"/>
                  </a:lnTo>
                  <a:lnTo>
                    <a:pt x="3208652" y="2301550"/>
                  </a:lnTo>
                  <a:lnTo>
                    <a:pt x="3223742" y="2364467"/>
                  </a:lnTo>
                  <a:lnTo>
                    <a:pt x="3238671" y="2427364"/>
                  </a:lnTo>
                  <a:lnTo>
                    <a:pt x="3253438" y="2490204"/>
                  </a:lnTo>
                  <a:lnTo>
                    <a:pt x="3268039" y="2552953"/>
                  </a:lnTo>
                  <a:lnTo>
                    <a:pt x="3282472" y="2615572"/>
                  </a:lnTo>
                  <a:lnTo>
                    <a:pt x="3296734" y="2678026"/>
                  </a:lnTo>
                  <a:lnTo>
                    <a:pt x="3310822" y="2740278"/>
                  </a:lnTo>
                  <a:lnTo>
                    <a:pt x="3324735" y="2802293"/>
                  </a:lnTo>
                  <a:lnTo>
                    <a:pt x="3338468" y="2864034"/>
                  </a:lnTo>
                  <a:lnTo>
                    <a:pt x="3352020" y="2925465"/>
                  </a:lnTo>
                  <a:lnTo>
                    <a:pt x="3365389" y="2986550"/>
                  </a:lnTo>
                  <a:lnTo>
                    <a:pt x="3378570" y="3047251"/>
                  </a:lnTo>
                  <a:lnTo>
                    <a:pt x="3391562" y="3107534"/>
                  </a:lnTo>
                  <a:lnTo>
                    <a:pt x="3404363" y="3167362"/>
                  </a:lnTo>
                  <a:lnTo>
                    <a:pt x="3416969" y="3226698"/>
                  </a:lnTo>
                  <a:lnTo>
                    <a:pt x="3429377" y="3285506"/>
                  </a:lnTo>
                  <a:lnTo>
                    <a:pt x="3441586" y="3343750"/>
                  </a:lnTo>
                  <a:lnTo>
                    <a:pt x="3453593" y="3401394"/>
                  </a:lnTo>
                  <a:lnTo>
                    <a:pt x="3465394" y="3458402"/>
                  </a:lnTo>
                  <a:lnTo>
                    <a:pt x="3476988" y="3514736"/>
                  </a:lnTo>
                  <a:lnTo>
                    <a:pt x="3488371" y="3570362"/>
                  </a:lnTo>
                  <a:lnTo>
                    <a:pt x="3499542" y="3625242"/>
                  </a:lnTo>
                  <a:lnTo>
                    <a:pt x="3510497" y="3679341"/>
                  </a:lnTo>
                  <a:lnTo>
                    <a:pt x="3521234" y="3732621"/>
                  </a:lnTo>
                  <a:lnTo>
                    <a:pt x="3531750" y="3785048"/>
                  </a:lnTo>
                  <a:lnTo>
                    <a:pt x="3542042" y="3836585"/>
                  </a:lnTo>
                  <a:lnTo>
                    <a:pt x="3552109" y="3887194"/>
                  </a:lnTo>
                  <a:lnTo>
                    <a:pt x="3561946" y="3936841"/>
                  </a:lnTo>
                  <a:lnTo>
                    <a:pt x="3571553" y="3985489"/>
                  </a:lnTo>
                  <a:lnTo>
                    <a:pt x="3580925" y="4033101"/>
                  </a:lnTo>
                  <a:lnTo>
                    <a:pt x="3590061" y="4079641"/>
                  </a:lnTo>
                  <a:lnTo>
                    <a:pt x="3607613" y="4169363"/>
                  </a:lnTo>
                  <a:lnTo>
                    <a:pt x="3629788" y="4283126"/>
                  </a:lnTo>
                  <a:close/>
                </a:path>
              </a:pathLst>
            </a:custGeom>
            <a:solidFill>
              <a:srgbClr val="2D8B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57844" y="5973592"/>
              <a:ext cx="1703070" cy="4313555"/>
            </a:xfrm>
            <a:custGeom>
              <a:avLst/>
              <a:gdLst/>
              <a:ahLst/>
              <a:cxnLst/>
              <a:rect l="l" t="t" r="r" b="b"/>
              <a:pathLst>
                <a:path w="1703070" h="4313555">
                  <a:moveTo>
                    <a:pt x="1702737" y="4313406"/>
                  </a:moveTo>
                  <a:lnTo>
                    <a:pt x="1641159" y="4313406"/>
                  </a:lnTo>
                  <a:lnTo>
                    <a:pt x="1520026" y="3700885"/>
                  </a:lnTo>
                  <a:lnTo>
                    <a:pt x="1446328" y="3343110"/>
                  </a:lnTo>
                  <a:lnTo>
                    <a:pt x="1376573" y="3017096"/>
                  </a:lnTo>
                  <a:lnTo>
                    <a:pt x="1314146" y="2736361"/>
                  </a:lnTo>
                  <a:lnTo>
                    <a:pt x="1261576" y="2508344"/>
                  </a:lnTo>
                  <a:lnTo>
                    <a:pt x="1206815" y="2279208"/>
                  </a:lnTo>
                  <a:lnTo>
                    <a:pt x="1164386" y="2107691"/>
                  </a:lnTo>
                  <a:lnTo>
                    <a:pt x="1120855" y="1937295"/>
                  </a:lnTo>
                  <a:lnTo>
                    <a:pt x="1076278" y="1768770"/>
                  </a:lnTo>
                  <a:lnTo>
                    <a:pt x="1030712" y="1602866"/>
                  </a:lnTo>
                  <a:lnTo>
                    <a:pt x="999813" y="1494091"/>
                  </a:lnTo>
                  <a:lnTo>
                    <a:pt x="968515" y="1387037"/>
                  </a:lnTo>
                  <a:lnTo>
                    <a:pt x="936835" y="1281926"/>
                  </a:lnTo>
                  <a:lnTo>
                    <a:pt x="904791" y="1178981"/>
                  </a:lnTo>
                  <a:lnTo>
                    <a:pt x="872397" y="1078423"/>
                  </a:lnTo>
                  <a:lnTo>
                    <a:pt x="839673" y="980476"/>
                  </a:lnTo>
                  <a:lnTo>
                    <a:pt x="806632" y="885362"/>
                  </a:lnTo>
                  <a:lnTo>
                    <a:pt x="773294" y="793302"/>
                  </a:lnTo>
                  <a:lnTo>
                    <a:pt x="739673" y="704520"/>
                  </a:lnTo>
                  <a:lnTo>
                    <a:pt x="705787" y="619237"/>
                  </a:lnTo>
                  <a:lnTo>
                    <a:pt x="688750" y="577978"/>
                  </a:lnTo>
                  <a:lnTo>
                    <a:pt x="671652" y="537677"/>
                  </a:lnTo>
                  <a:lnTo>
                    <a:pt x="654497" y="498362"/>
                  </a:lnTo>
                  <a:lnTo>
                    <a:pt x="637285" y="460060"/>
                  </a:lnTo>
                  <a:lnTo>
                    <a:pt x="620020" y="422801"/>
                  </a:lnTo>
                  <a:lnTo>
                    <a:pt x="602703" y="386611"/>
                  </a:lnTo>
                  <a:lnTo>
                    <a:pt x="585336" y="351518"/>
                  </a:lnTo>
                  <a:lnTo>
                    <a:pt x="567922" y="317550"/>
                  </a:lnTo>
                  <a:lnTo>
                    <a:pt x="532958" y="253101"/>
                  </a:lnTo>
                  <a:lnTo>
                    <a:pt x="497829" y="193485"/>
                  </a:lnTo>
                  <a:lnTo>
                    <a:pt x="462551" y="138925"/>
                  </a:lnTo>
                  <a:lnTo>
                    <a:pt x="412428" y="101934"/>
                  </a:lnTo>
                  <a:lnTo>
                    <a:pt x="336479" y="78849"/>
                  </a:lnTo>
                  <a:lnTo>
                    <a:pt x="281463" y="69880"/>
                  </a:lnTo>
                  <a:lnTo>
                    <a:pt x="213186" y="63560"/>
                  </a:lnTo>
                  <a:lnTo>
                    <a:pt x="130220" y="60590"/>
                  </a:lnTo>
                  <a:lnTo>
                    <a:pt x="31139" y="61669"/>
                  </a:lnTo>
                  <a:lnTo>
                    <a:pt x="19312" y="59660"/>
                  </a:lnTo>
                  <a:lnTo>
                    <a:pt x="9511" y="53486"/>
                  </a:lnTo>
                  <a:lnTo>
                    <a:pt x="2739" y="44086"/>
                  </a:lnTo>
                  <a:lnTo>
                    <a:pt x="0" y="32397"/>
                  </a:lnTo>
                  <a:lnTo>
                    <a:pt x="2000" y="20572"/>
                  </a:lnTo>
                  <a:lnTo>
                    <a:pt x="8160" y="10775"/>
                  </a:lnTo>
                  <a:lnTo>
                    <a:pt x="17558" y="4004"/>
                  </a:lnTo>
                  <a:lnTo>
                    <a:pt x="29271" y="1258"/>
                  </a:lnTo>
                  <a:lnTo>
                    <a:pt x="107468" y="0"/>
                  </a:lnTo>
                  <a:lnTo>
                    <a:pt x="178882" y="1293"/>
                  </a:lnTo>
                  <a:lnTo>
                    <a:pt x="243567" y="5151"/>
                  </a:lnTo>
                  <a:lnTo>
                    <a:pt x="301579" y="11584"/>
                  </a:lnTo>
                  <a:lnTo>
                    <a:pt x="352972" y="20605"/>
                  </a:lnTo>
                  <a:lnTo>
                    <a:pt x="397799" y="32225"/>
                  </a:lnTo>
                  <a:lnTo>
                    <a:pt x="436115" y="46455"/>
                  </a:lnTo>
                  <a:lnTo>
                    <a:pt x="493431" y="82794"/>
                  </a:lnTo>
                  <a:lnTo>
                    <a:pt x="530232" y="131599"/>
                  </a:lnTo>
                  <a:lnTo>
                    <a:pt x="565497" y="188703"/>
                  </a:lnTo>
                  <a:lnTo>
                    <a:pt x="600594" y="250638"/>
                  </a:lnTo>
                  <a:lnTo>
                    <a:pt x="635505" y="317189"/>
                  </a:lnTo>
                  <a:lnTo>
                    <a:pt x="652886" y="352128"/>
                  </a:lnTo>
                  <a:lnTo>
                    <a:pt x="670215" y="388141"/>
                  </a:lnTo>
                  <a:lnTo>
                    <a:pt x="687490" y="425200"/>
                  </a:lnTo>
                  <a:lnTo>
                    <a:pt x="704709" y="463279"/>
                  </a:lnTo>
                  <a:lnTo>
                    <a:pt x="721869" y="502351"/>
                  </a:lnTo>
                  <a:lnTo>
                    <a:pt x="738970" y="542388"/>
                  </a:lnTo>
                  <a:lnTo>
                    <a:pt x="756008" y="583364"/>
                  </a:lnTo>
                  <a:lnTo>
                    <a:pt x="789891" y="668026"/>
                  </a:lnTo>
                  <a:lnTo>
                    <a:pt x="823502" y="756122"/>
                  </a:lnTo>
                  <a:lnTo>
                    <a:pt x="856825" y="847435"/>
                  </a:lnTo>
                  <a:lnTo>
                    <a:pt x="889845" y="941751"/>
                  </a:lnTo>
                  <a:lnTo>
                    <a:pt x="922546" y="1038856"/>
                  </a:lnTo>
                  <a:lnTo>
                    <a:pt x="954912" y="1138533"/>
                  </a:lnTo>
                  <a:lnTo>
                    <a:pt x="986928" y="1240568"/>
                  </a:lnTo>
                  <a:lnTo>
                    <a:pt x="1018577" y="1344746"/>
                  </a:lnTo>
                  <a:lnTo>
                    <a:pt x="1049844" y="1450852"/>
                  </a:lnTo>
                  <a:lnTo>
                    <a:pt x="1080713" y="1558671"/>
                  </a:lnTo>
                  <a:lnTo>
                    <a:pt x="1126236" y="1723140"/>
                  </a:lnTo>
                  <a:lnTo>
                    <a:pt x="1170776" y="1890252"/>
                  </a:lnTo>
                  <a:lnTo>
                    <a:pt x="1214278" y="2059283"/>
                  </a:lnTo>
                  <a:lnTo>
                    <a:pt x="1256691" y="2229506"/>
                  </a:lnTo>
                  <a:lnTo>
                    <a:pt x="1311453" y="2457070"/>
                  </a:lnTo>
                  <a:lnTo>
                    <a:pt x="1364056" y="2683742"/>
                  </a:lnTo>
                  <a:lnTo>
                    <a:pt x="1426584" y="2963208"/>
                  </a:lnTo>
                  <a:lnTo>
                    <a:pt x="1496558" y="3288449"/>
                  </a:lnTo>
                  <a:lnTo>
                    <a:pt x="1590286" y="3743516"/>
                  </a:lnTo>
                  <a:lnTo>
                    <a:pt x="1702737" y="4313406"/>
                  </a:lnTo>
                  <a:close/>
                </a:path>
              </a:pathLst>
            </a:custGeom>
            <a:solidFill>
              <a:srgbClr val="4042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6319102"/>
              <a:ext cx="3241040" cy="3968115"/>
            </a:xfrm>
            <a:custGeom>
              <a:avLst/>
              <a:gdLst/>
              <a:ahLst/>
              <a:cxnLst/>
              <a:rect l="l" t="t" r="r" b="b"/>
              <a:pathLst>
                <a:path w="3241040" h="3968115">
                  <a:moveTo>
                    <a:pt x="3240828" y="3967896"/>
                  </a:moveTo>
                  <a:lnTo>
                    <a:pt x="0" y="3967896"/>
                  </a:lnTo>
                  <a:lnTo>
                    <a:pt x="0" y="318795"/>
                  </a:lnTo>
                  <a:lnTo>
                    <a:pt x="175045" y="271646"/>
                  </a:lnTo>
                  <a:lnTo>
                    <a:pt x="232924" y="256774"/>
                  </a:lnTo>
                  <a:lnTo>
                    <a:pt x="288629" y="242775"/>
                  </a:lnTo>
                  <a:lnTo>
                    <a:pt x="476369" y="197684"/>
                  </a:lnTo>
                  <a:lnTo>
                    <a:pt x="537454" y="183727"/>
                  </a:lnTo>
                  <a:lnTo>
                    <a:pt x="537902" y="183614"/>
                  </a:lnTo>
                  <a:lnTo>
                    <a:pt x="730079" y="141991"/>
                  </a:lnTo>
                  <a:lnTo>
                    <a:pt x="919467" y="104530"/>
                  </a:lnTo>
                  <a:lnTo>
                    <a:pt x="1043827" y="82031"/>
                  </a:lnTo>
                  <a:lnTo>
                    <a:pt x="1165750" y="61775"/>
                  </a:lnTo>
                  <a:lnTo>
                    <a:pt x="1284452" y="43989"/>
                  </a:lnTo>
                  <a:lnTo>
                    <a:pt x="1399146" y="28898"/>
                  </a:lnTo>
                  <a:lnTo>
                    <a:pt x="1454744" y="22433"/>
                  </a:lnTo>
                  <a:lnTo>
                    <a:pt x="1509046" y="16727"/>
                  </a:lnTo>
                  <a:lnTo>
                    <a:pt x="1561953" y="11808"/>
                  </a:lnTo>
                  <a:lnTo>
                    <a:pt x="1613367" y="7704"/>
                  </a:lnTo>
                  <a:lnTo>
                    <a:pt x="1663190" y="4442"/>
                  </a:lnTo>
                  <a:lnTo>
                    <a:pt x="1711324" y="2053"/>
                  </a:lnTo>
                  <a:lnTo>
                    <a:pt x="1757670" y="562"/>
                  </a:lnTo>
                  <a:lnTo>
                    <a:pt x="1802130" y="0"/>
                  </a:lnTo>
                  <a:lnTo>
                    <a:pt x="1844606" y="393"/>
                  </a:lnTo>
                  <a:lnTo>
                    <a:pt x="1884999" y="1771"/>
                  </a:lnTo>
                  <a:lnTo>
                    <a:pt x="1923212" y="4161"/>
                  </a:lnTo>
                  <a:lnTo>
                    <a:pt x="1992704" y="12091"/>
                  </a:lnTo>
                  <a:lnTo>
                    <a:pt x="2052295" y="24410"/>
                  </a:lnTo>
                  <a:lnTo>
                    <a:pt x="2101199" y="41343"/>
                  </a:lnTo>
                  <a:lnTo>
                    <a:pt x="2138631" y="63116"/>
                  </a:lnTo>
                  <a:lnTo>
                    <a:pt x="2182371" y="119923"/>
                  </a:lnTo>
                  <a:lnTo>
                    <a:pt x="2219463" y="184940"/>
                  </a:lnTo>
                  <a:lnTo>
                    <a:pt x="2237980" y="219899"/>
                  </a:lnTo>
                  <a:lnTo>
                    <a:pt x="2256473" y="256433"/>
                  </a:lnTo>
                  <a:lnTo>
                    <a:pt x="2274938" y="294495"/>
                  </a:lnTo>
                  <a:lnTo>
                    <a:pt x="2293371" y="334040"/>
                  </a:lnTo>
                  <a:lnTo>
                    <a:pt x="2311767" y="375025"/>
                  </a:lnTo>
                  <a:lnTo>
                    <a:pt x="2330123" y="417402"/>
                  </a:lnTo>
                  <a:lnTo>
                    <a:pt x="2348435" y="461128"/>
                  </a:lnTo>
                  <a:lnTo>
                    <a:pt x="2366699" y="506157"/>
                  </a:lnTo>
                  <a:lnTo>
                    <a:pt x="2384911" y="552444"/>
                  </a:lnTo>
                  <a:lnTo>
                    <a:pt x="2403067" y="599944"/>
                  </a:lnTo>
                  <a:lnTo>
                    <a:pt x="2421163" y="648612"/>
                  </a:lnTo>
                  <a:lnTo>
                    <a:pt x="2439195" y="698403"/>
                  </a:lnTo>
                  <a:lnTo>
                    <a:pt x="2457159" y="749271"/>
                  </a:lnTo>
                  <a:lnTo>
                    <a:pt x="2475051" y="801171"/>
                  </a:lnTo>
                  <a:lnTo>
                    <a:pt x="2492867" y="854059"/>
                  </a:lnTo>
                  <a:lnTo>
                    <a:pt x="2510604" y="907889"/>
                  </a:lnTo>
                  <a:lnTo>
                    <a:pt x="2528256" y="962616"/>
                  </a:lnTo>
                  <a:lnTo>
                    <a:pt x="2545821" y="1018195"/>
                  </a:lnTo>
                  <a:lnTo>
                    <a:pt x="2563294" y="1074581"/>
                  </a:lnTo>
                  <a:lnTo>
                    <a:pt x="2580672" y="1131729"/>
                  </a:lnTo>
                  <a:lnTo>
                    <a:pt x="2597950" y="1189593"/>
                  </a:lnTo>
                  <a:lnTo>
                    <a:pt x="2615124" y="1248129"/>
                  </a:lnTo>
                  <a:lnTo>
                    <a:pt x="2632191" y="1307291"/>
                  </a:lnTo>
                  <a:lnTo>
                    <a:pt x="2649146" y="1367034"/>
                  </a:lnTo>
                  <a:lnTo>
                    <a:pt x="2665985" y="1427314"/>
                  </a:lnTo>
                  <a:lnTo>
                    <a:pt x="2682705" y="1488084"/>
                  </a:lnTo>
                  <a:lnTo>
                    <a:pt x="2699302" y="1549300"/>
                  </a:lnTo>
                  <a:lnTo>
                    <a:pt x="2715771" y="1610918"/>
                  </a:lnTo>
                  <a:lnTo>
                    <a:pt x="2732109" y="1672890"/>
                  </a:lnTo>
                  <a:lnTo>
                    <a:pt x="2748311" y="1735174"/>
                  </a:lnTo>
                  <a:lnTo>
                    <a:pt x="2764375" y="1797723"/>
                  </a:lnTo>
                  <a:lnTo>
                    <a:pt x="2796067" y="1923436"/>
                  </a:lnTo>
                  <a:lnTo>
                    <a:pt x="2811688" y="1986510"/>
                  </a:lnTo>
                  <a:lnTo>
                    <a:pt x="2827155" y="2049670"/>
                  </a:lnTo>
                  <a:lnTo>
                    <a:pt x="2842462" y="2112869"/>
                  </a:lnTo>
                  <a:lnTo>
                    <a:pt x="2857606" y="2176062"/>
                  </a:lnTo>
                  <a:lnTo>
                    <a:pt x="2872582" y="2239206"/>
                  </a:lnTo>
                  <a:lnTo>
                    <a:pt x="2887388" y="2302254"/>
                  </a:lnTo>
                  <a:lnTo>
                    <a:pt x="2902019" y="2365161"/>
                  </a:lnTo>
                  <a:lnTo>
                    <a:pt x="2916471" y="2427882"/>
                  </a:lnTo>
                  <a:lnTo>
                    <a:pt x="2930740" y="2490373"/>
                  </a:lnTo>
                  <a:lnTo>
                    <a:pt x="2944822" y="2552587"/>
                  </a:lnTo>
                  <a:lnTo>
                    <a:pt x="2958713" y="2614481"/>
                  </a:lnTo>
                  <a:lnTo>
                    <a:pt x="2972409" y="2676008"/>
                  </a:lnTo>
                  <a:lnTo>
                    <a:pt x="2985906" y="2737124"/>
                  </a:lnTo>
                  <a:lnTo>
                    <a:pt x="2999201" y="2797783"/>
                  </a:lnTo>
                  <a:lnTo>
                    <a:pt x="3012289" y="2857941"/>
                  </a:lnTo>
                  <a:lnTo>
                    <a:pt x="3025166" y="2917552"/>
                  </a:lnTo>
                  <a:lnTo>
                    <a:pt x="3037828" y="2976571"/>
                  </a:lnTo>
                  <a:lnTo>
                    <a:pt x="3050272" y="3034953"/>
                  </a:lnTo>
                  <a:lnTo>
                    <a:pt x="3062493" y="3092653"/>
                  </a:lnTo>
                  <a:lnTo>
                    <a:pt x="3074488" y="3149626"/>
                  </a:lnTo>
                  <a:lnTo>
                    <a:pt x="3086252" y="3205827"/>
                  </a:lnTo>
                  <a:lnTo>
                    <a:pt x="3097781" y="3261210"/>
                  </a:lnTo>
                  <a:lnTo>
                    <a:pt x="3109072" y="3315731"/>
                  </a:lnTo>
                  <a:lnTo>
                    <a:pt x="3120121" y="3369344"/>
                  </a:lnTo>
                  <a:lnTo>
                    <a:pt x="3130923" y="3422004"/>
                  </a:lnTo>
                  <a:lnTo>
                    <a:pt x="3141475" y="3473666"/>
                  </a:lnTo>
                  <a:lnTo>
                    <a:pt x="3151773" y="3524286"/>
                  </a:lnTo>
                  <a:lnTo>
                    <a:pt x="3161812" y="3573817"/>
                  </a:lnTo>
                  <a:lnTo>
                    <a:pt x="3171589" y="3622215"/>
                  </a:lnTo>
                  <a:lnTo>
                    <a:pt x="3181099" y="3669434"/>
                  </a:lnTo>
                  <a:lnTo>
                    <a:pt x="3199306" y="3760157"/>
                  </a:lnTo>
                  <a:lnTo>
                    <a:pt x="3240828" y="39678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7161123"/>
              <a:ext cx="2900045" cy="3126105"/>
            </a:xfrm>
            <a:custGeom>
              <a:avLst/>
              <a:gdLst/>
              <a:ahLst/>
              <a:cxnLst/>
              <a:rect l="l" t="t" r="r" b="b"/>
              <a:pathLst>
                <a:path w="2900045" h="3126104">
                  <a:moveTo>
                    <a:pt x="470382" y="845515"/>
                  </a:moveTo>
                  <a:lnTo>
                    <a:pt x="465086" y="798969"/>
                  </a:lnTo>
                  <a:lnTo>
                    <a:pt x="452843" y="744613"/>
                  </a:lnTo>
                  <a:lnTo>
                    <a:pt x="436130" y="687400"/>
                  </a:lnTo>
                  <a:lnTo>
                    <a:pt x="417423" y="632269"/>
                  </a:lnTo>
                  <a:lnTo>
                    <a:pt x="399173" y="584149"/>
                  </a:lnTo>
                  <a:lnTo>
                    <a:pt x="383857" y="547979"/>
                  </a:lnTo>
                  <a:lnTo>
                    <a:pt x="366788" y="541147"/>
                  </a:lnTo>
                  <a:lnTo>
                    <a:pt x="332066" y="545769"/>
                  </a:lnTo>
                  <a:lnTo>
                    <a:pt x="285546" y="558190"/>
                  </a:lnTo>
                  <a:lnTo>
                    <a:pt x="180568" y="591667"/>
                  </a:lnTo>
                  <a:lnTo>
                    <a:pt x="152768" y="599821"/>
                  </a:lnTo>
                  <a:lnTo>
                    <a:pt x="130098" y="527088"/>
                  </a:lnTo>
                  <a:lnTo>
                    <a:pt x="114058" y="472249"/>
                  </a:lnTo>
                  <a:lnTo>
                    <a:pt x="97409" y="417715"/>
                  </a:lnTo>
                  <a:lnTo>
                    <a:pt x="78701" y="364058"/>
                  </a:lnTo>
                  <a:lnTo>
                    <a:pt x="66459" y="338010"/>
                  </a:lnTo>
                  <a:lnTo>
                    <a:pt x="46736" y="321551"/>
                  </a:lnTo>
                  <a:lnTo>
                    <a:pt x="11315" y="318935"/>
                  </a:lnTo>
                  <a:lnTo>
                    <a:pt x="0" y="321881"/>
                  </a:lnTo>
                  <a:lnTo>
                    <a:pt x="0" y="638721"/>
                  </a:lnTo>
                  <a:lnTo>
                    <a:pt x="0" y="1015377"/>
                  </a:lnTo>
                  <a:lnTo>
                    <a:pt x="0" y="1311668"/>
                  </a:lnTo>
                  <a:lnTo>
                    <a:pt x="11798" y="1313624"/>
                  </a:lnTo>
                  <a:lnTo>
                    <a:pt x="58547" y="1309128"/>
                  </a:lnTo>
                  <a:lnTo>
                    <a:pt x="112941" y="1297076"/>
                  </a:lnTo>
                  <a:lnTo>
                    <a:pt x="170078" y="1280071"/>
                  </a:lnTo>
                  <a:lnTo>
                    <a:pt x="225069" y="1260754"/>
                  </a:lnTo>
                  <a:lnTo>
                    <a:pt x="272999" y="1241729"/>
                  </a:lnTo>
                  <a:lnTo>
                    <a:pt x="308965" y="1225626"/>
                  </a:lnTo>
                  <a:lnTo>
                    <a:pt x="315328" y="1206627"/>
                  </a:lnTo>
                  <a:lnTo>
                    <a:pt x="309575" y="1167384"/>
                  </a:lnTo>
                  <a:lnTo>
                    <a:pt x="295592" y="1114615"/>
                  </a:lnTo>
                  <a:lnTo>
                    <a:pt x="258546" y="995375"/>
                  </a:lnTo>
                  <a:lnTo>
                    <a:pt x="246773" y="954570"/>
                  </a:lnTo>
                  <a:lnTo>
                    <a:pt x="246913" y="954532"/>
                  </a:lnTo>
                  <a:lnTo>
                    <a:pt x="300304" y="939228"/>
                  </a:lnTo>
                  <a:lnTo>
                    <a:pt x="409600" y="906627"/>
                  </a:lnTo>
                  <a:lnTo>
                    <a:pt x="450329" y="895413"/>
                  </a:lnTo>
                  <a:lnTo>
                    <a:pt x="466293" y="879309"/>
                  </a:lnTo>
                  <a:lnTo>
                    <a:pt x="470382" y="845515"/>
                  </a:lnTo>
                  <a:close/>
                </a:path>
                <a:path w="2900045" h="3126104">
                  <a:moveTo>
                    <a:pt x="2215985" y="72390"/>
                  </a:moveTo>
                  <a:lnTo>
                    <a:pt x="2206980" y="43053"/>
                  </a:lnTo>
                  <a:lnTo>
                    <a:pt x="2185162" y="17322"/>
                  </a:lnTo>
                  <a:lnTo>
                    <a:pt x="2161438" y="0"/>
                  </a:lnTo>
                  <a:lnTo>
                    <a:pt x="2149246" y="533"/>
                  </a:lnTo>
                  <a:lnTo>
                    <a:pt x="2122055" y="5791"/>
                  </a:lnTo>
                  <a:lnTo>
                    <a:pt x="2082469" y="14947"/>
                  </a:lnTo>
                  <a:lnTo>
                    <a:pt x="2033130" y="27165"/>
                  </a:lnTo>
                  <a:lnTo>
                    <a:pt x="1732191" y="105803"/>
                  </a:lnTo>
                  <a:lnTo>
                    <a:pt x="1679575" y="119303"/>
                  </a:lnTo>
                  <a:lnTo>
                    <a:pt x="1203972" y="239191"/>
                  </a:lnTo>
                  <a:lnTo>
                    <a:pt x="779373" y="350151"/>
                  </a:lnTo>
                  <a:lnTo>
                    <a:pt x="686079" y="375335"/>
                  </a:lnTo>
                  <a:lnTo>
                    <a:pt x="639737" y="388874"/>
                  </a:lnTo>
                  <a:lnTo>
                    <a:pt x="590765" y="417804"/>
                  </a:lnTo>
                  <a:lnTo>
                    <a:pt x="606259" y="467207"/>
                  </a:lnTo>
                  <a:lnTo>
                    <a:pt x="617258" y="483209"/>
                  </a:lnTo>
                  <a:lnTo>
                    <a:pt x="640892" y="488010"/>
                  </a:lnTo>
                  <a:lnTo>
                    <a:pt x="685520" y="482485"/>
                  </a:lnTo>
                  <a:lnTo>
                    <a:pt x="759460" y="467461"/>
                  </a:lnTo>
                  <a:lnTo>
                    <a:pt x="855408" y="446455"/>
                  </a:lnTo>
                  <a:lnTo>
                    <a:pt x="951484" y="424434"/>
                  </a:lnTo>
                  <a:lnTo>
                    <a:pt x="1095768" y="389890"/>
                  </a:lnTo>
                  <a:lnTo>
                    <a:pt x="1755203" y="225082"/>
                  </a:lnTo>
                  <a:lnTo>
                    <a:pt x="2151938" y="122732"/>
                  </a:lnTo>
                  <a:lnTo>
                    <a:pt x="2201278" y="100545"/>
                  </a:lnTo>
                  <a:lnTo>
                    <a:pt x="2215985" y="72390"/>
                  </a:lnTo>
                  <a:close/>
                </a:path>
                <a:path w="2900045" h="3126104">
                  <a:moveTo>
                    <a:pt x="2314016" y="462445"/>
                  </a:moveTo>
                  <a:lnTo>
                    <a:pt x="2305012" y="433108"/>
                  </a:lnTo>
                  <a:lnTo>
                    <a:pt x="2283193" y="407377"/>
                  </a:lnTo>
                  <a:lnTo>
                    <a:pt x="2259457" y="390042"/>
                  </a:lnTo>
                  <a:lnTo>
                    <a:pt x="2247277" y="390575"/>
                  </a:lnTo>
                  <a:lnTo>
                    <a:pt x="2220074" y="395833"/>
                  </a:lnTo>
                  <a:lnTo>
                    <a:pt x="2180488" y="404990"/>
                  </a:lnTo>
                  <a:lnTo>
                    <a:pt x="2131149" y="417207"/>
                  </a:lnTo>
                  <a:lnTo>
                    <a:pt x="1830209" y="495846"/>
                  </a:lnTo>
                  <a:lnTo>
                    <a:pt x="1777593" y="509346"/>
                  </a:lnTo>
                  <a:lnTo>
                    <a:pt x="1301991" y="629246"/>
                  </a:lnTo>
                  <a:lnTo>
                    <a:pt x="877404" y="740206"/>
                  </a:lnTo>
                  <a:lnTo>
                    <a:pt x="784098" y="765378"/>
                  </a:lnTo>
                  <a:lnTo>
                    <a:pt x="737755" y="778916"/>
                  </a:lnTo>
                  <a:lnTo>
                    <a:pt x="688784" y="807847"/>
                  </a:lnTo>
                  <a:lnTo>
                    <a:pt x="704291" y="857262"/>
                  </a:lnTo>
                  <a:lnTo>
                    <a:pt x="715289" y="873264"/>
                  </a:lnTo>
                  <a:lnTo>
                    <a:pt x="738924" y="878078"/>
                  </a:lnTo>
                  <a:lnTo>
                    <a:pt x="783539" y="872540"/>
                  </a:lnTo>
                  <a:lnTo>
                    <a:pt x="857478" y="857504"/>
                  </a:lnTo>
                  <a:lnTo>
                    <a:pt x="953427" y="836498"/>
                  </a:lnTo>
                  <a:lnTo>
                    <a:pt x="1049502" y="814476"/>
                  </a:lnTo>
                  <a:lnTo>
                    <a:pt x="1193787" y="779945"/>
                  </a:lnTo>
                  <a:lnTo>
                    <a:pt x="1853222" y="615137"/>
                  </a:lnTo>
                  <a:lnTo>
                    <a:pt x="2249970" y="512787"/>
                  </a:lnTo>
                  <a:lnTo>
                    <a:pt x="2299297" y="490601"/>
                  </a:lnTo>
                  <a:lnTo>
                    <a:pt x="2314016" y="462445"/>
                  </a:lnTo>
                  <a:close/>
                </a:path>
                <a:path w="2900045" h="3126104">
                  <a:moveTo>
                    <a:pt x="2412047" y="852512"/>
                  </a:moveTo>
                  <a:lnTo>
                    <a:pt x="2403043" y="823175"/>
                  </a:lnTo>
                  <a:lnTo>
                    <a:pt x="2381224" y="797445"/>
                  </a:lnTo>
                  <a:lnTo>
                    <a:pt x="2357488" y="780122"/>
                  </a:lnTo>
                  <a:lnTo>
                    <a:pt x="2345309" y="780656"/>
                  </a:lnTo>
                  <a:lnTo>
                    <a:pt x="2318105" y="785901"/>
                  </a:lnTo>
                  <a:lnTo>
                    <a:pt x="2278519" y="795045"/>
                  </a:lnTo>
                  <a:lnTo>
                    <a:pt x="2229180" y="807262"/>
                  </a:lnTo>
                  <a:lnTo>
                    <a:pt x="1928241" y="885913"/>
                  </a:lnTo>
                  <a:lnTo>
                    <a:pt x="1875624" y="899414"/>
                  </a:lnTo>
                  <a:lnTo>
                    <a:pt x="1400022" y="1019302"/>
                  </a:lnTo>
                  <a:lnTo>
                    <a:pt x="975423" y="1130261"/>
                  </a:lnTo>
                  <a:lnTo>
                    <a:pt x="882129" y="1155446"/>
                  </a:lnTo>
                  <a:lnTo>
                    <a:pt x="835787" y="1168971"/>
                  </a:lnTo>
                  <a:lnTo>
                    <a:pt x="786815" y="1197902"/>
                  </a:lnTo>
                  <a:lnTo>
                    <a:pt x="802322" y="1247330"/>
                  </a:lnTo>
                  <a:lnTo>
                    <a:pt x="813308" y="1263332"/>
                  </a:lnTo>
                  <a:lnTo>
                    <a:pt x="836942" y="1268133"/>
                  </a:lnTo>
                  <a:lnTo>
                    <a:pt x="881570" y="1262595"/>
                  </a:lnTo>
                  <a:lnTo>
                    <a:pt x="955509" y="1247571"/>
                  </a:lnTo>
                  <a:lnTo>
                    <a:pt x="1051445" y="1226553"/>
                  </a:lnTo>
                  <a:lnTo>
                    <a:pt x="1147521" y="1204531"/>
                  </a:lnTo>
                  <a:lnTo>
                    <a:pt x="1291818" y="1170000"/>
                  </a:lnTo>
                  <a:lnTo>
                    <a:pt x="1951253" y="1005205"/>
                  </a:lnTo>
                  <a:lnTo>
                    <a:pt x="2347988" y="902855"/>
                  </a:lnTo>
                  <a:lnTo>
                    <a:pt x="2397328" y="880668"/>
                  </a:lnTo>
                  <a:lnTo>
                    <a:pt x="2412047" y="852512"/>
                  </a:lnTo>
                  <a:close/>
                </a:path>
                <a:path w="2900045" h="3126104">
                  <a:moveTo>
                    <a:pt x="2507843" y="1246695"/>
                  </a:moveTo>
                  <a:lnTo>
                    <a:pt x="2495727" y="1210462"/>
                  </a:lnTo>
                  <a:lnTo>
                    <a:pt x="2452535" y="1184109"/>
                  </a:lnTo>
                  <a:lnTo>
                    <a:pt x="2429929" y="1176566"/>
                  </a:lnTo>
                  <a:lnTo>
                    <a:pt x="2421267" y="1177137"/>
                  </a:lnTo>
                  <a:lnTo>
                    <a:pt x="2376005" y="1186319"/>
                  </a:lnTo>
                  <a:lnTo>
                    <a:pt x="2299639" y="1204442"/>
                  </a:lnTo>
                  <a:lnTo>
                    <a:pt x="2142960" y="1243787"/>
                  </a:lnTo>
                  <a:lnTo>
                    <a:pt x="1602740" y="1382687"/>
                  </a:lnTo>
                  <a:lnTo>
                    <a:pt x="686054" y="1613877"/>
                  </a:lnTo>
                  <a:lnTo>
                    <a:pt x="0" y="1790585"/>
                  </a:lnTo>
                  <a:lnTo>
                    <a:pt x="0" y="1902294"/>
                  </a:lnTo>
                  <a:lnTo>
                    <a:pt x="246888" y="1844573"/>
                  </a:lnTo>
                  <a:lnTo>
                    <a:pt x="638657" y="1749031"/>
                  </a:lnTo>
                  <a:lnTo>
                    <a:pt x="1792516" y="1459509"/>
                  </a:lnTo>
                  <a:lnTo>
                    <a:pt x="2393226" y="1306144"/>
                  </a:lnTo>
                  <a:lnTo>
                    <a:pt x="2454808" y="1286675"/>
                  </a:lnTo>
                  <a:lnTo>
                    <a:pt x="2491600" y="1266596"/>
                  </a:lnTo>
                  <a:lnTo>
                    <a:pt x="2507843" y="1246695"/>
                  </a:lnTo>
                  <a:close/>
                </a:path>
                <a:path w="2900045" h="3126104">
                  <a:moveTo>
                    <a:pt x="2605875" y="1636750"/>
                  </a:moveTo>
                  <a:lnTo>
                    <a:pt x="2593759" y="1600517"/>
                  </a:lnTo>
                  <a:lnTo>
                    <a:pt x="2550566" y="1574177"/>
                  </a:lnTo>
                  <a:lnTo>
                    <a:pt x="2527960" y="1566633"/>
                  </a:lnTo>
                  <a:lnTo>
                    <a:pt x="2519299" y="1567205"/>
                  </a:lnTo>
                  <a:lnTo>
                    <a:pt x="2474023" y="1576387"/>
                  </a:lnTo>
                  <a:lnTo>
                    <a:pt x="2397658" y="1594510"/>
                  </a:lnTo>
                  <a:lnTo>
                    <a:pt x="2240991" y="1633842"/>
                  </a:lnTo>
                  <a:lnTo>
                    <a:pt x="1700758" y="1772729"/>
                  </a:lnTo>
                  <a:lnTo>
                    <a:pt x="784085" y="2003920"/>
                  </a:lnTo>
                  <a:lnTo>
                    <a:pt x="92303" y="2182126"/>
                  </a:lnTo>
                  <a:lnTo>
                    <a:pt x="0" y="2206421"/>
                  </a:lnTo>
                  <a:lnTo>
                    <a:pt x="0" y="2314359"/>
                  </a:lnTo>
                  <a:lnTo>
                    <a:pt x="149707" y="2280488"/>
                  </a:lnTo>
                  <a:lnTo>
                    <a:pt x="442722" y="2211159"/>
                  </a:lnTo>
                  <a:lnTo>
                    <a:pt x="1839074" y="1862670"/>
                  </a:lnTo>
                  <a:lnTo>
                    <a:pt x="2491244" y="1696212"/>
                  </a:lnTo>
                  <a:lnTo>
                    <a:pt x="2552839" y="1676730"/>
                  </a:lnTo>
                  <a:lnTo>
                    <a:pt x="2589631" y="1656651"/>
                  </a:lnTo>
                  <a:lnTo>
                    <a:pt x="2605875" y="1636750"/>
                  </a:lnTo>
                  <a:close/>
                </a:path>
                <a:path w="2900045" h="3126104">
                  <a:moveTo>
                    <a:pt x="2703893" y="2026818"/>
                  </a:moveTo>
                  <a:lnTo>
                    <a:pt x="2691790" y="1990585"/>
                  </a:lnTo>
                  <a:lnTo>
                    <a:pt x="2648597" y="1964232"/>
                  </a:lnTo>
                  <a:lnTo>
                    <a:pt x="2625979" y="1956689"/>
                  </a:lnTo>
                  <a:lnTo>
                    <a:pt x="2617317" y="1957260"/>
                  </a:lnTo>
                  <a:lnTo>
                    <a:pt x="2572054" y="1966429"/>
                  </a:lnTo>
                  <a:lnTo>
                    <a:pt x="2495689" y="1984565"/>
                  </a:lnTo>
                  <a:lnTo>
                    <a:pt x="2339009" y="2023897"/>
                  </a:lnTo>
                  <a:lnTo>
                    <a:pt x="1798777" y="2162772"/>
                  </a:lnTo>
                  <a:lnTo>
                    <a:pt x="882103" y="2393962"/>
                  </a:lnTo>
                  <a:lnTo>
                    <a:pt x="190334" y="2572169"/>
                  </a:lnTo>
                  <a:lnTo>
                    <a:pt x="91744" y="2598128"/>
                  </a:lnTo>
                  <a:lnTo>
                    <a:pt x="26276" y="2615920"/>
                  </a:lnTo>
                  <a:lnTo>
                    <a:pt x="0" y="2624061"/>
                  </a:lnTo>
                  <a:lnTo>
                    <a:pt x="0" y="2722791"/>
                  </a:lnTo>
                  <a:lnTo>
                    <a:pt x="42481" y="2716009"/>
                  </a:lnTo>
                  <a:lnTo>
                    <a:pt x="108458" y="2702217"/>
                  </a:lnTo>
                  <a:lnTo>
                    <a:pt x="345262" y="2647797"/>
                  </a:lnTo>
                  <a:lnTo>
                    <a:pt x="687641" y="2565450"/>
                  </a:lnTo>
                  <a:lnTo>
                    <a:pt x="1988566" y="2239632"/>
                  </a:lnTo>
                  <a:lnTo>
                    <a:pt x="2589276" y="2086267"/>
                  </a:lnTo>
                  <a:lnTo>
                    <a:pt x="2650871" y="2066798"/>
                  </a:lnTo>
                  <a:lnTo>
                    <a:pt x="2687650" y="2046719"/>
                  </a:lnTo>
                  <a:lnTo>
                    <a:pt x="2703893" y="2026818"/>
                  </a:lnTo>
                  <a:close/>
                </a:path>
                <a:path w="2900045" h="3126104">
                  <a:moveTo>
                    <a:pt x="2801912" y="2416835"/>
                  </a:moveTo>
                  <a:lnTo>
                    <a:pt x="2789809" y="2380602"/>
                  </a:lnTo>
                  <a:lnTo>
                    <a:pt x="2746603" y="2354262"/>
                  </a:lnTo>
                  <a:lnTo>
                    <a:pt x="2723997" y="2346718"/>
                  </a:lnTo>
                  <a:lnTo>
                    <a:pt x="2715336" y="2347290"/>
                  </a:lnTo>
                  <a:lnTo>
                    <a:pt x="2670073" y="2356472"/>
                  </a:lnTo>
                  <a:lnTo>
                    <a:pt x="2593708" y="2374608"/>
                  </a:lnTo>
                  <a:lnTo>
                    <a:pt x="2437041" y="2413952"/>
                  </a:lnTo>
                  <a:lnTo>
                    <a:pt x="1896808" y="2552839"/>
                  </a:lnTo>
                  <a:lnTo>
                    <a:pt x="980135" y="2784030"/>
                  </a:lnTo>
                  <a:lnTo>
                    <a:pt x="288353" y="2962224"/>
                  </a:lnTo>
                  <a:lnTo>
                    <a:pt x="189776" y="2988183"/>
                  </a:lnTo>
                  <a:lnTo>
                    <a:pt x="124294" y="3005988"/>
                  </a:lnTo>
                  <a:lnTo>
                    <a:pt x="72097" y="3022142"/>
                  </a:lnTo>
                  <a:lnTo>
                    <a:pt x="36576" y="3037370"/>
                  </a:lnTo>
                  <a:lnTo>
                    <a:pt x="21196" y="3052394"/>
                  </a:lnTo>
                  <a:lnTo>
                    <a:pt x="29387" y="3067901"/>
                  </a:lnTo>
                  <a:lnTo>
                    <a:pt x="40576" y="3097492"/>
                  </a:lnTo>
                  <a:lnTo>
                    <a:pt x="49149" y="3108883"/>
                  </a:lnTo>
                  <a:lnTo>
                    <a:pt x="65938" y="3114205"/>
                  </a:lnTo>
                  <a:lnTo>
                    <a:pt x="95021" y="3113316"/>
                  </a:lnTo>
                  <a:lnTo>
                    <a:pt x="140512" y="3106051"/>
                  </a:lnTo>
                  <a:lnTo>
                    <a:pt x="206476" y="3092259"/>
                  </a:lnTo>
                  <a:lnTo>
                    <a:pt x="443280" y="3037840"/>
                  </a:lnTo>
                  <a:lnTo>
                    <a:pt x="785660" y="2955493"/>
                  </a:lnTo>
                  <a:lnTo>
                    <a:pt x="2086584" y="2629662"/>
                  </a:lnTo>
                  <a:lnTo>
                    <a:pt x="2687294" y="2476296"/>
                  </a:lnTo>
                  <a:lnTo>
                    <a:pt x="2748877" y="2456815"/>
                  </a:lnTo>
                  <a:lnTo>
                    <a:pt x="2785668" y="2436736"/>
                  </a:lnTo>
                  <a:lnTo>
                    <a:pt x="2801912" y="2416835"/>
                  </a:lnTo>
                  <a:close/>
                </a:path>
                <a:path w="2900045" h="3126104">
                  <a:moveTo>
                    <a:pt x="2899943" y="2806916"/>
                  </a:moveTo>
                  <a:lnTo>
                    <a:pt x="2887840" y="2770682"/>
                  </a:lnTo>
                  <a:lnTo>
                    <a:pt x="2844635" y="2744343"/>
                  </a:lnTo>
                  <a:lnTo>
                    <a:pt x="2822029" y="2736799"/>
                  </a:lnTo>
                  <a:lnTo>
                    <a:pt x="2813367" y="2737370"/>
                  </a:lnTo>
                  <a:lnTo>
                    <a:pt x="2768104" y="2746540"/>
                  </a:lnTo>
                  <a:lnTo>
                    <a:pt x="2691739" y="2764663"/>
                  </a:lnTo>
                  <a:lnTo>
                    <a:pt x="2535059" y="2803995"/>
                  </a:lnTo>
                  <a:lnTo>
                    <a:pt x="1994827" y="2942894"/>
                  </a:lnTo>
                  <a:lnTo>
                    <a:pt x="1267167" y="3125876"/>
                  </a:lnTo>
                  <a:lnTo>
                    <a:pt x="1761185" y="3125876"/>
                  </a:lnTo>
                  <a:lnTo>
                    <a:pt x="2184616" y="3019742"/>
                  </a:lnTo>
                  <a:lnTo>
                    <a:pt x="2785326" y="2866377"/>
                  </a:lnTo>
                  <a:lnTo>
                    <a:pt x="2846921" y="2846895"/>
                  </a:lnTo>
                  <a:lnTo>
                    <a:pt x="2883700" y="2826829"/>
                  </a:lnTo>
                  <a:lnTo>
                    <a:pt x="2899943" y="2806916"/>
                  </a:lnTo>
                  <a:close/>
                </a:path>
              </a:pathLst>
            </a:custGeom>
            <a:solidFill>
              <a:srgbClr val="2D8B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5438977"/>
              <a:ext cx="1885950" cy="1398270"/>
            </a:xfrm>
            <a:custGeom>
              <a:avLst/>
              <a:gdLst/>
              <a:ahLst/>
              <a:cxnLst/>
              <a:rect l="l" t="t" r="r" b="b"/>
              <a:pathLst>
                <a:path w="1885950" h="1398270">
                  <a:moveTo>
                    <a:pt x="1885518" y="711962"/>
                  </a:moveTo>
                  <a:lnTo>
                    <a:pt x="1884070" y="663194"/>
                  </a:lnTo>
                  <a:lnTo>
                    <a:pt x="1879269" y="614870"/>
                  </a:lnTo>
                  <a:lnTo>
                    <a:pt x="1871421" y="568045"/>
                  </a:lnTo>
                  <a:lnTo>
                    <a:pt x="1860829" y="523786"/>
                  </a:lnTo>
                  <a:lnTo>
                    <a:pt x="1847811" y="483146"/>
                  </a:lnTo>
                  <a:lnTo>
                    <a:pt x="1832673" y="447179"/>
                  </a:lnTo>
                  <a:lnTo>
                    <a:pt x="1797253" y="393484"/>
                  </a:lnTo>
                  <a:lnTo>
                    <a:pt x="1757057" y="371170"/>
                  </a:lnTo>
                  <a:lnTo>
                    <a:pt x="1703260" y="368617"/>
                  </a:lnTo>
                  <a:lnTo>
                    <a:pt x="1671840" y="368617"/>
                  </a:lnTo>
                  <a:lnTo>
                    <a:pt x="1600581" y="371068"/>
                  </a:lnTo>
                  <a:lnTo>
                    <a:pt x="1561007" y="373468"/>
                  </a:lnTo>
                  <a:lnTo>
                    <a:pt x="1518983" y="376618"/>
                  </a:lnTo>
                  <a:lnTo>
                    <a:pt x="1474622" y="380492"/>
                  </a:lnTo>
                  <a:lnTo>
                    <a:pt x="1428051" y="385076"/>
                  </a:lnTo>
                  <a:lnTo>
                    <a:pt x="1379423" y="390321"/>
                  </a:lnTo>
                  <a:lnTo>
                    <a:pt x="1328839" y="396227"/>
                  </a:lnTo>
                  <a:lnTo>
                    <a:pt x="1222362" y="409905"/>
                  </a:lnTo>
                  <a:lnTo>
                    <a:pt x="1109649" y="425881"/>
                  </a:lnTo>
                  <a:lnTo>
                    <a:pt x="991755" y="443979"/>
                  </a:lnTo>
                  <a:lnTo>
                    <a:pt x="960374" y="449135"/>
                  </a:lnTo>
                  <a:lnTo>
                    <a:pt x="959777" y="442442"/>
                  </a:lnTo>
                  <a:lnTo>
                    <a:pt x="952373" y="399224"/>
                  </a:lnTo>
                  <a:lnTo>
                    <a:pt x="941387" y="356222"/>
                  </a:lnTo>
                  <a:lnTo>
                    <a:pt x="926731" y="313601"/>
                  </a:lnTo>
                  <a:lnTo>
                    <a:pt x="908316" y="271551"/>
                  </a:lnTo>
                  <a:lnTo>
                    <a:pt x="886320" y="233667"/>
                  </a:lnTo>
                  <a:lnTo>
                    <a:pt x="858901" y="198361"/>
                  </a:lnTo>
                  <a:lnTo>
                    <a:pt x="826643" y="165709"/>
                  </a:lnTo>
                  <a:lnTo>
                    <a:pt x="790130" y="135775"/>
                  </a:lnTo>
                  <a:lnTo>
                    <a:pt x="749973" y="108635"/>
                  </a:lnTo>
                  <a:lnTo>
                    <a:pt x="706742" y="84340"/>
                  </a:lnTo>
                  <a:lnTo>
                    <a:pt x="661035" y="62979"/>
                  </a:lnTo>
                  <a:lnTo>
                    <a:pt x="613448" y="44602"/>
                  </a:lnTo>
                  <a:lnTo>
                    <a:pt x="564565" y="29286"/>
                  </a:lnTo>
                  <a:lnTo>
                    <a:pt x="514985" y="17106"/>
                  </a:lnTo>
                  <a:lnTo>
                    <a:pt x="465289" y="8115"/>
                  </a:lnTo>
                  <a:lnTo>
                    <a:pt x="416064" y="2387"/>
                  </a:lnTo>
                  <a:lnTo>
                    <a:pt x="367919" y="0"/>
                  </a:lnTo>
                  <a:lnTo>
                    <a:pt x="317728" y="1536"/>
                  </a:lnTo>
                  <a:lnTo>
                    <a:pt x="267614" y="7620"/>
                  </a:lnTo>
                  <a:lnTo>
                    <a:pt x="218097" y="18211"/>
                  </a:lnTo>
                  <a:lnTo>
                    <a:pt x="169684" y="33248"/>
                  </a:lnTo>
                  <a:lnTo>
                    <a:pt x="122923" y="52705"/>
                  </a:lnTo>
                  <a:lnTo>
                    <a:pt x="78320" y="76542"/>
                  </a:lnTo>
                  <a:lnTo>
                    <a:pt x="36410" y="104711"/>
                  </a:lnTo>
                  <a:lnTo>
                    <a:pt x="0" y="135267"/>
                  </a:lnTo>
                  <a:lnTo>
                    <a:pt x="0" y="638187"/>
                  </a:lnTo>
                  <a:lnTo>
                    <a:pt x="0" y="898994"/>
                  </a:lnTo>
                  <a:lnTo>
                    <a:pt x="0" y="1397673"/>
                  </a:lnTo>
                  <a:lnTo>
                    <a:pt x="1358379" y="1083056"/>
                  </a:lnTo>
                  <a:lnTo>
                    <a:pt x="1673491" y="1007656"/>
                  </a:lnTo>
                  <a:lnTo>
                    <a:pt x="1739099" y="991387"/>
                  </a:lnTo>
                  <a:lnTo>
                    <a:pt x="1775650" y="977087"/>
                  </a:lnTo>
                  <a:lnTo>
                    <a:pt x="1831555" y="925525"/>
                  </a:lnTo>
                  <a:lnTo>
                    <a:pt x="1851533" y="890371"/>
                  </a:lnTo>
                  <a:lnTo>
                    <a:pt x="1866607" y="850392"/>
                  </a:lnTo>
                  <a:lnTo>
                    <a:pt x="1877098" y="806615"/>
                  </a:lnTo>
                  <a:lnTo>
                    <a:pt x="1883295" y="760120"/>
                  </a:lnTo>
                  <a:lnTo>
                    <a:pt x="1885518" y="711962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6706" y="5770800"/>
              <a:ext cx="422909" cy="408940"/>
            </a:xfrm>
            <a:custGeom>
              <a:avLst/>
              <a:gdLst/>
              <a:ahLst/>
              <a:cxnLst/>
              <a:rect l="l" t="t" r="r" b="b"/>
              <a:pathLst>
                <a:path w="422909" h="408939">
                  <a:moveTo>
                    <a:pt x="244886" y="405808"/>
                  </a:moveTo>
                  <a:lnTo>
                    <a:pt x="201772" y="408618"/>
                  </a:lnTo>
                  <a:lnTo>
                    <a:pt x="161113" y="402577"/>
                  </a:lnTo>
                  <a:lnTo>
                    <a:pt x="123561" y="388712"/>
                  </a:lnTo>
                  <a:lnTo>
                    <a:pt x="89768" y="368047"/>
                  </a:lnTo>
                  <a:lnTo>
                    <a:pt x="60385" y="341611"/>
                  </a:lnTo>
                  <a:lnTo>
                    <a:pt x="36065" y="310429"/>
                  </a:lnTo>
                  <a:lnTo>
                    <a:pt x="17460" y="275529"/>
                  </a:lnTo>
                  <a:lnTo>
                    <a:pt x="5221" y="237936"/>
                  </a:lnTo>
                  <a:lnTo>
                    <a:pt x="0" y="198678"/>
                  </a:lnTo>
                  <a:lnTo>
                    <a:pt x="2448" y="158781"/>
                  </a:lnTo>
                  <a:lnTo>
                    <a:pt x="13219" y="119271"/>
                  </a:lnTo>
                  <a:lnTo>
                    <a:pt x="32963" y="81176"/>
                  </a:lnTo>
                  <a:lnTo>
                    <a:pt x="64906" y="45504"/>
                  </a:lnTo>
                  <a:lnTo>
                    <a:pt x="105063" y="19922"/>
                  </a:lnTo>
                  <a:lnTo>
                    <a:pt x="150332" y="4672"/>
                  </a:lnTo>
                  <a:lnTo>
                    <a:pt x="197613" y="0"/>
                  </a:lnTo>
                  <a:lnTo>
                    <a:pt x="245651" y="4961"/>
                  </a:lnTo>
                  <a:lnTo>
                    <a:pt x="294005" y="18152"/>
                  </a:lnTo>
                  <a:lnTo>
                    <a:pt x="338754" y="39122"/>
                  </a:lnTo>
                  <a:lnTo>
                    <a:pt x="375978" y="67418"/>
                  </a:lnTo>
                  <a:lnTo>
                    <a:pt x="401758" y="102590"/>
                  </a:lnTo>
                  <a:lnTo>
                    <a:pt x="417172" y="145388"/>
                  </a:lnTo>
                  <a:lnTo>
                    <a:pt x="422883" y="188907"/>
                  </a:lnTo>
                  <a:lnTo>
                    <a:pt x="419529" y="231861"/>
                  </a:lnTo>
                  <a:lnTo>
                    <a:pt x="407751" y="272966"/>
                  </a:lnTo>
                  <a:lnTo>
                    <a:pt x="388189" y="310938"/>
                  </a:lnTo>
                  <a:lnTo>
                    <a:pt x="361481" y="344492"/>
                  </a:lnTo>
                  <a:lnTo>
                    <a:pt x="328268" y="372345"/>
                  </a:lnTo>
                  <a:lnTo>
                    <a:pt x="289190" y="393211"/>
                  </a:lnTo>
                  <a:lnTo>
                    <a:pt x="244886" y="4058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3189003" y="0"/>
            <a:ext cx="14871065" cy="5143500"/>
            <a:chOff x="3189003" y="0"/>
            <a:chExt cx="14871065" cy="514350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98121" y="59963"/>
              <a:ext cx="6061693" cy="262081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518725" y="11"/>
              <a:ext cx="2409825" cy="1248410"/>
            </a:xfrm>
            <a:custGeom>
              <a:avLst/>
              <a:gdLst/>
              <a:ahLst/>
              <a:cxnLst/>
              <a:rect l="l" t="t" r="r" b="b"/>
              <a:pathLst>
                <a:path w="2409825" h="1248410">
                  <a:moveTo>
                    <a:pt x="2409431" y="414667"/>
                  </a:moveTo>
                  <a:lnTo>
                    <a:pt x="2381046" y="351993"/>
                  </a:lnTo>
                  <a:lnTo>
                    <a:pt x="2351989" y="325704"/>
                  </a:lnTo>
                  <a:lnTo>
                    <a:pt x="2316340" y="299745"/>
                  </a:lnTo>
                  <a:lnTo>
                    <a:pt x="2276043" y="272135"/>
                  </a:lnTo>
                  <a:lnTo>
                    <a:pt x="2235276" y="245046"/>
                  </a:lnTo>
                  <a:lnTo>
                    <a:pt x="2194115" y="218414"/>
                  </a:lnTo>
                  <a:lnTo>
                    <a:pt x="2152624" y="192138"/>
                  </a:lnTo>
                  <a:lnTo>
                    <a:pt x="2110879" y="166128"/>
                  </a:lnTo>
                  <a:lnTo>
                    <a:pt x="2068969" y="140309"/>
                  </a:lnTo>
                  <a:lnTo>
                    <a:pt x="1942846" y="63080"/>
                  </a:lnTo>
                  <a:lnTo>
                    <a:pt x="1900936" y="37134"/>
                  </a:lnTo>
                  <a:lnTo>
                    <a:pt x="1890991" y="30899"/>
                  </a:lnTo>
                  <a:lnTo>
                    <a:pt x="1942122" y="0"/>
                  </a:lnTo>
                  <a:lnTo>
                    <a:pt x="1842096" y="0"/>
                  </a:lnTo>
                  <a:lnTo>
                    <a:pt x="1560182" y="0"/>
                  </a:lnTo>
                  <a:lnTo>
                    <a:pt x="863790" y="0"/>
                  </a:lnTo>
                  <a:lnTo>
                    <a:pt x="567334" y="0"/>
                  </a:lnTo>
                  <a:lnTo>
                    <a:pt x="467334" y="0"/>
                  </a:lnTo>
                  <a:lnTo>
                    <a:pt x="518439" y="30899"/>
                  </a:lnTo>
                  <a:lnTo>
                    <a:pt x="508508" y="37134"/>
                  </a:lnTo>
                  <a:lnTo>
                    <a:pt x="466598" y="63080"/>
                  </a:lnTo>
                  <a:lnTo>
                    <a:pt x="340487" y="140309"/>
                  </a:lnTo>
                  <a:lnTo>
                    <a:pt x="298564" y="166128"/>
                  </a:lnTo>
                  <a:lnTo>
                    <a:pt x="256832" y="192138"/>
                  </a:lnTo>
                  <a:lnTo>
                    <a:pt x="215341" y="218414"/>
                  </a:lnTo>
                  <a:lnTo>
                    <a:pt x="174167" y="245046"/>
                  </a:lnTo>
                  <a:lnTo>
                    <a:pt x="133400" y="272135"/>
                  </a:lnTo>
                  <a:lnTo>
                    <a:pt x="93103" y="299745"/>
                  </a:lnTo>
                  <a:lnTo>
                    <a:pt x="57442" y="325704"/>
                  </a:lnTo>
                  <a:lnTo>
                    <a:pt x="28397" y="351993"/>
                  </a:lnTo>
                  <a:lnTo>
                    <a:pt x="0" y="414667"/>
                  </a:lnTo>
                  <a:lnTo>
                    <a:pt x="5626" y="455612"/>
                  </a:lnTo>
                  <a:lnTo>
                    <a:pt x="27774" y="505993"/>
                  </a:lnTo>
                  <a:lnTo>
                    <a:pt x="68910" y="568083"/>
                  </a:lnTo>
                  <a:lnTo>
                    <a:pt x="68770" y="567728"/>
                  </a:lnTo>
                  <a:lnTo>
                    <a:pt x="89192" y="602437"/>
                  </a:lnTo>
                  <a:lnTo>
                    <a:pt x="161912" y="723785"/>
                  </a:lnTo>
                  <a:lnTo>
                    <a:pt x="194030" y="773582"/>
                  </a:lnTo>
                  <a:lnTo>
                    <a:pt x="223164" y="809777"/>
                  </a:lnTo>
                  <a:lnTo>
                    <a:pt x="281749" y="845515"/>
                  </a:lnTo>
                  <a:lnTo>
                    <a:pt x="315849" y="847153"/>
                  </a:lnTo>
                  <a:lnTo>
                    <a:pt x="356247" y="839381"/>
                  </a:lnTo>
                  <a:lnTo>
                    <a:pt x="405257" y="823239"/>
                  </a:lnTo>
                  <a:lnTo>
                    <a:pt x="465226" y="799782"/>
                  </a:lnTo>
                  <a:lnTo>
                    <a:pt x="512254" y="780364"/>
                  </a:lnTo>
                  <a:lnTo>
                    <a:pt x="559003" y="760298"/>
                  </a:lnTo>
                  <a:lnTo>
                    <a:pt x="605459" y="739622"/>
                  </a:lnTo>
                  <a:lnTo>
                    <a:pt x="651675" y="718362"/>
                  </a:lnTo>
                  <a:lnTo>
                    <a:pt x="697636" y="696569"/>
                  </a:lnTo>
                  <a:lnTo>
                    <a:pt x="743369" y="674255"/>
                  </a:lnTo>
                  <a:lnTo>
                    <a:pt x="788898" y="651484"/>
                  </a:lnTo>
                  <a:lnTo>
                    <a:pt x="834224" y="628269"/>
                  </a:lnTo>
                  <a:lnTo>
                    <a:pt x="879233" y="604723"/>
                  </a:lnTo>
                  <a:lnTo>
                    <a:pt x="880656" y="646861"/>
                  </a:lnTo>
                  <a:lnTo>
                    <a:pt x="884847" y="794677"/>
                  </a:lnTo>
                  <a:lnTo>
                    <a:pt x="886371" y="843889"/>
                  </a:lnTo>
                  <a:lnTo>
                    <a:pt x="888149" y="893038"/>
                  </a:lnTo>
                  <a:lnTo>
                    <a:pt x="890295" y="942098"/>
                  </a:lnTo>
                  <a:lnTo>
                    <a:pt x="892898" y="991057"/>
                  </a:lnTo>
                  <a:lnTo>
                    <a:pt x="896099" y="1039901"/>
                  </a:lnTo>
                  <a:lnTo>
                    <a:pt x="899985" y="1088605"/>
                  </a:lnTo>
                  <a:lnTo>
                    <a:pt x="904760" y="1132459"/>
                  </a:lnTo>
                  <a:lnTo>
                    <a:pt x="913104" y="1170749"/>
                  </a:lnTo>
                  <a:lnTo>
                    <a:pt x="953338" y="1226566"/>
                  </a:lnTo>
                  <a:lnTo>
                    <a:pt x="991641" y="1242060"/>
                  </a:lnTo>
                  <a:lnTo>
                    <a:pt x="1046353" y="1247940"/>
                  </a:lnTo>
                  <a:lnTo>
                    <a:pt x="1120686" y="1243164"/>
                  </a:lnTo>
                  <a:lnTo>
                    <a:pt x="1120292" y="1243088"/>
                  </a:lnTo>
                  <a:lnTo>
                    <a:pt x="1160564" y="1242656"/>
                  </a:lnTo>
                  <a:lnTo>
                    <a:pt x="1302004" y="1239989"/>
                  </a:lnTo>
                  <a:lnTo>
                    <a:pt x="1361198" y="1236929"/>
                  </a:lnTo>
                  <a:lnTo>
                    <a:pt x="1407083" y="1229677"/>
                  </a:lnTo>
                  <a:lnTo>
                    <a:pt x="1467243" y="1196657"/>
                  </a:lnTo>
                  <a:lnTo>
                    <a:pt x="1499019" y="1129004"/>
                  </a:lnTo>
                  <a:lnTo>
                    <a:pt x="1509407" y="1078445"/>
                  </a:lnTo>
                  <a:lnTo>
                    <a:pt x="1518907" y="1014755"/>
                  </a:lnTo>
                  <a:lnTo>
                    <a:pt x="1525485" y="964311"/>
                  </a:lnTo>
                  <a:lnTo>
                    <a:pt x="1531353" y="913777"/>
                  </a:lnTo>
                  <a:lnTo>
                    <a:pt x="1536547" y="863193"/>
                  </a:lnTo>
                  <a:lnTo>
                    <a:pt x="1541106" y="812533"/>
                  </a:lnTo>
                  <a:lnTo>
                    <a:pt x="1545069" y="761822"/>
                  </a:lnTo>
                  <a:lnTo>
                    <a:pt x="1548498" y="711047"/>
                  </a:lnTo>
                  <a:lnTo>
                    <a:pt x="1551393" y="660222"/>
                  </a:lnTo>
                  <a:lnTo>
                    <a:pt x="1553464" y="616889"/>
                  </a:lnTo>
                  <a:lnTo>
                    <a:pt x="1575244" y="628269"/>
                  </a:lnTo>
                  <a:lnTo>
                    <a:pt x="1620570" y="651484"/>
                  </a:lnTo>
                  <a:lnTo>
                    <a:pt x="1666087" y="674255"/>
                  </a:lnTo>
                  <a:lnTo>
                    <a:pt x="1711833" y="696569"/>
                  </a:lnTo>
                  <a:lnTo>
                    <a:pt x="1757794" y="718362"/>
                  </a:lnTo>
                  <a:lnTo>
                    <a:pt x="1803996" y="739622"/>
                  </a:lnTo>
                  <a:lnTo>
                    <a:pt x="1850466" y="760298"/>
                  </a:lnTo>
                  <a:lnTo>
                    <a:pt x="1897202" y="780364"/>
                  </a:lnTo>
                  <a:lnTo>
                    <a:pt x="1944230" y="799782"/>
                  </a:lnTo>
                  <a:lnTo>
                    <a:pt x="2004199" y="823239"/>
                  </a:lnTo>
                  <a:lnTo>
                    <a:pt x="2053221" y="839381"/>
                  </a:lnTo>
                  <a:lnTo>
                    <a:pt x="2093607" y="847153"/>
                  </a:lnTo>
                  <a:lnTo>
                    <a:pt x="2127707" y="845515"/>
                  </a:lnTo>
                  <a:lnTo>
                    <a:pt x="2186292" y="809777"/>
                  </a:lnTo>
                  <a:lnTo>
                    <a:pt x="2215426" y="773582"/>
                  </a:lnTo>
                  <a:lnTo>
                    <a:pt x="2247544" y="723785"/>
                  </a:lnTo>
                  <a:lnTo>
                    <a:pt x="2320252" y="602437"/>
                  </a:lnTo>
                  <a:lnTo>
                    <a:pt x="2340673" y="567728"/>
                  </a:lnTo>
                  <a:lnTo>
                    <a:pt x="2340546" y="568083"/>
                  </a:lnTo>
                  <a:lnTo>
                    <a:pt x="2381681" y="505993"/>
                  </a:lnTo>
                  <a:lnTo>
                    <a:pt x="2403818" y="455612"/>
                  </a:lnTo>
                  <a:lnTo>
                    <a:pt x="2409431" y="414667"/>
                  </a:lnTo>
                  <a:close/>
                </a:path>
              </a:pathLst>
            </a:custGeom>
            <a:solidFill>
              <a:srgbClr val="2D8BB9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683510" y="0"/>
              <a:ext cx="81915" cy="753745"/>
            </a:xfrm>
            <a:custGeom>
              <a:avLst/>
              <a:gdLst/>
              <a:ahLst/>
              <a:cxnLst/>
              <a:rect l="l" t="t" r="r" b="b"/>
              <a:pathLst>
                <a:path w="81914" h="753745">
                  <a:moveTo>
                    <a:pt x="16381" y="753217"/>
                  </a:moveTo>
                  <a:lnTo>
                    <a:pt x="5465" y="713397"/>
                  </a:lnTo>
                  <a:lnTo>
                    <a:pt x="3398" y="631246"/>
                  </a:lnTo>
                  <a:lnTo>
                    <a:pt x="2841" y="584066"/>
                  </a:lnTo>
                  <a:lnTo>
                    <a:pt x="1770" y="441867"/>
                  </a:lnTo>
                  <a:lnTo>
                    <a:pt x="701" y="342950"/>
                  </a:lnTo>
                  <a:lnTo>
                    <a:pt x="326" y="291337"/>
                  </a:lnTo>
                  <a:lnTo>
                    <a:pt x="0" y="187968"/>
                  </a:lnTo>
                  <a:lnTo>
                    <a:pt x="74" y="0"/>
                  </a:lnTo>
                  <a:lnTo>
                    <a:pt x="81707" y="0"/>
                  </a:lnTo>
                  <a:lnTo>
                    <a:pt x="81527" y="349386"/>
                  </a:lnTo>
                  <a:lnTo>
                    <a:pt x="80850" y="447508"/>
                  </a:lnTo>
                  <a:lnTo>
                    <a:pt x="80223" y="496455"/>
                  </a:lnTo>
                  <a:lnTo>
                    <a:pt x="79354" y="545304"/>
                  </a:lnTo>
                  <a:lnTo>
                    <a:pt x="78208" y="594037"/>
                  </a:lnTo>
                  <a:lnTo>
                    <a:pt x="76748" y="642638"/>
                  </a:lnTo>
                  <a:lnTo>
                    <a:pt x="74423" y="697630"/>
                  </a:lnTo>
                  <a:lnTo>
                    <a:pt x="63655" y="746090"/>
                  </a:lnTo>
                  <a:lnTo>
                    <a:pt x="34731" y="752484"/>
                  </a:lnTo>
                  <a:lnTo>
                    <a:pt x="16381" y="753217"/>
                  </a:lnTo>
                  <a:close/>
                </a:path>
              </a:pathLst>
            </a:custGeom>
            <a:solidFill>
              <a:srgbClr val="FFFFF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90493" y="61581"/>
              <a:ext cx="2222500" cy="1115060"/>
            </a:xfrm>
            <a:custGeom>
              <a:avLst/>
              <a:gdLst/>
              <a:ahLst/>
              <a:cxnLst/>
              <a:rect l="l" t="t" r="r" b="b"/>
              <a:pathLst>
                <a:path w="2222500" h="1115060">
                  <a:moveTo>
                    <a:pt x="276593" y="667867"/>
                  </a:moveTo>
                  <a:lnTo>
                    <a:pt x="272999" y="660488"/>
                  </a:lnTo>
                  <a:lnTo>
                    <a:pt x="266242" y="658164"/>
                  </a:lnTo>
                  <a:lnTo>
                    <a:pt x="242887" y="641832"/>
                  </a:lnTo>
                  <a:lnTo>
                    <a:pt x="211175" y="608622"/>
                  </a:lnTo>
                  <a:lnTo>
                    <a:pt x="174358" y="563473"/>
                  </a:lnTo>
                  <a:lnTo>
                    <a:pt x="135661" y="511365"/>
                  </a:lnTo>
                  <a:lnTo>
                    <a:pt x="98323" y="457263"/>
                  </a:lnTo>
                  <a:lnTo>
                    <a:pt x="65582" y="406133"/>
                  </a:lnTo>
                  <a:lnTo>
                    <a:pt x="40678" y="362927"/>
                  </a:lnTo>
                  <a:lnTo>
                    <a:pt x="24638" y="325805"/>
                  </a:lnTo>
                  <a:lnTo>
                    <a:pt x="17322" y="322072"/>
                  </a:lnTo>
                  <a:lnTo>
                    <a:pt x="3733" y="326504"/>
                  </a:lnTo>
                  <a:lnTo>
                    <a:pt x="0" y="333806"/>
                  </a:lnTo>
                  <a:lnTo>
                    <a:pt x="2209" y="340601"/>
                  </a:lnTo>
                  <a:lnTo>
                    <a:pt x="35420" y="405917"/>
                  </a:lnTo>
                  <a:lnTo>
                    <a:pt x="63728" y="451688"/>
                  </a:lnTo>
                  <a:lnTo>
                    <a:pt x="96875" y="501408"/>
                  </a:lnTo>
                  <a:lnTo>
                    <a:pt x="132651" y="551434"/>
                  </a:lnTo>
                  <a:lnTo>
                    <a:pt x="168846" y="598195"/>
                  </a:lnTo>
                  <a:lnTo>
                    <a:pt x="203250" y="638048"/>
                  </a:lnTo>
                  <a:lnTo>
                    <a:pt x="233641" y="667410"/>
                  </a:lnTo>
                  <a:lnTo>
                    <a:pt x="260616" y="683374"/>
                  </a:lnTo>
                  <a:lnTo>
                    <a:pt x="262013" y="683374"/>
                  </a:lnTo>
                  <a:lnTo>
                    <a:pt x="267385" y="683374"/>
                  </a:lnTo>
                  <a:lnTo>
                    <a:pt x="272415" y="679996"/>
                  </a:lnTo>
                  <a:lnTo>
                    <a:pt x="276593" y="667867"/>
                  </a:lnTo>
                  <a:close/>
                </a:path>
                <a:path w="2222500" h="1115060">
                  <a:moveTo>
                    <a:pt x="1320228" y="214122"/>
                  </a:moveTo>
                  <a:lnTo>
                    <a:pt x="1306436" y="138760"/>
                  </a:lnTo>
                  <a:lnTo>
                    <a:pt x="1284833" y="98031"/>
                  </a:lnTo>
                  <a:lnTo>
                    <a:pt x="1252715" y="53898"/>
                  </a:lnTo>
                  <a:lnTo>
                    <a:pt x="1209509" y="5346"/>
                  </a:lnTo>
                  <a:lnTo>
                    <a:pt x="1196365" y="0"/>
                  </a:lnTo>
                  <a:lnTo>
                    <a:pt x="1186027" y="9893"/>
                  </a:lnTo>
                  <a:lnTo>
                    <a:pt x="1185862" y="18097"/>
                  </a:lnTo>
                  <a:lnTo>
                    <a:pt x="1190802" y="23253"/>
                  </a:lnTo>
                  <a:lnTo>
                    <a:pt x="1239532" y="78854"/>
                  </a:lnTo>
                  <a:lnTo>
                    <a:pt x="1272387" y="127698"/>
                  </a:lnTo>
                  <a:lnTo>
                    <a:pt x="1290332" y="171627"/>
                  </a:lnTo>
                  <a:lnTo>
                    <a:pt x="1294384" y="212471"/>
                  </a:lnTo>
                  <a:lnTo>
                    <a:pt x="1285951" y="250418"/>
                  </a:lnTo>
                  <a:lnTo>
                    <a:pt x="1265199" y="289026"/>
                  </a:lnTo>
                  <a:lnTo>
                    <a:pt x="1231658" y="328980"/>
                  </a:lnTo>
                  <a:lnTo>
                    <a:pt x="1184846" y="370979"/>
                  </a:lnTo>
                  <a:lnTo>
                    <a:pt x="1139164" y="408076"/>
                  </a:lnTo>
                  <a:lnTo>
                    <a:pt x="1098003" y="444068"/>
                  </a:lnTo>
                  <a:lnTo>
                    <a:pt x="1058100" y="484124"/>
                  </a:lnTo>
                  <a:lnTo>
                    <a:pt x="1024851" y="526478"/>
                  </a:lnTo>
                  <a:lnTo>
                    <a:pt x="1003642" y="569315"/>
                  </a:lnTo>
                  <a:lnTo>
                    <a:pt x="999858" y="610870"/>
                  </a:lnTo>
                  <a:lnTo>
                    <a:pt x="1007529" y="633133"/>
                  </a:lnTo>
                  <a:lnTo>
                    <a:pt x="1045108" y="669048"/>
                  </a:lnTo>
                  <a:lnTo>
                    <a:pt x="1077823" y="683361"/>
                  </a:lnTo>
                  <a:lnTo>
                    <a:pt x="1079284" y="683361"/>
                  </a:lnTo>
                  <a:lnTo>
                    <a:pt x="1084580" y="683361"/>
                  </a:lnTo>
                  <a:lnTo>
                    <a:pt x="1089558" y="680085"/>
                  </a:lnTo>
                  <a:lnTo>
                    <a:pt x="1093901" y="668070"/>
                  </a:lnTo>
                  <a:lnTo>
                    <a:pt x="1090409" y="660654"/>
                  </a:lnTo>
                  <a:lnTo>
                    <a:pt x="1083678" y="658228"/>
                  </a:lnTo>
                  <a:lnTo>
                    <a:pt x="1060284" y="647865"/>
                  </a:lnTo>
                  <a:lnTo>
                    <a:pt x="1042733" y="635774"/>
                  </a:lnTo>
                  <a:lnTo>
                    <a:pt x="1031087" y="622007"/>
                  </a:lnTo>
                  <a:lnTo>
                    <a:pt x="1025398" y="606602"/>
                  </a:lnTo>
                  <a:lnTo>
                    <a:pt x="1030274" y="571334"/>
                  </a:lnTo>
                  <a:lnTo>
                    <a:pt x="1051991" y="532879"/>
                  </a:lnTo>
                  <a:lnTo>
                    <a:pt x="1084821" y="493776"/>
                  </a:lnTo>
                  <a:lnTo>
                    <a:pt x="1123010" y="456590"/>
                  </a:lnTo>
                  <a:lnTo>
                    <a:pt x="1160780" y="423862"/>
                  </a:lnTo>
                  <a:lnTo>
                    <a:pt x="1201115" y="391134"/>
                  </a:lnTo>
                  <a:lnTo>
                    <a:pt x="1251902" y="345274"/>
                  </a:lnTo>
                  <a:lnTo>
                    <a:pt x="1288338" y="301015"/>
                  </a:lnTo>
                  <a:lnTo>
                    <a:pt x="1310944" y="257556"/>
                  </a:lnTo>
                  <a:lnTo>
                    <a:pt x="1320228" y="214122"/>
                  </a:lnTo>
                  <a:close/>
                </a:path>
                <a:path w="2222500" h="1115060">
                  <a:moveTo>
                    <a:pt x="1334617" y="1090561"/>
                  </a:moveTo>
                  <a:lnTo>
                    <a:pt x="1333131" y="1076325"/>
                  </a:lnTo>
                  <a:lnTo>
                    <a:pt x="1326819" y="1071181"/>
                  </a:lnTo>
                  <a:lnTo>
                    <a:pt x="1271993" y="1076515"/>
                  </a:lnTo>
                  <a:lnTo>
                    <a:pt x="1223225" y="1080389"/>
                  </a:lnTo>
                  <a:lnTo>
                    <a:pt x="1173213" y="1083551"/>
                  </a:lnTo>
                  <a:lnTo>
                    <a:pt x="1121841" y="1085989"/>
                  </a:lnTo>
                  <a:lnTo>
                    <a:pt x="1068997" y="1087729"/>
                  </a:lnTo>
                  <a:lnTo>
                    <a:pt x="1014564" y="1088771"/>
                  </a:lnTo>
                  <a:lnTo>
                    <a:pt x="951255" y="1089113"/>
                  </a:lnTo>
                  <a:lnTo>
                    <a:pt x="945451" y="1094905"/>
                  </a:lnTo>
                  <a:lnTo>
                    <a:pt x="945451" y="1109218"/>
                  </a:lnTo>
                  <a:lnTo>
                    <a:pt x="951255" y="1115009"/>
                  </a:lnTo>
                  <a:lnTo>
                    <a:pt x="958405" y="1115009"/>
                  </a:lnTo>
                  <a:lnTo>
                    <a:pt x="1014945" y="1114666"/>
                  </a:lnTo>
                  <a:lnTo>
                    <a:pt x="1069771" y="1113612"/>
                  </a:lnTo>
                  <a:lnTo>
                    <a:pt x="1123010" y="1111859"/>
                  </a:lnTo>
                  <a:lnTo>
                    <a:pt x="1174762" y="1109395"/>
                  </a:lnTo>
                  <a:lnTo>
                    <a:pt x="1225156" y="1106208"/>
                  </a:lnTo>
                  <a:lnTo>
                    <a:pt x="1274318" y="1102309"/>
                  </a:lnTo>
                  <a:lnTo>
                    <a:pt x="1329448" y="1096924"/>
                  </a:lnTo>
                  <a:lnTo>
                    <a:pt x="1334617" y="1090561"/>
                  </a:lnTo>
                  <a:close/>
                </a:path>
                <a:path w="2222500" h="1115060">
                  <a:moveTo>
                    <a:pt x="2222068" y="337464"/>
                  </a:moveTo>
                  <a:lnTo>
                    <a:pt x="2220252" y="329476"/>
                  </a:lnTo>
                  <a:lnTo>
                    <a:pt x="2208174" y="321843"/>
                  </a:lnTo>
                  <a:lnTo>
                    <a:pt x="2200173" y="323634"/>
                  </a:lnTo>
                  <a:lnTo>
                    <a:pt x="2175433" y="368935"/>
                  </a:lnTo>
                  <a:lnTo>
                    <a:pt x="2128786" y="469480"/>
                  </a:lnTo>
                  <a:lnTo>
                    <a:pt x="2104313" y="519696"/>
                  </a:lnTo>
                  <a:lnTo>
                    <a:pt x="2077935" y="568490"/>
                  </a:lnTo>
                  <a:lnTo>
                    <a:pt x="2050859" y="610412"/>
                  </a:lnTo>
                  <a:lnTo>
                    <a:pt x="2024329" y="639965"/>
                  </a:lnTo>
                  <a:lnTo>
                    <a:pt x="1992401" y="652030"/>
                  </a:lnTo>
                  <a:lnTo>
                    <a:pt x="1986864" y="658075"/>
                  </a:lnTo>
                  <a:lnTo>
                    <a:pt x="1987486" y="672185"/>
                  </a:lnTo>
                  <a:lnTo>
                    <a:pt x="1993214" y="677608"/>
                  </a:lnTo>
                  <a:lnTo>
                    <a:pt x="2000110" y="677608"/>
                  </a:lnTo>
                  <a:lnTo>
                    <a:pt x="2057514" y="643648"/>
                  </a:lnTo>
                  <a:lnTo>
                    <a:pt x="2085581" y="606044"/>
                  </a:lnTo>
                  <a:lnTo>
                    <a:pt x="2114004" y="557288"/>
                  </a:lnTo>
                  <a:lnTo>
                    <a:pt x="2143226" y="499325"/>
                  </a:lnTo>
                  <a:lnTo>
                    <a:pt x="2173668" y="434098"/>
                  </a:lnTo>
                  <a:lnTo>
                    <a:pt x="2186546" y="406069"/>
                  </a:lnTo>
                  <a:lnTo>
                    <a:pt x="2198357" y="381000"/>
                  </a:lnTo>
                  <a:lnTo>
                    <a:pt x="2208974" y="359829"/>
                  </a:lnTo>
                  <a:lnTo>
                    <a:pt x="2218258" y="343522"/>
                  </a:lnTo>
                  <a:lnTo>
                    <a:pt x="2222068" y="337464"/>
                  </a:lnTo>
                  <a:close/>
                </a:path>
              </a:pathLst>
            </a:custGeom>
            <a:solidFill>
              <a:srgbClr val="40426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89003" y="2409405"/>
              <a:ext cx="9305924" cy="2733674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7431147" y="5362575"/>
            <a:ext cx="7279005" cy="4924425"/>
            <a:chOff x="7431147" y="5362575"/>
            <a:chExt cx="7279005" cy="4924425"/>
          </a:xfrm>
        </p:grpSpPr>
        <p:sp>
          <p:nvSpPr>
            <p:cNvPr id="18" name="object 18"/>
            <p:cNvSpPr/>
            <p:nvPr/>
          </p:nvSpPr>
          <p:spPr>
            <a:xfrm>
              <a:off x="12300496" y="8943974"/>
              <a:ext cx="2409825" cy="1343025"/>
            </a:xfrm>
            <a:custGeom>
              <a:avLst/>
              <a:gdLst/>
              <a:ahLst/>
              <a:cxnLst/>
              <a:rect l="l" t="t" r="r" b="b"/>
              <a:pathLst>
                <a:path w="2409825" h="1343025">
                  <a:moveTo>
                    <a:pt x="2409279" y="943749"/>
                  </a:moveTo>
                  <a:lnTo>
                    <a:pt x="2398661" y="871080"/>
                  </a:lnTo>
                  <a:lnTo>
                    <a:pt x="2384183" y="830084"/>
                  </a:lnTo>
                  <a:lnTo>
                    <a:pt x="2364727" y="786955"/>
                  </a:lnTo>
                  <a:lnTo>
                    <a:pt x="2341143" y="742480"/>
                  </a:lnTo>
                  <a:lnTo>
                    <a:pt x="2314257" y="697382"/>
                  </a:lnTo>
                  <a:lnTo>
                    <a:pt x="2284946" y="652424"/>
                  </a:lnTo>
                  <a:lnTo>
                    <a:pt x="2254046" y="608342"/>
                  </a:lnTo>
                  <a:lnTo>
                    <a:pt x="2222398" y="565886"/>
                  </a:lnTo>
                  <a:lnTo>
                    <a:pt x="2190851" y="525818"/>
                  </a:lnTo>
                  <a:lnTo>
                    <a:pt x="2160270" y="488886"/>
                  </a:lnTo>
                  <a:lnTo>
                    <a:pt x="2131491" y="455828"/>
                  </a:lnTo>
                  <a:lnTo>
                    <a:pt x="2105355" y="427393"/>
                  </a:lnTo>
                  <a:lnTo>
                    <a:pt x="2070785" y="400253"/>
                  </a:lnTo>
                  <a:lnTo>
                    <a:pt x="2051329" y="402996"/>
                  </a:lnTo>
                  <a:lnTo>
                    <a:pt x="1992985" y="426199"/>
                  </a:lnTo>
                  <a:lnTo>
                    <a:pt x="1955634" y="445262"/>
                  </a:lnTo>
                  <a:lnTo>
                    <a:pt x="1913890" y="468401"/>
                  </a:lnTo>
                  <a:lnTo>
                    <a:pt x="1868512" y="494893"/>
                  </a:lnTo>
                  <a:lnTo>
                    <a:pt x="1820278" y="524065"/>
                  </a:lnTo>
                  <a:lnTo>
                    <a:pt x="1769960" y="555205"/>
                  </a:lnTo>
                  <a:lnTo>
                    <a:pt x="1718335" y="587641"/>
                  </a:lnTo>
                  <a:lnTo>
                    <a:pt x="1563420" y="685711"/>
                  </a:lnTo>
                  <a:lnTo>
                    <a:pt x="1562023" y="686587"/>
                  </a:lnTo>
                  <a:lnTo>
                    <a:pt x="1561998" y="684872"/>
                  </a:lnTo>
                  <a:lnTo>
                    <a:pt x="1560804" y="630275"/>
                  </a:lnTo>
                  <a:lnTo>
                    <a:pt x="1557756" y="515708"/>
                  </a:lnTo>
                  <a:lnTo>
                    <a:pt x="1551165" y="289801"/>
                  </a:lnTo>
                  <a:lnTo>
                    <a:pt x="1549869" y="239128"/>
                  </a:lnTo>
                  <a:lnTo>
                    <a:pt x="1548879" y="192532"/>
                  </a:lnTo>
                  <a:lnTo>
                    <a:pt x="1548257" y="150901"/>
                  </a:lnTo>
                  <a:lnTo>
                    <a:pt x="1548079" y="115112"/>
                  </a:lnTo>
                  <a:lnTo>
                    <a:pt x="1542961" y="85471"/>
                  </a:lnTo>
                  <a:lnTo>
                    <a:pt x="1504772" y="41084"/>
                  </a:lnTo>
                  <a:lnTo>
                    <a:pt x="1436458" y="14122"/>
                  </a:lnTo>
                  <a:lnTo>
                    <a:pt x="1393698" y="6261"/>
                  </a:lnTo>
                  <a:lnTo>
                    <a:pt x="1346606" y="1676"/>
                  </a:lnTo>
                  <a:lnTo>
                    <a:pt x="1296289" y="0"/>
                  </a:lnTo>
                  <a:lnTo>
                    <a:pt x="1243799" y="850"/>
                  </a:lnTo>
                  <a:lnTo>
                    <a:pt x="1190205" y="3898"/>
                  </a:lnTo>
                  <a:lnTo>
                    <a:pt x="1136586" y="8763"/>
                  </a:lnTo>
                  <a:lnTo>
                    <a:pt x="1084021" y="15074"/>
                  </a:lnTo>
                  <a:lnTo>
                    <a:pt x="1033564" y="22479"/>
                  </a:lnTo>
                  <a:lnTo>
                    <a:pt x="986307" y="30619"/>
                  </a:lnTo>
                  <a:lnTo>
                    <a:pt x="943317" y="39128"/>
                  </a:lnTo>
                  <a:lnTo>
                    <a:pt x="905649" y="47637"/>
                  </a:lnTo>
                  <a:lnTo>
                    <a:pt x="864895" y="64122"/>
                  </a:lnTo>
                  <a:lnTo>
                    <a:pt x="852246" y="109499"/>
                  </a:lnTo>
                  <a:lnTo>
                    <a:pt x="846620" y="186410"/>
                  </a:lnTo>
                  <a:lnTo>
                    <a:pt x="845896" y="234137"/>
                  </a:lnTo>
                  <a:lnTo>
                    <a:pt x="846289" y="286677"/>
                  </a:lnTo>
                  <a:lnTo>
                    <a:pt x="847572" y="343039"/>
                  </a:lnTo>
                  <a:lnTo>
                    <a:pt x="849541" y="402183"/>
                  </a:lnTo>
                  <a:lnTo>
                    <a:pt x="851966" y="463092"/>
                  </a:lnTo>
                  <a:lnTo>
                    <a:pt x="859917" y="646277"/>
                  </a:lnTo>
                  <a:lnTo>
                    <a:pt x="861758" y="695655"/>
                  </a:lnTo>
                  <a:lnTo>
                    <a:pt x="845858" y="685711"/>
                  </a:lnTo>
                  <a:lnTo>
                    <a:pt x="690943" y="587641"/>
                  </a:lnTo>
                  <a:lnTo>
                    <a:pt x="639330" y="555205"/>
                  </a:lnTo>
                  <a:lnTo>
                    <a:pt x="589013" y="524065"/>
                  </a:lnTo>
                  <a:lnTo>
                    <a:pt x="540778" y="494893"/>
                  </a:lnTo>
                  <a:lnTo>
                    <a:pt x="495401" y="468401"/>
                  </a:lnTo>
                  <a:lnTo>
                    <a:pt x="453644" y="445262"/>
                  </a:lnTo>
                  <a:lnTo>
                    <a:pt x="416306" y="426199"/>
                  </a:lnTo>
                  <a:lnTo>
                    <a:pt x="357949" y="402996"/>
                  </a:lnTo>
                  <a:lnTo>
                    <a:pt x="338493" y="400253"/>
                  </a:lnTo>
                  <a:lnTo>
                    <a:pt x="326542" y="404342"/>
                  </a:lnTo>
                  <a:lnTo>
                    <a:pt x="277774" y="455828"/>
                  </a:lnTo>
                  <a:lnTo>
                    <a:pt x="248996" y="488886"/>
                  </a:lnTo>
                  <a:lnTo>
                    <a:pt x="218414" y="525818"/>
                  </a:lnTo>
                  <a:lnTo>
                    <a:pt x="186867" y="565886"/>
                  </a:lnTo>
                  <a:lnTo>
                    <a:pt x="155232" y="608342"/>
                  </a:lnTo>
                  <a:lnTo>
                    <a:pt x="124320" y="652424"/>
                  </a:lnTo>
                  <a:lnTo>
                    <a:pt x="95008" y="697382"/>
                  </a:lnTo>
                  <a:lnTo>
                    <a:pt x="68135" y="742480"/>
                  </a:lnTo>
                  <a:lnTo>
                    <a:pt x="44538" y="786955"/>
                  </a:lnTo>
                  <a:lnTo>
                    <a:pt x="25082" y="830084"/>
                  </a:lnTo>
                  <a:lnTo>
                    <a:pt x="10617" y="871080"/>
                  </a:lnTo>
                  <a:lnTo>
                    <a:pt x="1968" y="909218"/>
                  </a:lnTo>
                  <a:lnTo>
                    <a:pt x="0" y="943749"/>
                  </a:lnTo>
                  <a:lnTo>
                    <a:pt x="5562" y="973912"/>
                  </a:lnTo>
                  <a:lnTo>
                    <a:pt x="19507" y="998969"/>
                  </a:lnTo>
                  <a:lnTo>
                    <a:pt x="42659" y="1018159"/>
                  </a:lnTo>
                  <a:lnTo>
                    <a:pt x="73621" y="1036116"/>
                  </a:lnTo>
                  <a:lnTo>
                    <a:pt x="109410" y="1057389"/>
                  </a:lnTo>
                  <a:lnTo>
                    <a:pt x="149326" y="1081443"/>
                  </a:lnTo>
                  <a:lnTo>
                    <a:pt x="192633" y="1107795"/>
                  </a:lnTo>
                  <a:lnTo>
                    <a:pt x="385279" y="1225956"/>
                  </a:lnTo>
                  <a:lnTo>
                    <a:pt x="483120" y="1285633"/>
                  </a:lnTo>
                  <a:lnTo>
                    <a:pt x="518337" y="1306893"/>
                  </a:lnTo>
                  <a:lnTo>
                    <a:pt x="508419" y="1313116"/>
                  </a:lnTo>
                  <a:lnTo>
                    <a:pt x="460044" y="1343025"/>
                  </a:lnTo>
                  <a:lnTo>
                    <a:pt x="578878" y="1343025"/>
                  </a:lnTo>
                  <a:lnTo>
                    <a:pt x="863866" y="1343025"/>
                  </a:lnTo>
                  <a:lnTo>
                    <a:pt x="1560385" y="1343025"/>
                  </a:lnTo>
                  <a:lnTo>
                    <a:pt x="1830400" y="1343025"/>
                  </a:lnTo>
                  <a:lnTo>
                    <a:pt x="1949234" y="1343025"/>
                  </a:lnTo>
                  <a:lnTo>
                    <a:pt x="1900847" y="1313116"/>
                  </a:lnTo>
                  <a:lnTo>
                    <a:pt x="1890915" y="1306893"/>
                  </a:lnTo>
                  <a:lnTo>
                    <a:pt x="1926170" y="1285633"/>
                  </a:lnTo>
                  <a:lnTo>
                    <a:pt x="2024011" y="1225956"/>
                  </a:lnTo>
                  <a:lnTo>
                    <a:pt x="2216658" y="1107795"/>
                  </a:lnTo>
                  <a:lnTo>
                    <a:pt x="2259965" y="1081443"/>
                  </a:lnTo>
                  <a:lnTo>
                    <a:pt x="2299881" y="1057389"/>
                  </a:lnTo>
                  <a:lnTo>
                    <a:pt x="2335669" y="1036116"/>
                  </a:lnTo>
                  <a:lnTo>
                    <a:pt x="2366619" y="1018159"/>
                  </a:lnTo>
                  <a:lnTo>
                    <a:pt x="2389784" y="998969"/>
                  </a:lnTo>
                  <a:lnTo>
                    <a:pt x="2403716" y="973912"/>
                  </a:lnTo>
                  <a:lnTo>
                    <a:pt x="2409279" y="943749"/>
                  </a:lnTo>
                  <a:close/>
                </a:path>
              </a:pathLst>
            </a:custGeom>
            <a:solidFill>
              <a:srgbClr val="2D8BB9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463132" y="9760062"/>
              <a:ext cx="84455" cy="527050"/>
            </a:xfrm>
            <a:custGeom>
              <a:avLst/>
              <a:gdLst/>
              <a:ahLst/>
              <a:cxnLst/>
              <a:rect l="l" t="t" r="r" b="b"/>
              <a:pathLst>
                <a:path w="84455" h="527050">
                  <a:moveTo>
                    <a:pt x="83636" y="526937"/>
                  </a:moveTo>
                  <a:lnTo>
                    <a:pt x="2087" y="526937"/>
                  </a:lnTo>
                  <a:lnTo>
                    <a:pt x="2123" y="389192"/>
                  </a:lnTo>
                  <a:lnTo>
                    <a:pt x="1793" y="331022"/>
                  </a:lnTo>
                  <a:lnTo>
                    <a:pt x="431" y="197670"/>
                  </a:lnTo>
                  <a:lnTo>
                    <a:pt x="0" y="134194"/>
                  </a:lnTo>
                  <a:lnTo>
                    <a:pt x="135" y="80652"/>
                  </a:lnTo>
                  <a:lnTo>
                    <a:pt x="1137" y="42900"/>
                  </a:lnTo>
                  <a:lnTo>
                    <a:pt x="3306" y="26788"/>
                  </a:lnTo>
                  <a:lnTo>
                    <a:pt x="23410" y="9826"/>
                  </a:lnTo>
                  <a:lnTo>
                    <a:pt x="49698" y="0"/>
                  </a:lnTo>
                  <a:lnTo>
                    <a:pt x="72528" y="10704"/>
                  </a:lnTo>
                  <a:lnTo>
                    <a:pt x="82254" y="55337"/>
                  </a:lnTo>
                  <a:lnTo>
                    <a:pt x="82360" y="95672"/>
                  </a:lnTo>
                  <a:lnTo>
                    <a:pt x="84035" y="374297"/>
                  </a:lnTo>
                  <a:lnTo>
                    <a:pt x="83636" y="526937"/>
                  </a:lnTo>
                  <a:close/>
                </a:path>
              </a:pathLst>
            </a:custGeom>
            <a:solidFill>
              <a:srgbClr val="FFFFF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400874" y="9432774"/>
              <a:ext cx="206325" cy="20362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2413704" y="9029826"/>
              <a:ext cx="2223770" cy="1257300"/>
            </a:xfrm>
            <a:custGeom>
              <a:avLst/>
              <a:gdLst/>
              <a:ahLst/>
              <a:cxnLst/>
              <a:rect l="l" t="t" r="r" b="b"/>
              <a:pathLst>
                <a:path w="2223769" h="1257300">
                  <a:moveTo>
                    <a:pt x="281063" y="399605"/>
                  </a:moveTo>
                  <a:lnTo>
                    <a:pt x="280250" y="391452"/>
                  </a:lnTo>
                  <a:lnTo>
                    <a:pt x="269189" y="382397"/>
                  </a:lnTo>
                  <a:lnTo>
                    <a:pt x="261010" y="383209"/>
                  </a:lnTo>
                  <a:lnTo>
                    <a:pt x="246113" y="401358"/>
                  </a:lnTo>
                  <a:lnTo>
                    <a:pt x="184594" y="474472"/>
                  </a:lnTo>
                  <a:lnTo>
                    <a:pt x="155486" y="509981"/>
                  </a:lnTo>
                  <a:lnTo>
                    <a:pt x="126961" y="546709"/>
                  </a:lnTo>
                  <a:lnTo>
                    <a:pt x="99695" y="584809"/>
                  </a:lnTo>
                  <a:lnTo>
                    <a:pt x="74358" y="624446"/>
                  </a:lnTo>
                  <a:lnTo>
                    <a:pt x="51638" y="665759"/>
                  </a:lnTo>
                  <a:lnTo>
                    <a:pt x="32207" y="708914"/>
                  </a:lnTo>
                  <a:lnTo>
                    <a:pt x="16725" y="754049"/>
                  </a:lnTo>
                  <a:lnTo>
                    <a:pt x="5892" y="801344"/>
                  </a:lnTo>
                  <a:lnTo>
                    <a:pt x="368" y="850950"/>
                  </a:lnTo>
                  <a:lnTo>
                    <a:pt x="0" y="858088"/>
                  </a:lnTo>
                  <a:lnTo>
                    <a:pt x="5486" y="864184"/>
                  </a:lnTo>
                  <a:lnTo>
                    <a:pt x="13309" y="864565"/>
                  </a:lnTo>
                  <a:lnTo>
                    <a:pt x="20154" y="864565"/>
                  </a:lnTo>
                  <a:lnTo>
                    <a:pt x="25869" y="859205"/>
                  </a:lnTo>
                  <a:lnTo>
                    <a:pt x="26225" y="852297"/>
                  </a:lnTo>
                  <a:lnTo>
                    <a:pt x="32473" y="800049"/>
                  </a:lnTo>
                  <a:lnTo>
                    <a:pt x="45008" y="750290"/>
                  </a:lnTo>
                  <a:lnTo>
                    <a:pt x="62953" y="702830"/>
                  </a:lnTo>
                  <a:lnTo>
                    <a:pt x="85382" y="657504"/>
                  </a:lnTo>
                  <a:lnTo>
                    <a:pt x="111404" y="614133"/>
                  </a:lnTo>
                  <a:lnTo>
                    <a:pt x="140119" y="572541"/>
                  </a:lnTo>
                  <a:lnTo>
                    <a:pt x="170624" y="532561"/>
                  </a:lnTo>
                  <a:lnTo>
                    <a:pt x="202006" y="494030"/>
                  </a:lnTo>
                  <a:lnTo>
                    <a:pt x="255422" y="430631"/>
                  </a:lnTo>
                  <a:lnTo>
                    <a:pt x="281063" y="399605"/>
                  </a:lnTo>
                  <a:close/>
                </a:path>
                <a:path w="2223769" h="1257300">
                  <a:moveTo>
                    <a:pt x="1168107" y="1257173"/>
                  </a:moveTo>
                  <a:lnTo>
                    <a:pt x="1163027" y="1251877"/>
                  </a:lnTo>
                  <a:lnTo>
                    <a:pt x="1154836" y="1251699"/>
                  </a:lnTo>
                  <a:lnTo>
                    <a:pt x="1149121" y="1257173"/>
                  </a:lnTo>
                  <a:lnTo>
                    <a:pt x="1168107" y="1257173"/>
                  </a:lnTo>
                  <a:close/>
                </a:path>
                <a:path w="2223769" h="1257300">
                  <a:moveTo>
                    <a:pt x="1212062" y="666432"/>
                  </a:moveTo>
                  <a:lnTo>
                    <a:pt x="1206449" y="660463"/>
                  </a:lnTo>
                  <a:lnTo>
                    <a:pt x="1199299" y="660260"/>
                  </a:lnTo>
                  <a:lnTo>
                    <a:pt x="1141793" y="661898"/>
                  </a:lnTo>
                  <a:lnTo>
                    <a:pt x="1089533" y="670191"/>
                  </a:lnTo>
                  <a:lnTo>
                    <a:pt x="1042822" y="684961"/>
                  </a:lnTo>
                  <a:lnTo>
                    <a:pt x="1002004" y="706056"/>
                  </a:lnTo>
                  <a:lnTo>
                    <a:pt x="967371" y="733310"/>
                  </a:lnTo>
                  <a:lnTo>
                    <a:pt x="939253" y="766546"/>
                  </a:lnTo>
                  <a:lnTo>
                    <a:pt x="917956" y="805611"/>
                  </a:lnTo>
                  <a:lnTo>
                    <a:pt x="904176" y="849744"/>
                  </a:lnTo>
                  <a:lnTo>
                    <a:pt x="898486" y="896810"/>
                  </a:lnTo>
                  <a:lnTo>
                    <a:pt x="900582" y="945705"/>
                  </a:lnTo>
                  <a:lnTo>
                    <a:pt x="910158" y="995260"/>
                  </a:lnTo>
                  <a:lnTo>
                    <a:pt x="926922" y="1044359"/>
                  </a:lnTo>
                  <a:lnTo>
                    <a:pt x="950556" y="1091844"/>
                  </a:lnTo>
                  <a:lnTo>
                    <a:pt x="980744" y="1136586"/>
                  </a:lnTo>
                  <a:lnTo>
                    <a:pt x="1017206" y="1177429"/>
                  </a:lnTo>
                  <a:lnTo>
                    <a:pt x="1022997" y="1181112"/>
                  </a:lnTo>
                  <a:lnTo>
                    <a:pt x="1026261" y="1181112"/>
                  </a:lnTo>
                  <a:lnTo>
                    <a:pt x="1029614" y="1181112"/>
                  </a:lnTo>
                  <a:lnTo>
                    <a:pt x="1032992" y="1179791"/>
                  </a:lnTo>
                  <a:lnTo>
                    <a:pt x="1040523" y="1172083"/>
                  </a:lnTo>
                  <a:lnTo>
                    <a:pt x="1040422" y="1163891"/>
                  </a:lnTo>
                  <a:lnTo>
                    <a:pt x="1035304" y="1158900"/>
                  </a:lnTo>
                  <a:lnTo>
                    <a:pt x="1001356" y="1120940"/>
                  </a:lnTo>
                  <a:lnTo>
                    <a:pt x="973201" y="1079474"/>
                  </a:lnTo>
                  <a:lnTo>
                    <a:pt x="951115" y="1035545"/>
                  </a:lnTo>
                  <a:lnTo>
                    <a:pt x="935380" y="990193"/>
                  </a:lnTo>
                  <a:lnTo>
                    <a:pt x="926299" y="944499"/>
                  </a:lnTo>
                  <a:lnTo>
                    <a:pt x="924153" y="899477"/>
                  </a:lnTo>
                  <a:lnTo>
                    <a:pt x="929220" y="856208"/>
                  </a:lnTo>
                  <a:lnTo>
                    <a:pt x="941793" y="815733"/>
                  </a:lnTo>
                  <a:lnTo>
                    <a:pt x="964742" y="775550"/>
                  </a:lnTo>
                  <a:lnTo>
                    <a:pt x="996226" y="742467"/>
                  </a:lnTo>
                  <a:lnTo>
                    <a:pt x="1035812" y="716749"/>
                  </a:lnTo>
                  <a:lnTo>
                    <a:pt x="1083043" y="698627"/>
                  </a:lnTo>
                  <a:lnTo>
                    <a:pt x="1137437" y="688340"/>
                  </a:lnTo>
                  <a:lnTo>
                    <a:pt x="1198537" y="686155"/>
                  </a:lnTo>
                  <a:lnTo>
                    <a:pt x="1205585" y="686384"/>
                  </a:lnTo>
                  <a:lnTo>
                    <a:pt x="1211656" y="680732"/>
                  </a:lnTo>
                  <a:lnTo>
                    <a:pt x="1212062" y="666432"/>
                  </a:lnTo>
                  <a:close/>
                </a:path>
                <a:path w="2223769" h="1257300">
                  <a:moveTo>
                    <a:pt x="1328750" y="39039"/>
                  </a:moveTo>
                  <a:lnTo>
                    <a:pt x="1275803" y="12496"/>
                  </a:lnTo>
                  <a:lnTo>
                    <a:pt x="1230528" y="3429"/>
                  </a:lnTo>
                  <a:lnTo>
                    <a:pt x="1183944" y="0"/>
                  </a:lnTo>
                  <a:lnTo>
                    <a:pt x="1136408" y="1066"/>
                  </a:lnTo>
                  <a:lnTo>
                    <a:pt x="1088275" y="5486"/>
                  </a:lnTo>
                  <a:lnTo>
                    <a:pt x="1039888" y="12115"/>
                  </a:lnTo>
                  <a:lnTo>
                    <a:pt x="948182" y="26784"/>
                  </a:lnTo>
                  <a:lnTo>
                    <a:pt x="905916" y="32766"/>
                  </a:lnTo>
                  <a:lnTo>
                    <a:pt x="864781" y="36995"/>
                  </a:lnTo>
                  <a:lnTo>
                    <a:pt x="824750" y="38684"/>
                  </a:lnTo>
                  <a:lnTo>
                    <a:pt x="817587" y="38709"/>
                  </a:lnTo>
                  <a:lnTo>
                    <a:pt x="811822" y="44526"/>
                  </a:lnTo>
                  <a:lnTo>
                    <a:pt x="811885" y="58826"/>
                  </a:lnTo>
                  <a:lnTo>
                    <a:pt x="817676" y="64579"/>
                  </a:lnTo>
                  <a:lnTo>
                    <a:pt x="824801" y="64579"/>
                  </a:lnTo>
                  <a:lnTo>
                    <a:pt x="866609" y="62814"/>
                  </a:lnTo>
                  <a:lnTo>
                    <a:pt x="909421" y="58407"/>
                  </a:lnTo>
                  <a:lnTo>
                    <a:pt x="952690" y="52285"/>
                  </a:lnTo>
                  <a:lnTo>
                    <a:pt x="1050188" y="36766"/>
                  </a:lnTo>
                  <a:lnTo>
                    <a:pt x="1104531" y="29756"/>
                  </a:lnTo>
                  <a:lnTo>
                    <a:pt x="1158201" y="26060"/>
                  </a:lnTo>
                  <a:lnTo>
                    <a:pt x="1210525" y="27381"/>
                  </a:lnTo>
                  <a:lnTo>
                    <a:pt x="1260868" y="35420"/>
                  </a:lnTo>
                  <a:lnTo>
                    <a:pt x="1308582" y="51892"/>
                  </a:lnTo>
                  <a:lnTo>
                    <a:pt x="1315072" y="54876"/>
                  </a:lnTo>
                  <a:lnTo>
                    <a:pt x="1322755" y="52044"/>
                  </a:lnTo>
                  <a:lnTo>
                    <a:pt x="1328750" y="39039"/>
                  </a:lnTo>
                  <a:close/>
                </a:path>
                <a:path w="2223769" h="1257300">
                  <a:moveTo>
                    <a:pt x="2223744" y="860856"/>
                  </a:moveTo>
                  <a:lnTo>
                    <a:pt x="2218055" y="818337"/>
                  </a:lnTo>
                  <a:lnTo>
                    <a:pt x="2206688" y="778040"/>
                  </a:lnTo>
                  <a:lnTo>
                    <a:pt x="2189988" y="734098"/>
                  </a:lnTo>
                  <a:lnTo>
                    <a:pt x="2168690" y="687793"/>
                  </a:lnTo>
                  <a:lnTo>
                    <a:pt x="2143569" y="640384"/>
                  </a:lnTo>
                  <a:lnTo>
                    <a:pt x="2115375" y="593128"/>
                  </a:lnTo>
                  <a:lnTo>
                    <a:pt x="2084870" y="547319"/>
                  </a:lnTo>
                  <a:lnTo>
                    <a:pt x="2052815" y="504215"/>
                  </a:lnTo>
                  <a:lnTo>
                    <a:pt x="2019947" y="465099"/>
                  </a:lnTo>
                  <a:lnTo>
                    <a:pt x="1987054" y="431215"/>
                  </a:lnTo>
                  <a:lnTo>
                    <a:pt x="1954872" y="403847"/>
                  </a:lnTo>
                  <a:lnTo>
                    <a:pt x="1949145" y="399567"/>
                  </a:lnTo>
                  <a:lnTo>
                    <a:pt x="1941029" y="400723"/>
                  </a:lnTo>
                  <a:lnTo>
                    <a:pt x="1932444" y="412153"/>
                  </a:lnTo>
                  <a:lnTo>
                    <a:pt x="1933600" y="420268"/>
                  </a:lnTo>
                  <a:lnTo>
                    <a:pt x="1939315" y="424573"/>
                  </a:lnTo>
                  <a:lnTo>
                    <a:pt x="1974913" y="455269"/>
                  </a:lnTo>
                  <a:lnTo>
                    <a:pt x="2010664" y="493344"/>
                  </a:lnTo>
                  <a:lnTo>
                    <a:pt x="2045690" y="537057"/>
                  </a:lnTo>
                  <a:lnTo>
                    <a:pt x="2079129" y="584695"/>
                  </a:lnTo>
                  <a:lnTo>
                    <a:pt x="2110105" y="634492"/>
                  </a:lnTo>
                  <a:lnTo>
                    <a:pt x="2137740" y="684720"/>
                  </a:lnTo>
                  <a:lnTo>
                    <a:pt x="2161171" y="733653"/>
                  </a:lnTo>
                  <a:lnTo>
                    <a:pt x="2179510" y="779551"/>
                  </a:lnTo>
                  <a:lnTo>
                    <a:pt x="2191893" y="820674"/>
                  </a:lnTo>
                  <a:lnTo>
                    <a:pt x="2197874" y="862139"/>
                  </a:lnTo>
                  <a:lnTo>
                    <a:pt x="2203564" y="867448"/>
                  </a:lnTo>
                  <a:lnTo>
                    <a:pt x="2210371" y="867448"/>
                  </a:lnTo>
                  <a:lnTo>
                    <a:pt x="2218309" y="866990"/>
                  </a:lnTo>
                  <a:lnTo>
                    <a:pt x="2223744" y="860856"/>
                  </a:lnTo>
                  <a:close/>
                </a:path>
              </a:pathLst>
            </a:custGeom>
            <a:solidFill>
              <a:srgbClr val="40426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31147" y="5362575"/>
              <a:ext cx="6486524" cy="43910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2263" y="1106424"/>
            <a:ext cx="6458711" cy="88391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1804" rIns="0" bIns="0" rtlCol="0">
            <a:spAutoFit/>
          </a:bodyPr>
          <a:lstStyle/>
          <a:p>
            <a:pPr marL="2280920">
              <a:lnSpc>
                <a:spcPct val="100000"/>
              </a:lnSpc>
              <a:spcBef>
                <a:spcPts val="95"/>
              </a:spcBef>
            </a:pPr>
            <a:r>
              <a:rPr sz="6450" spc="730" dirty="0"/>
              <a:t>follow-</a:t>
            </a:r>
            <a:r>
              <a:rPr sz="6450" spc="315" dirty="0"/>
              <a:t>up</a:t>
            </a:r>
            <a:r>
              <a:rPr sz="6450" spc="-675" dirty="0"/>
              <a:t> </a:t>
            </a:r>
            <a:r>
              <a:rPr sz="6450" spc="760" dirty="0"/>
              <a:t>rate</a:t>
            </a:r>
            <a:endParaRPr sz="6450"/>
          </a:p>
        </p:txBody>
      </p:sp>
      <p:grpSp>
        <p:nvGrpSpPr>
          <p:cNvPr id="4" name="object 4"/>
          <p:cNvGrpSpPr/>
          <p:nvPr/>
        </p:nvGrpSpPr>
        <p:grpSpPr>
          <a:xfrm>
            <a:off x="0" y="5438967"/>
            <a:ext cx="3660775" cy="4848225"/>
            <a:chOff x="0" y="5438967"/>
            <a:chExt cx="3660775" cy="4848225"/>
          </a:xfrm>
        </p:grpSpPr>
        <p:sp>
          <p:nvSpPr>
            <p:cNvPr id="5" name="object 5"/>
            <p:cNvSpPr/>
            <p:nvPr/>
          </p:nvSpPr>
          <p:spPr>
            <a:xfrm>
              <a:off x="0" y="6003872"/>
              <a:ext cx="3630295" cy="4283710"/>
            </a:xfrm>
            <a:custGeom>
              <a:avLst/>
              <a:gdLst/>
              <a:ahLst/>
              <a:cxnLst/>
              <a:rect l="l" t="t" r="r" b="b"/>
              <a:pathLst>
                <a:path w="3630295" h="4283709">
                  <a:moveTo>
                    <a:pt x="3629788" y="4283126"/>
                  </a:moveTo>
                  <a:lnTo>
                    <a:pt x="0" y="4283126"/>
                  </a:lnTo>
                  <a:lnTo>
                    <a:pt x="0" y="353539"/>
                  </a:lnTo>
                  <a:lnTo>
                    <a:pt x="47262" y="341210"/>
                  </a:lnTo>
                  <a:lnTo>
                    <a:pt x="105771" y="326258"/>
                  </a:lnTo>
                  <a:lnTo>
                    <a:pt x="161887" y="312155"/>
                  </a:lnTo>
                  <a:lnTo>
                    <a:pt x="281878" y="282700"/>
                  </a:lnTo>
                  <a:lnTo>
                    <a:pt x="544046" y="221884"/>
                  </a:lnTo>
                  <a:lnTo>
                    <a:pt x="801063" y="166979"/>
                  </a:lnTo>
                  <a:lnTo>
                    <a:pt x="991870" y="129461"/>
                  </a:lnTo>
                  <a:lnTo>
                    <a:pt x="1178937" y="95666"/>
                  </a:lnTo>
                  <a:lnTo>
                    <a:pt x="1360403" y="66124"/>
                  </a:lnTo>
                  <a:lnTo>
                    <a:pt x="1477351" y="49052"/>
                  </a:lnTo>
                  <a:lnTo>
                    <a:pt x="1590433" y="34261"/>
                  </a:lnTo>
                  <a:lnTo>
                    <a:pt x="1699098" y="21908"/>
                  </a:lnTo>
                  <a:lnTo>
                    <a:pt x="1751603" y="16694"/>
                  </a:lnTo>
                  <a:lnTo>
                    <a:pt x="1802796" y="12149"/>
                  </a:lnTo>
                  <a:lnTo>
                    <a:pt x="1852610" y="8291"/>
                  </a:lnTo>
                  <a:lnTo>
                    <a:pt x="1900975" y="5140"/>
                  </a:lnTo>
                  <a:lnTo>
                    <a:pt x="1947823" y="2716"/>
                  </a:lnTo>
                  <a:lnTo>
                    <a:pt x="1993085" y="1038"/>
                  </a:lnTo>
                  <a:lnTo>
                    <a:pt x="2036692" y="126"/>
                  </a:lnTo>
                  <a:lnTo>
                    <a:pt x="2078575" y="0"/>
                  </a:lnTo>
                  <a:lnTo>
                    <a:pt x="2118665" y="678"/>
                  </a:lnTo>
                  <a:lnTo>
                    <a:pt x="2156894" y="2181"/>
                  </a:lnTo>
                  <a:lnTo>
                    <a:pt x="2227491" y="7739"/>
                  </a:lnTo>
                  <a:lnTo>
                    <a:pt x="2289815" y="16830"/>
                  </a:lnTo>
                  <a:lnTo>
                    <a:pt x="2343316" y="29610"/>
                  </a:lnTo>
                  <a:lnTo>
                    <a:pt x="2387443" y="46236"/>
                  </a:lnTo>
                  <a:lnTo>
                    <a:pt x="2421644" y="66864"/>
                  </a:lnTo>
                  <a:lnTo>
                    <a:pt x="2464870" y="121129"/>
                  </a:lnTo>
                  <a:lnTo>
                    <a:pt x="2503724" y="184666"/>
                  </a:lnTo>
                  <a:lnTo>
                    <a:pt x="2523073" y="218653"/>
                  </a:lnTo>
                  <a:lnTo>
                    <a:pt x="2542367" y="254070"/>
                  </a:lnTo>
                  <a:lnTo>
                    <a:pt x="2561604" y="290881"/>
                  </a:lnTo>
                  <a:lnTo>
                    <a:pt x="2580780" y="329050"/>
                  </a:lnTo>
                  <a:lnTo>
                    <a:pt x="2599892" y="368540"/>
                  </a:lnTo>
                  <a:lnTo>
                    <a:pt x="2618939" y="409316"/>
                  </a:lnTo>
                  <a:lnTo>
                    <a:pt x="2637918" y="451341"/>
                  </a:lnTo>
                  <a:lnTo>
                    <a:pt x="2656825" y="494579"/>
                  </a:lnTo>
                  <a:lnTo>
                    <a:pt x="2675659" y="538993"/>
                  </a:lnTo>
                  <a:lnTo>
                    <a:pt x="2694417" y="584547"/>
                  </a:lnTo>
                  <a:lnTo>
                    <a:pt x="2713096" y="631206"/>
                  </a:lnTo>
                  <a:lnTo>
                    <a:pt x="2731693" y="678932"/>
                  </a:lnTo>
                  <a:lnTo>
                    <a:pt x="2750206" y="727690"/>
                  </a:lnTo>
                  <a:lnTo>
                    <a:pt x="2768633" y="777443"/>
                  </a:lnTo>
                  <a:lnTo>
                    <a:pt x="2786970" y="828154"/>
                  </a:lnTo>
                  <a:lnTo>
                    <a:pt x="2805215" y="879789"/>
                  </a:lnTo>
                  <a:lnTo>
                    <a:pt x="2823365" y="932310"/>
                  </a:lnTo>
                  <a:lnTo>
                    <a:pt x="2841418" y="985681"/>
                  </a:lnTo>
                  <a:lnTo>
                    <a:pt x="2859371" y="1039866"/>
                  </a:lnTo>
                  <a:lnTo>
                    <a:pt x="2877222" y="1094829"/>
                  </a:lnTo>
                  <a:lnTo>
                    <a:pt x="2894967" y="1150533"/>
                  </a:lnTo>
                  <a:lnTo>
                    <a:pt x="2912605" y="1206943"/>
                  </a:lnTo>
                  <a:lnTo>
                    <a:pt x="2930132" y="1264021"/>
                  </a:lnTo>
                  <a:lnTo>
                    <a:pt x="2947546" y="1321732"/>
                  </a:lnTo>
                  <a:lnTo>
                    <a:pt x="2964844" y="1380039"/>
                  </a:lnTo>
                  <a:lnTo>
                    <a:pt x="2982024" y="1438906"/>
                  </a:lnTo>
                  <a:lnTo>
                    <a:pt x="2999084" y="1498297"/>
                  </a:lnTo>
                  <a:lnTo>
                    <a:pt x="3016019" y="1558176"/>
                  </a:lnTo>
                  <a:lnTo>
                    <a:pt x="3032829" y="1618505"/>
                  </a:lnTo>
                  <a:lnTo>
                    <a:pt x="3049509" y="1679250"/>
                  </a:lnTo>
                  <a:lnTo>
                    <a:pt x="3066058" y="1740374"/>
                  </a:lnTo>
                  <a:lnTo>
                    <a:pt x="3082473" y="1801840"/>
                  </a:lnTo>
                  <a:lnTo>
                    <a:pt x="3098752" y="1863613"/>
                  </a:lnTo>
                  <a:lnTo>
                    <a:pt x="3114891" y="1925655"/>
                  </a:lnTo>
                  <a:lnTo>
                    <a:pt x="3130888" y="1987932"/>
                  </a:lnTo>
                  <a:lnTo>
                    <a:pt x="3162445" y="2113040"/>
                  </a:lnTo>
                  <a:lnTo>
                    <a:pt x="3178001" y="2175800"/>
                  </a:lnTo>
                  <a:lnTo>
                    <a:pt x="3193404" y="2238649"/>
                  </a:lnTo>
                  <a:lnTo>
                    <a:pt x="3208652" y="2301550"/>
                  </a:lnTo>
                  <a:lnTo>
                    <a:pt x="3223742" y="2364467"/>
                  </a:lnTo>
                  <a:lnTo>
                    <a:pt x="3238671" y="2427364"/>
                  </a:lnTo>
                  <a:lnTo>
                    <a:pt x="3253438" y="2490204"/>
                  </a:lnTo>
                  <a:lnTo>
                    <a:pt x="3268039" y="2552953"/>
                  </a:lnTo>
                  <a:lnTo>
                    <a:pt x="3282472" y="2615572"/>
                  </a:lnTo>
                  <a:lnTo>
                    <a:pt x="3296734" y="2678026"/>
                  </a:lnTo>
                  <a:lnTo>
                    <a:pt x="3310822" y="2740278"/>
                  </a:lnTo>
                  <a:lnTo>
                    <a:pt x="3324735" y="2802293"/>
                  </a:lnTo>
                  <a:lnTo>
                    <a:pt x="3338468" y="2864034"/>
                  </a:lnTo>
                  <a:lnTo>
                    <a:pt x="3352020" y="2925465"/>
                  </a:lnTo>
                  <a:lnTo>
                    <a:pt x="3365389" y="2986550"/>
                  </a:lnTo>
                  <a:lnTo>
                    <a:pt x="3378570" y="3047251"/>
                  </a:lnTo>
                  <a:lnTo>
                    <a:pt x="3391562" y="3107534"/>
                  </a:lnTo>
                  <a:lnTo>
                    <a:pt x="3404363" y="3167362"/>
                  </a:lnTo>
                  <a:lnTo>
                    <a:pt x="3416969" y="3226698"/>
                  </a:lnTo>
                  <a:lnTo>
                    <a:pt x="3429377" y="3285506"/>
                  </a:lnTo>
                  <a:lnTo>
                    <a:pt x="3441586" y="3343750"/>
                  </a:lnTo>
                  <a:lnTo>
                    <a:pt x="3453593" y="3401394"/>
                  </a:lnTo>
                  <a:lnTo>
                    <a:pt x="3465394" y="3458402"/>
                  </a:lnTo>
                  <a:lnTo>
                    <a:pt x="3476988" y="3514736"/>
                  </a:lnTo>
                  <a:lnTo>
                    <a:pt x="3488371" y="3570362"/>
                  </a:lnTo>
                  <a:lnTo>
                    <a:pt x="3499542" y="3625242"/>
                  </a:lnTo>
                  <a:lnTo>
                    <a:pt x="3510497" y="3679341"/>
                  </a:lnTo>
                  <a:lnTo>
                    <a:pt x="3521234" y="3732621"/>
                  </a:lnTo>
                  <a:lnTo>
                    <a:pt x="3531750" y="3785048"/>
                  </a:lnTo>
                  <a:lnTo>
                    <a:pt x="3542042" y="3836585"/>
                  </a:lnTo>
                  <a:lnTo>
                    <a:pt x="3552109" y="3887194"/>
                  </a:lnTo>
                  <a:lnTo>
                    <a:pt x="3561946" y="3936841"/>
                  </a:lnTo>
                  <a:lnTo>
                    <a:pt x="3571553" y="3985489"/>
                  </a:lnTo>
                  <a:lnTo>
                    <a:pt x="3580925" y="4033101"/>
                  </a:lnTo>
                  <a:lnTo>
                    <a:pt x="3590061" y="4079641"/>
                  </a:lnTo>
                  <a:lnTo>
                    <a:pt x="3607613" y="4169363"/>
                  </a:lnTo>
                  <a:lnTo>
                    <a:pt x="3629788" y="4283126"/>
                  </a:lnTo>
                  <a:close/>
                </a:path>
              </a:pathLst>
            </a:custGeom>
            <a:solidFill>
              <a:srgbClr val="2D8B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57844" y="5973592"/>
              <a:ext cx="1703070" cy="4313555"/>
            </a:xfrm>
            <a:custGeom>
              <a:avLst/>
              <a:gdLst/>
              <a:ahLst/>
              <a:cxnLst/>
              <a:rect l="l" t="t" r="r" b="b"/>
              <a:pathLst>
                <a:path w="1703070" h="4313555">
                  <a:moveTo>
                    <a:pt x="1702737" y="4313406"/>
                  </a:moveTo>
                  <a:lnTo>
                    <a:pt x="1641159" y="4313406"/>
                  </a:lnTo>
                  <a:lnTo>
                    <a:pt x="1520026" y="3700885"/>
                  </a:lnTo>
                  <a:lnTo>
                    <a:pt x="1446328" y="3343110"/>
                  </a:lnTo>
                  <a:lnTo>
                    <a:pt x="1376573" y="3017096"/>
                  </a:lnTo>
                  <a:lnTo>
                    <a:pt x="1314146" y="2736361"/>
                  </a:lnTo>
                  <a:lnTo>
                    <a:pt x="1261576" y="2508344"/>
                  </a:lnTo>
                  <a:lnTo>
                    <a:pt x="1206815" y="2279208"/>
                  </a:lnTo>
                  <a:lnTo>
                    <a:pt x="1164386" y="2107691"/>
                  </a:lnTo>
                  <a:lnTo>
                    <a:pt x="1120855" y="1937295"/>
                  </a:lnTo>
                  <a:lnTo>
                    <a:pt x="1076278" y="1768770"/>
                  </a:lnTo>
                  <a:lnTo>
                    <a:pt x="1030712" y="1602866"/>
                  </a:lnTo>
                  <a:lnTo>
                    <a:pt x="999813" y="1494091"/>
                  </a:lnTo>
                  <a:lnTo>
                    <a:pt x="968515" y="1387037"/>
                  </a:lnTo>
                  <a:lnTo>
                    <a:pt x="936835" y="1281926"/>
                  </a:lnTo>
                  <a:lnTo>
                    <a:pt x="904791" y="1178981"/>
                  </a:lnTo>
                  <a:lnTo>
                    <a:pt x="872397" y="1078423"/>
                  </a:lnTo>
                  <a:lnTo>
                    <a:pt x="839673" y="980476"/>
                  </a:lnTo>
                  <a:lnTo>
                    <a:pt x="806632" y="885362"/>
                  </a:lnTo>
                  <a:lnTo>
                    <a:pt x="773294" y="793302"/>
                  </a:lnTo>
                  <a:lnTo>
                    <a:pt x="739673" y="704520"/>
                  </a:lnTo>
                  <a:lnTo>
                    <a:pt x="705787" y="619237"/>
                  </a:lnTo>
                  <a:lnTo>
                    <a:pt x="688750" y="577978"/>
                  </a:lnTo>
                  <a:lnTo>
                    <a:pt x="671652" y="537677"/>
                  </a:lnTo>
                  <a:lnTo>
                    <a:pt x="654497" y="498362"/>
                  </a:lnTo>
                  <a:lnTo>
                    <a:pt x="637285" y="460060"/>
                  </a:lnTo>
                  <a:lnTo>
                    <a:pt x="620020" y="422801"/>
                  </a:lnTo>
                  <a:lnTo>
                    <a:pt x="602703" y="386611"/>
                  </a:lnTo>
                  <a:lnTo>
                    <a:pt x="585336" y="351518"/>
                  </a:lnTo>
                  <a:lnTo>
                    <a:pt x="567922" y="317550"/>
                  </a:lnTo>
                  <a:lnTo>
                    <a:pt x="532958" y="253101"/>
                  </a:lnTo>
                  <a:lnTo>
                    <a:pt x="497829" y="193485"/>
                  </a:lnTo>
                  <a:lnTo>
                    <a:pt x="462551" y="138925"/>
                  </a:lnTo>
                  <a:lnTo>
                    <a:pt x="412428" y="101934"/>
                  </a:lnTo>
                  <a:lnTo>
                    <a:pt x="336479" y="78849"/>
                  </a:lnTo>
                  <a:lnTo>
                    <a:pt x="281463" y="69880"/>
                  </a:lnTo>
                  <a:lnTo>
                    <a:pt x="213186" y="63560"/>
                  </a:lnTo>
                  <a:lnTo>
                    <a:pt x="130220" y="60590"/>
                  </a:lnTo>
                  <a:lnTo>
                    <a:pt x="31139" y="61669"/>
                  </a:lnTo>
                  <a:lnTo>
                    <a:pt x="19312" y="59660"/>
                  </a:lnTo>
                  <a:lnTo>
                    <a:pt x="9511" y="53486"/>
                  </a:lnTo>
                  <a:lnTo>
                    <a:pt x="2739" y="44086"/>
                  </a:lnTo>
                  <a:lnTo>
                    <a:pt x="0" y="32397"/>
                  </a:lnTo>
                  <a:lnTo>
                    <a:pt x="2000" y="20572"/>
                  </a:lnTo>
                  <a:lnTo>
                    <a:pt x="8160" y="10775"/>
                  </a:lnTo>
                  <a:lnTo>
                    <a:pt x="17558" y="4004"/>
                  </a:lnTo>
                  <a:lnTo>
                    <a:pt x="29271" y="1258"/>
                  </a:lnTo>
                  <a:lnTo>
                    <a:pt x="107468" y="0"/>
                  </a:lnTo>
                  <a:lnTo>
                    <a:pt x="178882" y="1293"/>
                  </a:lnTo>
                  <a:lnTo>
                    <a:pt x="243567" y="5151"/>
                  </a:lnTo>
                  <a:lnTo>
                    <a:pt x="301579" y="11584"/>
                  </a:lnTo>
                  <a:lnTo>
                    <a:pt x="352972" y="20605"/>
                  </a:lnTo>
                  <a:lnTo>
                    <a:pt x="397799" y="32225"/>
                  </a:lnTo>
                  <a:lnTo>
                    <a:pt x="436115" y="46455"/>
                  </a:lnTo>
                  <a:lnTo>
                    <a:pt x="493431" y="82794"/>
                  </a:lnTo>
                  <a:lnTo>
                    <a:pt x="530232" y="131599"/>
                  </a:lnTo>
                  <a:lnTo>
                    <a:pt x="565497" y="188703"/>
                  </a:lnTo>
                  <a:lnTo>
                    <a:pt x="600594" y="250638"/>
                  </a:lnTo>
                  <a:lnTo>
                    <a:pt x="635505" y="317189"/>
                  </a:lnTo>
                  <a:lnTo>
                    <a:pt x="652886" y="352128"/>
                  </a:lnTo>
                  <a:lnTo>
                    <a:pt x="670215" y="388141"/>
                  </a:lnTo>
                  <a:lnTo>
                    <a:pt x="687490" y="425200"/>
                  </a:lnTo>
                  <a:lnTo>
                    <a:pt x="704709" y="463279"/>
                  </a:lnTo>
                  <a:lnTo>
                    <a:pt x="721869" y="502351"/>
                  </a:lnTo>
                  <a:lnTo>
                    <a:pt x="738970" y="542388"/>
                  </a:lnTo>
                  <a:lnTo>
                    <a:pt x="756008" y="583364"/>
                  </a:lnTo>
                  <a:lnTo>
                    <a:pt x="789891" y="668026"/>
                  </a:lnTo>
                  <a:lnTo>
                    <a:pt x="823502" y="756122"/>
                  </a:lnTo>
                  <a:lnTo>
                    <a:pt x="856825" y="847435"/>
                  </a:lnTo>
                  <a:lnTo>
                    <a:pt x="889845" y="941751"/>
                  </a:lnTo>
                  <a:lnTo>
                    <a:pt x="922546" y="1038856"/>
                  </a:lnTo>
                  <a:lnTo>
                    <a:pt x="954912" y="1138533"/>
                  </a:lnTo>
                  <a:lnTo>
                    <a:pt x="986928" y="1240568"/>
                  </a:lnTo>
                  <a:lnTo>
                    <a:pt x="1018577" y="1344746"/>
                  </a:lnTo>
                  <a:lnTo>
                    <a:pt x="1049844" y="1450852"/>
                  </a:lnTo>
                  <a:lnTo>
                    <a:pt x="1080713" y="1558671"/>
                  </a:lnTo>
                  <a:lnTo>
                    <a:pt x="1126236" y="1723140"/>
                  </a:lnTo>
                  <a:lnTo>
                    <a:pt x="1170776" y="1890252"/>
                  </a:lnTo>
                  <a:lnTo>
                    <a:pt x="1214278" y="2059283"/>
                  </a:lnTo>
                  <a:lnTo>
                    <a:pt x="1256691" y="2229506"/>
                  </a:lnTo>
                  <a:lnTo>
                    <a:pt x="1311453" y="2457070"/>
                  </a:lnTo>
                  <a:lnTo>
                    <a:pt x="1364056" y="2683742"/>
                  </a:lnTo>
                  <a:lnTo>
                    <a:pt x="1426584" y="2963208"/>
                  </a:lnTo>
                  <a:lnTo>
                    <a:pt x="1496558" y="3288449"/>
                  </a:lnTo>
                  <a:lnTo>
                    <a:pt x="1590286" y="3743516"/>
                  </a:lnTo>
                  <a:lnTo>
                    <a:pt x="1702737" y="4313406"/>
                  </a:lnTo>
                  <a:close/>
                </a:path>
              </a:pathLst>
            </a:custGeom>
            <a:solidFill>
              <a:srgbClr val="4042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6319102"/>
              <a:ext cx="3241040" cy="3968115"/>
            </a:xfrm>
            <a:custGeom>
              <a:avLst/>
              <a:gdLst/>
              <a:ahLst/>
              <a:cxnLst/>
              <a:rect l="l" t="t" r="r" b="b"/>
              <a:pathLst>
                <a:path w="3241040" h="3968115">
                  <a:moveTo>
                    <a:pt x="3240828" y="3967896"/>
                  </a:moveTo>
                  <a:lnTo>
                    <a:pt x="0" y="3967896"/>
                  </a:lnTo>
                  <a:lnTo>
                    <a:pt x="0" y="318795"/>
                  </a:lnTo>
                  <a:lnTo>
                    <a:pt x="175045" y="271646"/>
                  </a:lnTo>
                  <a:lnTo>
                    <a:pt x="232924" y="256774"/>
                  </a:lnTo>
                  <a:lnTo>
                    <a:pt x="288629" y="242775"/>
                  </a:lnTo>
                  <a:lnTo>
                    <a:pt x="476369" y="197684"/>
                  </a:lnTo>
                  <a:lnTo>
                    <a:pt x="537454" y="183727"/>
                  </a:lnTo>
                  <a:lnTo>
                    <a:pt x="537902" y="183614"/>
                  </a:lnTo>
                  <a:lnTo>
                    <a:pt x="730079" y="141991"/>
                  </a:lnTo>
                  <a:lnTo>
                    <a:pt x="919467" y="104530"/>
                  </a:lnTo>
                  <a:lnTo>
                    <a:pt x="1043827" y="82031"/>
                  </a:lnTo>
                  <a:lnTo>
                    <a:pt x="1165750" y="61775"/>
                  </a:lnTo>
                  <a:lnTo>
                    <a:pt x="1284452" y="43989"/>
                  </a:lnTo>
                  <a:lnTo>
                    <a:pt x="1399146" y="28898"/>
                  </a:lnTo>
                  <a:lnTo>
                    <a:pt x="1454744" y="22433"/>
                  </a:lnTo>
                  <a:lnTo>
                    <a:pt x="1509046" y="16727"/>
                  </a:lnTo>
                  <a:lnTo>
                    <a:pt x="1561953" y="11808"/>
                  </a:lnTo>
                  <a:lnTo>
                    <a:pt x="1613367" y="7704"/>
                  </a:lnTo>
                  <a:lnTo>
                    <a:pt x="1663190" y="4442"/>
                  </a:lnTo>
                  <a:lnTo>
                    <a:pt x="1711324" y="2053"/>
                  </a:lnTo>
                  <a:lnTo>
                    <a:pt x="1757670" y="562"/>
                  </a:lnTo>
                  <a:lnTo>
                    <a:pt x="1802130" y="0"/>
                  </a:lnTo>
                  <a:lnTo>
                    <a:pt x="1844606" y="393"/>
                  </a:lnTo>
                  <a:lnTo>
                    <a:pt x="1884999" y="1771"/>
                  </a:lnTo>
                  <a:lnTo>
                    <a:pt x="1923212" y="4161"/>
                  </a:lnTo>
                  <a:lnTo>
                    <a:pt x="1992704" y="12091"/>
                  </a:lnTo>
                  <a:lnTo>
                    <a:pt x="2052295" y="24410"/>
                  </a:lnTo>
                  <a:lnTo>
                    <a:pt x="2101199" y="41343"/>
                  </a:lnTo>
                  <a:lnTo>
                    <a:pt x="2138631" y="63116"/>
                  </a:lnTo>
                  <a:lnTo>
                    <a:pt x="2182371" y="119923"/>
                  </a:lnTo>
                  <a:lnTo>
                    <a:pt x="2219463" y="184940"/>
                  </a:lnTo>
                  <a:lnTo>
                    <a:pt x="2237980" y="219899"/>
                  </a:lnTo>
                  <a:lnTo>
                    <a:pt x="2256473" y="256433"/>
                  </a:lnTo>
                  <a:lnTo>
                    <a:pt x="2274938" y="294495"/>
                  </a:lnTo>
                  <a:lnTo>
                    <a:pt x="2293371" y="334040"/>
                  </a:lnTo>
                  <a:lnTo>
                    <a:pt x="2311767" y="375025"/>
                  </a:lnTo>
                  <a:lnTo>
                    <a:pt x="2330123" y="417402"/>
                  </a:lnTo>
                  <a:lnTo>
                    <a:pt x="2348435" y="461128"/>
                  </a:lnTo>
                  <a:lnTo>
                    <a:pt x="2366699" y="506157"/>
                  </a:lnTo>
                  <a:lnTo>
                    <a:pt x="2384911" y="552444"/>
                  </a:lnTo>
                  <a:lnTo>
                    <a:pt x="2403067" y="599944"/>
                  </a:lnTo>
                  <a:lnTo>
                    <a:pt x="2421163" y="648612"/>
                  </a:lnTo>
                  <a:lnTo>
                    <a:pt x="2439195" y="698403"/>
                  </a:lnTo>
                  <a:lnTo>
                    <a:pt x="2457159" y="749271"/>
                  </a:lnTo>
                  <a:lnTo>
                    <a:pt x="2475051" y="801171"/>
                  </a:lnTo>
                  <a:lnTo>
                    <a:pt x="2492867" y="854059"/>
                  </a:lnTo>
                  <a:lnTo>
                    <a:pt x="2510604" y="907889"/>
                  </a:lnTo>
                  <a:lnTo>
                    <a:pt x="2528256" y="962616"/>
                  </a:lnTo>
                  <a:lnTo>
                    <a:pt x="2545821" y="1018195"/>
                  </a:lnTo>
                  <a:lnTo>
                    <a:pt x="2563294" y="1074581"/>
                  </a:lnTo>
                  <a:lnTo>
                    <a:pt x="2580672" y="1131729"/>
                  </a:lnTo>
                  <a:lnTo>
                    <a:pt x="2597950" y="1189593"/>
                  </a:lnTo>
                  <a:lnTo>
                    <a:pt x="2615124" y="1248129"/>
                  </a:lnTo>
                  <a:lnTo>
                    <a:pt x="2632191" y="1307291"/>
                  </a:lnTo>
                  <a:lnTo>
                    <a:pt x="2649146" y="1367034"/>
                  </a:lnTo>
                  <a:lnTo>
                    <a:pt x="2665985" y="1427314"/>
                  </a:lnTo>
                  <a:lnTo>
                    <a:pt x="2682705" y="1488084"/>
                  </a:lnTo>
                  <a:lnTo>
                    <a:pt x="2699302" y="1549300"/>
                  </a:lnTo>
                  <a:lnTo>
                    <a:pt x="2715771" y="1610918"/>
                  </a:lnTo>
                  <a:lnTo>
                    <a:pt x="2732109" y="1672890"/>
                  </a:lnTo>
                  <a:lnTo>
                    <a:pt x="2748311" y="1735174"/>
                  </a:lnTo>
                  <a:lnTo>
                    <a:pt x="2764375" y="1797723"/>
                  </a:lnTo>
                  <a:lnTo>
                    <a:pt x="2796067" y="1923436"/>
                  </a:lnTo>
                  <a:lnTo>
                    <a:pt x="2811688" y="1986510"/>
                  </a:lnTo>
                  <a:lnTo>
                    <a:pt x="2827155" y="2049670"/>
                  </a:lnTo>
                  <a:lnTo>
                    <a:pt x="2842462" y="2112869"/>
                  </a:lnTo>
                  <a:lnTo>
                    <a:pt x="2857606" y="2176062"/>
                  </a:lnTo>
                  <a:lnTo>
                    <a:pt x="2872582" y="2239206"/>
                  </a:lnTo>
                  <a:lnTo>
                    <a:pt x="2887388" y="2302254"/>
                  </a:lnTo>
                  <a:lnTo>
                    <a:pt x="2902019" y="2365161"/>
                  </a:lnTo>
                  <a:lnTo>
                    <a:pt x="2916471" y="2427882"/>
                  </a:lnTo>
                  <a:lnTo>
                    <a:pt x="2930740" y="2490373"/>
                  </a:lnTo>
                  <a:lnTo>
                    <a:pt x="2944822" y="2552587"/>
                  </a:lnTo>
                  <a:lnTo>
                    <a:pt x="2958713" y="2614481"/>
                  </a:lnTo>
                  <a:lnTo>
                    <a:pt x="2972409" y="2676008"/>
                  </a:lnTo>
                  <a:lnTo>
                    <a:pt x="2985906" y="2737124"/>
                  </a:lnTo>
                  <a:lnTo>
                    <a:pt x="2999201" y="2797783"/>
                  </a:lnTo>
                  <a:lnTo>
                    <a:pt x="3012289" y="2857941"/>
                  </a:lnTo>
                  <a:lnTo>
                    <a:pt x="3025166" y="2917552"/>
                  </a:lnTo>
                  <a:lnTo>
                    <a:pt x="3037828" y="2976571"/>
                  </a:lnTo>
                  <a:lnTo>
                    <a:pt x="3050272" y="3034953"/>
                  </a:lnTo>
                  <a:lnTo>
                    <a:pt x="3062493" y="3092653"/>
                  </a:lnTo>
                  <a:lnTo>
                    <a:pt x="3074488" y="3149626"/>
                  </a:lnTo>
                  <a:lnTo>
                    <a:pt x="3086252" y="3205827"/>
                  </a:lnTo>
                  <a:lnTo>
                    <a:pt x="3097781" y="3261210"/>
                  </a:lnTo>
                  <a:lnTo>
                    <a:pt x="3109072" y="3315731"/>
                  </a:lnTo>
                  <a:lnTo>
                    <a:pt x="3120121" y="3369344"/>
                  </a:lnTo>
                  <a:lnTo>
                    <a:pt x="3130923" y="3422004"/>
                  </a:lnTo>
                  <a:lnTo>
                    <a:pt x="3141475" y="3473666"/>
                  </a:lnTo>
                  <a:lnTo>
                    <a:pt x="3151773" y="3524286"/>
                  </a:lnTo>
                  <a:lnTo>
                    <a:pt x="3161812" y="3573817"/>
                  </a:lnTo>
                  <a:lnTo>
                    <a:pt x="3171589" y="3622215"/>
                  </a:lnTo>
                  <a:lnTo>
                    <a:pt x="3181099" y="3669434"/>
                  </a:lnTo>
                  <a:lnTo>
                    <a:pt x="3199306" y="3760157"/>
                  </a:lnTo>
                  <a:lnTo>
                    <a:pt x="3240828" y="39678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7161123"/>
              <a:ext cx="2900045" cy="3126105"/>
            </a:xfrm>
            <a:custGeom>
              <a:avLst/>
              <a:gdLst/>
              <a:ahLst/>
              <a:cxnLst/>
              <a:rect l="l" t="t" r="r" b="b"/>
              <a:pathLst>
                <a:path w="2900045" h="3126104">
                  <a:moveTo>
                    <a:pt x="470382" y="845515"/>
                  </a:moveTo>
                  <a:lnTo>
                    <a:pt x="465086" y="798969"/>
                  </a:lnTo>
                  <a:lnTo>
                    <a:pt x="452843" y="744613"/>
                  </a:lnTo>
                  <a:lnTo>
                    <a:pt x="436130" y="687400"/>
                  </a:lnTo>
                  <a:lnTo>
                    <a:pt x="417423" y="632269"/>
                  </a:lnTo>
                  <a:lnTo>
                    <a:pt x="399173" y="584149"/>
                  </a:lnTo>
                  <a:lnTo>
                    <a:pt x="383857" y="547979"/>
                  </a:lnTo>
                  <a:lnTo>
                    <a:pt x="366788" y="541147"/>
                  </a:lnTo>
                  <a:lnTo>
                    <a:pt x="332066" y="545769"/>
                  </a:lnTo>
                  <a:lnTo>
                    <a:pt x="285546" y="558190"/>
                  </a:lnTo>
                  <a:lnTo>
                    <a:pt x="180568" y="591667"/>
                  </a:lnTo>
                  <a:lnTo>
                    <a:pt x="152768" y="599821"/>
                  </a:lnTo>
                  <a:lnTo>
                    <a:pt x="130098" y="527088"/>
                  </a:lnTo>
                  <a:lnTo>
                    <a:pt x="114058" y="472249"/>
                  </a:lnTo>
                  <a:lnTo>
                    <a:pt x="97409" y="417715"/>
                  </a:lnTo>
                  <a:lnTo>
                    <a:pt x="78701" y="364058"/>
                  </a:lnTo>
                  <a:lnTo>
                    <a:pt x="66459" y="338010"/>
                  </a:lnTo>
                  <a:lnTo>
                    <a:pt x="46736" y="321551"/>
                  </a:lnTo>
                  <a:lnTo>
                    <a:pt x="11315" y="318935"/>
                  </a:lnTo>
                  <a:lnTo>
                    <a:pt x="0" y="321881"/>
                  </a:lnTo>
                  <a:lnTo>
                    <a:pt x="0" y="638721"/>
                  </a:lnTo>
                  <a:lnTo>
                    <a:pt x="0" y="1015377"/>
                  </a:lnTo>
                  <a:lnTo>
                    <a:pt x="0" y="1311668"/>
                  </a:lnTo>
                  <a:lnTo>
                    <a:pt x="11798" y="1313624"/>
                  </a:lnTo>
                  <a:lnTo>
                    <a:pt x="58547" y="1309128"/>
                  </a:lnTo>
                  <a:lnTo>
                    <a:pt x="112941" y="1297076"/>
                  </a:lnTo>
                  <a:lnTo>
                    <a:pt x="170078" y="1280071"/>
                  </a:lnTo>
                  <a:lnTo>
                    <a:pt x="225069" y="1260754"/>
                  </a:lnTo>
                  <a:lnTo>
                    <a:pt x="272999" y="1241729"/>
                  </a:lnTo>
                  <a:lnTo>
                    <a:pt x="308965" y="1225626"/>
                  </a:lnTo>
                  <a:lnTo>
                    <a:pt x="315328" y="1206627"/>
                  </a:lnTo>
                  <a:lnTo>
                    <a:pt x="309575" y="1167384"/>
                  </a:lnTo>
                  <a:lnTo>
                    <a:pt x="295592" y="1114615"/>
                  </a:lnTo>
                  <a:lnTo>
                    <a:pt x="258546" y="995375"/>
                  </a:lnTo>
                  <a:lnTo>
                    <a:pt x="246773" y="954570"/>
                  </a:lnTo>
                  <a:lnTo>
                    <a:pt x="246913" y="954532"/>
                  </a:lnTo>
                  <a:lnTo>
                    <a:pt x="300304" y="939228"/>
                  </a:lnTo>
                  <a:lnTo>
                    <a:pt x="409600" y="906627"/>
                  </a:lnTo>
                  <a:lnTo>
                    <a:pt x="450329" y="895413"/>
                  </a:lnTo>
                  <a:lnTo>
                    <a:pt x="466293" y="879309"/>
                  </a:lnTo>
                  <a:lnTo>
                    <a:pt x="470382" y="845515"/>
                  </a:lnTo>
                  <a:close/>
                </a:path>
                <a:path w="2900045" h="3126104">
                  <a:moveTo>
                    <a:pt x="2215985" y="72390"/>
                  </a:moveTo>
                  <a:lnTo>
                    <a:pt x="2206980" y="43053"/>
                  </a:lnTo>
                  <a:lnTo>
                    <a:pt x="2185162" y="17322"/>
                  </a:lnTo>
                  <a:lnTo>
                    <a:pt x="2161438" y="0"/>
                  </a:lnTo>
                  <a:lnTo>
                    <a:pt x="2149246" y="533"/>
                  </a:lnTo>
                  <a:lnTo>
                    <a:pt x="2122055" y="5791"/>
                  </a:lnTo>
                  <a:lnTo>
                    <a:pt x="2082469" y="14947"/>
                  </a:lnTo>
                  <a:lnTo>
                    <a:pt x="2033130" y="27165"/>
                  </a:lnTo>
                  <a:lnTo>
                    <a:pt x="1732191" y="105803"/>
                  </a:lnTo>
                  <a:lnTo>
                    <a:pt x="1679575" y="119303"/>
                  </a:lnTo>
                  <a:lnTo>
                    <a:pt x="1203972" y="239191"/>
                  </a:lnTo>
                  <a:lnTo>
                    <a:pt x="779373" y="350151"/>
                  </a:lnTo>
                  <a:lnTo>
                    <a:pt x="686079" y="375335"/>
                  </a:lnTo>
                  <a:lnTo>
                    <a:pt x="639737" y="388874"/>
                  </a:lnTo>
                  <a:lnTo>
                    <a:pt x="590765" y="417804"/>
                  </a:lnTo>
                  <a:lnTo>
                    <a:pt x="606259" y="467207"/>
                  </a:lnTo>
                  <a:lnTo>
                    <a:pt x="617258" y="483209"/>
                  </a:lnTo>
                  <a:lnTo>
                    <a:pt x="640892" y="488010"/>
                  </a:lnTo>
                  <a:lnTo>
                    <a:pt x="685520" y="482485"/>
                  </a:lnTo>
                  <a:lnTo>
                    <a:pt x="759460" y="467461"/>
                  </a:lnTo>
                  <a:lnTo>
                    <a:pt x="855408" y="446455"/>
                  </a:lnTo>
                  <a:lnTo>
                    <a:pt x="951484" y="424434"/>
                  </a:lnTo>
                  <a:lnTo>
                    <a:pt x="1095768" y="389890"/>
                  </a:lnTo>
                  <a:lnTo>
                    <a:pt x="1755203" y="225082"/>
                  </a:lnTo>
                  <a:lnTo>
                    <a:pt x="2151938" y="122732"/>
                  </a:lnTo>
                  <a:lnTo>
                    <a:pt x="2201278" y="100545"/>
                  </a:lnTo>
                  <a:lnTo>
                    <a:pt x="2215985" y="72390"/>
                  </a:lnTo>
                  <a:close/>
                </a:path>
                <a:path w="2900045" h="3126104">
                  <a:moveTo>
                    <a:pt x="2314016" y="462445"/>
                  </a:moveTo>
                  <a:lnTo>
                    <a:pt x="2305012" y="433108"/>
                  </a:lnTo>
                  <a:lnTo>
                    <a:pt x="2283193" y="407377"/>
                  </a:lnTo>
                  <a:lnTo>
                    <a:pt x="2259457" y="390042"/>
                  </a:lnTo>
                  <a:lnTo>
                    <a:pt x="2247277" y="390575"/>
                  </a:lnTo>
                  <a:lnTo>
                    <a:pt x="2220074" y="395833"/>
                  </a:lnTo>
                  <a:lnTo>
                    <a:pt x="2180488" y="404990"/>
                  </a:lnTo>
                  <a:lnTo>
                    <a:pt x="2131149" y="417207"/>
                  </a:lnTo>
                  <a:lnTo>
                    <a:pt x="1830209" y="495846"/>
                  </a:lnTo>
                  <a:lnTo>
                    <a:pt x="1777593" y="509346"/>
                  </a:lnTo>
                  <a:lnTo>
                    <a:pt x="1301991" y="629246"/>
                  </a:lnTo>
                  <a:lnTo>
                    <a:pt x="877404" y="740206"/>
                  </a:lnTo>
                  <a:lnTo>
                    <a:pt x="784098" y="765378"/>
                  </a:lnTo>
                  <a:lnTo>
                    <a:pt x="737755" y="778916"/>
                  </a:lnTo>
                  <a:lnTo>
                    <a:pt x="688784" y="807847"/>
                  </a:lnTo>
                  <a:lnTo>
                    <a:pt x="704291" y="857262"/>
                  </a:lnTo>
                  <a:lnTo>
                    <a:pt x="715289" y="873264"/>
                  </a:lnTo>
                  <a:lnTo>
                    <a:pt x="738924" y="878078"/>
                  </a:lnTo>
                  <a:lnTo>
                    <a:pt x="783539" y="872540"/>
                  </a:lnTo>
                  <a:lnTo>
                    <a:pt x="857478" y="857504"/>
                  </a:lnTo>
                  <a:lnTo>
                    <a:pt x="953427" y="836498"/>
                  </a:lnTo>
                  <a:lnTo>
                    <a:pt x="1049502" y="814476"/>
                  </a:lnTo>
                  <a:lnTo>
                    <a:pt x="1193787" y="779945"/>
                  </a:lnTo>
                  <a:lnTo>
                    <a:pt x="1853222" y="615137"/>
                  </a:lnTo>
                  <a:lnTo>
                    <a:pt x="2249970" y="512787"/>
                  </a:lnTo>
                  <a:lnTo>
                    <a:pt x="2299297" y="490601"/>
                  </a:lnTo>
                  <a:lnTo>
                    <a:pt x="2314016" y="462445"/>
                  </a:lnTo>
                  <a:close/>
                </a:path>
                <a:path w="2900045" h="3126104">
                  <a:moveTo>
                    <a:pt x="2412047" y="852512"/>
                  </a:moveTo>
                  <a:lnTo>
                    <a:pt x="2403043" y="823175"/>
                  </a:lnTo>
                  <a:lnTo>
                    <a:pt x="2381224" y="797445"/>
                  </a:lnTo>
                  <a:lnTo>
                    <a:pt x="2357488" y="780122"/>
                  </a:lnTo>
                  <a:lnTo>
                    <a:pt x="2345309" y="780656"/>
                  </a:lnTo>
                  <a:lnTo>
                    <a:pt x="2318105" y="785901"/>
                  </a:lnTo>
                  <a:lnTo>
                    <a:pt x="2278519" y="795045"/>
                  </a:lnTo>
                  <a:lnTo>
                    <a:pt x="2229180" y="807262"/>
                  </a:lnTo>
                  <a:lnTo>
                    <a:pt x="1928241" y="885913"/>
                  </a:lnTo>
                  <a:lnTo>
                    <a:pt x="1875624" y="899414"/>
                  </a:lnTo>
                  <a:lnTo>
                    <a:pt x="1400022" y="1019302"/>
                  </a:lnTo>
                  <a:lnTo>
                    <a:pt x="975423" y="1130261"/>
                  </a:lnTo>
                  <a:lnTo>
                    <a:pt x="882129" y="1155446"/>
                  </a:lnTo>
                  <a:lnTo>
                    <a:pt x="835787" y="1168971"/>
                  </a:lnTo>
                  <a:lnTo>
                    <a:pt x="786815" y="1197902"/>
                  </a:lnTo>
                  <a:lnTo>
                    <a:pt x="802322" y="1247330"/>
                  </a:lnTo>
                  <a:lnTo>
                    <a:pt x="813308" y="1263332"/>
                  </a:lnTo>
                  <a:lnTo>
                    <a:pt x="836942" y="1268133"/>
                  </a:lnTo>
                  <a:lnTo>
                    <a:pt x="881570" y="1262595"/>
                  </a:lnTo>
                  <a:lnTo>
                    <a:pt x="955509" y="1247571"/>
                  </a:lnTo>
                  <a:lnTo>
                    <a:pt x="1051445" y="1226553"/>
                  </a:lnTo>
                  <a:lnTo>
                    <a:pt x="1147521" y="1204531"/>
                  </a:lnTo>
                  <a:lnTo>
                    <a:pt x="1291818" y="1170000"/>
                  </a:lnTo>
                  <a:lnTo>
                    <a:pt x="1951253" y="1005205"/>
                  </a:lnTo>
                  <a:lnTo>
                    <a:pt x="2347988" y="902855"/>
                  </a:lnTo>
                  <a:lnTo>
                    <a:pt x="2397328" y="880668"/>
                  </a:lnTo>
                  <a:lnTo>
                    <a:pt x="2412047" y="852512"/>
                  </a:lnTo>
                  <a:close/>
                </a:path>
                <a:path w="2900045" h="3126104">
                  <a:moveTo>
                    <a:pt x="2507843" y="1246695"/>
                  </a:moveTo>
                  <a:lnTo>
                    <a:pt x="2495727" y="1210462"/>
                  </a:lnTo>
                  <a:lnTo>
                    <a:pt x="2452535" y="1184109"/>
                  </a:lnTo>
                  <a:lnTo>
                    <a:pt x="2429929" y="1176566"/>
                  </a:lnTo>
                  <a:lnTo>
                    <a:pt x="2421267" y="1177137"/>
                  </a:lnTo>
                  <a:lnTo>
                    <a:pt x="2376005" y="1186319"/>
                  </a:lnTo>
                  <a:lnTo>
                    <a:pt x="2299639" y="1204442"/>
                  </a:lnTo>
                  <a:lnTo>
                    <a:pt x="2142960" y="1243787"/>
                  </a:lnTo>
                  <a:lnTo>
                    <a:pt x="1602740" y="1382687"/>
                  </a:lnTo>
                  <a:lnTo>
                    <a:pt x="686054" y="1613877"/>
                  </a:lnTo>
                  <a:lnTo>
                    <a:pt x="0" y="1790585"/>
                  </a:lnTo>
                  <a:lnTo>
                    <a:pt x="0" y="1902294"/>
                  </a:lnTo>
                  <a:lnTo>
                    <a:pt x="246888" y="1844573"/>
                  </a:lnTo>
                  <a:lnTo>
                    <a:pt x="638657" y="1749031"/>
                  </a:lnTo>
                  <a:lnTo>
                    <a:pt x="1792516" y="1459509"/>
                  </a:lnTo>
                  <a:lnTo>
                    <a:pt x="2393226" y="1306144"/>
                  </a:lnTo>
                  <a:lnTo>
                    <a:pt x="2454808" y="1286675"/>
                  </a:lnTo>
                  <a:lnTo>
                    <a:pt x="2491600" y="1266596"/>
                  </a:lnTo>
                  <a:lnTo>
                    <a:pt x="2507843" y="1246695"/>
                  </a:lnTo>
                  <a:close/>
                </a:path>
                <a:path w="2900045" h="3126104">
                  <a:moveTo>
                    <a:pt x="2605875" y="1636750"/>
                  </a:moveTo>
                  <a:lnTo>
                    <a:pt x="2593759" y="1600517"/>
                  </a:lnTo>
                  <a:lnTo>
                    <a:pt x="2550566" y="1574177"/>
                  </a:lnTo>
                  <a:lnTo>
                    <a:pt x="2527960" y="1566633"/>
                  </a:lnTo>
                  <a:lnTo>
                    <a:pt x="2519299" y="1567205"/>
                  </a:lnTo>
                  <a:lnTo>
                    <a:pt x="2474023" y="1576387"/>
                  </a:lnTo>
                  <a:lnTo>
                    <a:pt x="2397658" y="1594510"/>
                  </a:lnTo>
                  <a:lnTo>
                    <a:pt x="2240991" y="1633842"/>
                  </a:lnTo>
                  <a:lnTo>
                    <a:pt x="1700758" y="1772729"/>
                  </a:lnTo>
                  <a:lnTo>
                    <a:pt x="784085" y="2003920"/>
                  </a:lnTo>
                  <a:lnTo>
                    <a:pt x="92303" y="2182126"/>
                  </a:lnTo>
                  <a:lnTo>
                    <a:pt x="0" y="2206421"/>
                  </a:lnTo>
                  <a:lnTo>
                    <a:pt x="0" y="2314359"/>
                  </a:lnTo>
                  <a:lnTo>
                    <a:pt x="149707" y="2280488"/>
                  </a:lnTo>
                  <a:lnTo>
                    <a:pt x="442722" y="2211159"/>
                  </a:lnTo>
                  <a:lnTo>
                    <a:pt x="1839074" y="1862670"/>
                  </a:lnTo>
                  <a:lnTo>
                    <a:pt x="2491244" y="1696212"/>
                  </a:lnTo>
                  <a:lnTo>
                    <a:pt x="2552839" y="1676730"/>
                  </a:lnTo>
                  <a:lnTo>
                    <a:pt x="2589631" y="1656651"/>
                  </a:lnTo>
                  <a:lnTo>
                    <a:pt x="2605875" y="1636750"/>
                  </a:lnTo>
                  <a:close/>
                </a:path>
                <a:path w="2900045" h="3126104">
                  <a:moveTo>
                    <a:pt x="2703893" y="2026818"/>
                  </a:moveTo>
                  <a:lnTo>
                    <a:pt x="2691790" y="1990585"/>
                  </a:lnTo>
                  <a:lnTo>
                    <a:pt x="2648597" y="1964232"/>
                  </a:lnTo>
                  <a:lnTo>
                    <a:pt x="2625979" y="1956689"/>
                  </a:lnTo>
                  <a:lnTo>
                    <a:pt x="2617317" y="1957260"/>
                  </a:lnTo>
                  <a:lnTo>
                    <a:pt x="2572054" y="1966429"/>
                  </a:lnTo>
                  <a:lnTo>
                    <a:pt x="2495689" y="1984565"/>
                  </a:lnTo>
                  <a:lnTo>
                    <a:pt x="2339009" y="2023897"/>
                  </a:lnTo>
                  <a:lnTo>
                    <a:pt x="1798777" y="2162772"/>
                  </a:lnTo>
                  <a:lnTo>
                    <a:pt x="882103" y="2393962"/>
                  </a:lnTo>
                  <a:lnTo>
                    <a:pt x="190334" y="2572169"/>
                  </a:lnTo>
                  <a:lnTo>
                    <a:pt x="91744" y="2598128"/>
                  </a:lnTo>
                  <a:lnTo>
                    <a:pt x="26276" y="2615920"/>
                  </a:lnTo>
                  <a:lnTo>
                    <a:pt x="0" y="2624061"/>
                  </a:lnTo>
                  <a:lnTo>
                    <a:pt x="0" y="2722791"/>
                  </a:lnTo>
                  <a:lnTo>
                    <a:pt x="42481" y="2716009"/>
                  </a:lnTo>
                  <a:lnTo>
                    <a:pt x="108458" y="2702217"/>
                  </a:lnTo>
                  <a:lnTo>
                    <a:pt x="345262" y="2647797"/>
                  </a:lnTo>
                  <a:lnTo>
                    <a:pt x="687641" y="2565450"/>
                  </a:lnTo>
                  <a:lnTo>
                    <a:pt x="1988566" y="2239632"/>
                  </a:lnTo>
                  <a:lnTo>
                    <a:pt x="2589276" y="2086267"/>
                  </a:lnTo>
                  <a:lnTo>
                    <a:pt x="2650871" y="2066798"/>
                  </a:lnTo>
                  <a:lnTo>
                    <a:pt x="2687650" y="2046719"/>
                  </a:lnTo>
                  <a:lnTo>
                    <a:pt x="2703893" y="2026818"/>
                  </a:lnTo>
                  <a:close/>
                </a:path>
                <a:path w="2900045" h="3126104">
                  <a:moveTo>
                    <a:pt x="2801912" y="2416835"/>
                  </a:moveTo>
                  <a:lnTo>
                    <a:pt x="2789809" y="2380602"/>
                  </a:lnTo>
                  <a:lnTo>
                    <a:pt x="2746603" y="2354262"/>
                  </a:lnTo>
                  <a:lnTo>
                    <a:pt x="2723997" y="2346718"/>
                  </a:lnTo>
                  <a:lnTo>
                    <a:pt x="2715336" y="2347290"/>
                  </a:lnTo>
                  <a:lnTo>
                    <a:pt x="2670073" y="2356472"/>
                  </a:lnTo>
                  <a:lnTo>
                    <a:pt x="2593708" y="2374608"/>
                  </a:lnTo>
                  <a:lnTo>
                    <a:pt x="2437041" y="2413952"/>
                  </a:lnTo>
                  <a:lnTo>
                    <a:pt x="1896808" y="2552839"/>
                  </a:lnTo>
                  <a:lnTo>
                    <a:pt x="980135" y="2784030"/>
                  </a:lnTo>
                  <a:lnTo>
                    <a:pt x="288353" y="2962224"/>
                  </a:lnTo>
                  <a:lnTo>
                    <a:pt x="189776" y="2988183"/>
                  </a:lnTo>
                  <a:lnTo>
                    <a:pt x="124294" y="3005988"/>
                  </a:lnTo>
                  <a:lnTo>
                    <a:pt x="72097" y="3022142"/>
                  </a:lnTo>
                  <a:lnTo>
                    <a:pt x="36576" y="3037370"/>
                  </a:lnTo>
                  <a:lnTo>
                    <a:pt x="21196" y="3052394"/>
                  </a:lnTo>
                  <a:lnTo>
                    <a:pt x="29387" y="3067901"/>
                  </a:lnTo>
                  <a:lnTo>
                    <a:pt x="40576" y="3097492"/>
                  </a:lnTo>
                  <a:lnTo>
                    <a:pt x="49149" y="3108883"/>
                  </a:lnTo>
                  <a:lnTo>
                    <a:pt x="65938" y="3114205"/>
                  </a:lnTo>
                  <a:lnTo>
                    <a:pt x="95021" y="3113316"/>
                  </a:lnTo>
                  <a:lnTo>
                    <a:pt x="140512" y="3106051"/>
                  </a:lnTo>
                  <a:lnTo>
                    <a:pt x="206476" y="3092259"/>
                  </a:lnTo>
                  <a:lnTo>
                    <a:pt x="443280" y="3037840"/>
                  </a:lnTo>
                  <a:lnTo>
                    <a:pt x="785660" y="2955493"/>
                  </a:lnTo>
                  <a:lnTo>
                    <a:pt x="2086584" y="2629662"/>
                  </a:lnTo>
                  <a:lnTo>
                    <a:pt x="2687294" y="2476296"/>
                  </a:lnTo>
                  <a:lnTo>
                    <a:pt x="2748877" y="2456815"/>
                  </a:lnTo>
                  <a:lnTo>
                    <a:pt x="2785668" y="2436736"/>
                  </a:lnTo>
                  <a:lnTo>
                    <a:pt x="2801912" y="2416835"/>
                  </a:lnTo>
                  <a:close/>
                </a:path>
                <a:path w="2900045" h="3126104">
                  <a:moveTo>
                    <a:pt x="2899943" y="2806916"/>
                  </a:moveTo>
                  <a:lnTo>
                    <a:pt x="2887840" y="2770682"/>
                  </a:lnTo>
                  <a:lnTo>
                    <a:pt x="2844635" y="2744343"/>
                  </a:lnTo>
                  <a:lnTo>
                    <a:pt x="2822029" y="2736799"/>
                  </a:lnTo>
                  <a:lnTo>
                    <a:pt x="2813367" y="2737370"/>
                  </a:lnTo>
                  <a:lnTo>
                    <a:pt x="2768104" y="2746540"/>
                  </a:lnTo>
                  <a:lnTo>
                    <a:pt x="2691739" y="2764663"/>
                  </a:lnTo>
                  <a:lnTo>
                    <a:pt x="2535059" y="2803995"/>
                  </a:lnTo>
                  <a:lnTo>
                    <a:pt x="1994827" y="2942894"/>
                  </a:lnTo>
                  <a:lnTo>
                    <a:pt x="1267167" y="3125876"/>
                  </a:lnTo>
                  <a:lnTo>
                    <a:pt x="1761185" y="3125876"/>
                  </a:lnTo>
                  <a:lnTo>
                    <a:pt x="2184616" y="3019742"/>
                  </a:lnTo>
                  <a:lnTo>
                    <a:pt x="2785326" y="2866377"/>
                  </a:lnTo>
                  <a:lnTo>
                    <a:pt x="2846921" y="2846895"/>
                  </a:lnTo>
                  <a:lnTo>
                    <a:pt x="2883700" y="2826829"/>
                  </a:lnTo>
                  <a:lnTo>
                    <a:pt x="2899943" y="2806916"/>
                  </a:lnTo>
                  <a:close/>
                </a:path>
              </a:pathLst>
            </a:custGeom>
            <a:solidFill>
              <a:srgbClr val="2D8B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5438977"/>
              <a:ext cx="1885950" cy="1398270"/>
            </a:xfrm>
            <a:custGeom>
              <a:avLst/>
              <a:gdLst/>
              <a:ahLst/>
              <a:cxnLst/>
              <a:rect l="l" t="t" r="r" b="b"/>
              <a:pathLst>
                <a:path w="1885950" h="1398270">
                  <a:moveTo>
                    <a:pt x="1885518" y="711962"/>
                  </a:moveTo>
                  <a:lnTo>
                    <a:pt x="1884070" y="663194"/>
                  </a:lnTo>
                  <a:lnTo>
                    <a:pt x="1879269" y="614870"/>
                  </a:lnTo>
                  <a:lnTo>
                    <a:pt x="1871421" y="568045"/>
                  </a:lnTo>
                  <a:lnTo>
                    <a:pt x="1860829" y="523786"/>
                  </a:lnTo>
                  <a:lnTo>
                    <a:pt x="1847811" y="483146"/>
                  </a:lnTo>
                  <a:lnTo>
                    <a:pt x="1832673" y="447179"/>
                  </a:lnTo>
                  <a:lnTo>
                    <a:pt x="1797253" y="393484"/>
                  </a:lnTo>
                  <a:lnTo>
                    <a:pt x="1757057" y="371170"/>
                  </a:lnTo>
                  <a:lnTo>
                    <a:pt x="1703260" y="368617"/>
                  </a:lnTo>
                  <a:lnTo>
                    <a:pt x="1671840" y="368617"/>
                  </a:lnTo>
                  <a:lnTo>
                    <a:pt x="1600581" y="371068"/>
                  </a:lnTo>
                  <a:lnTo>
                    <a:pt x="1561007" y="373468"/>
                  </a:lnTo>
                  <a:lnTo>
                    <a:pt x="1518983" y="376618"/>
                  </a:lnTo>
                  <a:lnTo>
                    <a:pt x="1474622" y="380492"/>
                  </a:lnTo>
                  <a:lnTo>
                    <a:pt x="1428051" y="385076"/>
                  </a:lnTo>
                  <a:lnTo>
                    <a:pt x="1379423" y="390321"/>
                  </a:lnTo>
                  <a:lnTo>
                    <a:pt x="1328839" y="396227"/>
                  </a:lnTo>
                  <a:lnTo>
                    <a:pt x="1222362" y="409905"/>
                  </a:lnTo>
                  <a:lnTo>
                    <a:pt x="1109649" y="425881"/>
                  </a:lnTo>
                  <a:lnTo>
                    <a:pt x="991755" y="443979"/>
                  </a:lnTo>
                  <a:lnTo>
                    <a:pt x="960374" y="449135"/>
                  </a:lnTo>
                  <a:lnTo>
                    <a:pt x="959777" y="442442"/>
                  </a:lnTo>
                  <a:lnTo>
                    <a:pt x="952373" y="399224"/>
                  </a:lnTo>
                  <a:lnTo>
                    <a:pt x="941387" y="356222"/>
                  </a:lnTo>
                  <a:lnTo>
                    <a:pt x="926731" y="313601"/>
                  </a:lnTo>
                  <a:lnTo>
                    <a:pt x="908316" y="271551"/>
                  </a:lnTo>
                  <a:lnTo>
                    <a:pt x="886320" y="233667"/>
                  </a:lnTo>
                  <a:lnTo>
                    <a:pt x="858901" y="198361"/>
                  </a:lnTo>
                  <a:lnTo>
                    <a:pt x="826643" y="165709"/>
                  </a:lnTo>
                  <a:lnTo>
                    <a:pt x="790130" y="135775"/>
                  </a:lnTo>
                  <a:lnTo>
                    <a:pt x="749973" y="108635"/>
                  </a:lnTo>
                  <a:lnTo>
                    <a:pt x="706742" y="84340"/>
                  </a:lnTo>
                  <a:lnTo>
                    <a:pt x="661035" y="62979"/>
                  </a:lnTo>
                  <a:lnTo>
                    <a:pt x="613448" y="44602"/>
                  </a:lnTo>
                  <a:lnTo>
                    <a:pt x="564565" y="29286"/>
                  </a:lnTo>
                  <a:lnTo>
                    <a:pt x="514985" y="17106"/>
                  </a:lnTo>
                  <a:lnTo>
                    <a:pt x="465289" y="8115"/>
                  </a:lnTo>
                  <a:lnTo>
                    <a:pt x="416064" y="2387"/>
                  </a:lnTo>
                  <a:lnTo>
                    <a:pt x="367919" y="0"/>
                  </a:lnTo>
                  <a:lnTo>
                    <a:pt x="317728" y="1536"/>
                  </a:lnTo>
                  <a:lnTo>
                    <a:pt x="267614" y="7620"/>
                  </a:lnTo>
                  <a:lnTo>
                    <a:pt x="218097" y="18211"/>
                  </a:lnTo>
                  <a:lnTo>
                    <a:pt x="169684" y="33248"/>
                  </a:lnTo>
                  <a:lnTo>
                    <a:pt x="122923" y="52705"/>
                  </a:lnTo>
                  <a:lnTo>
                    <a:pt x="78320" y="76542"/>
                  </a:lnTo>
                  <a:lnTo>
                    <a:pt x="36410" y="104711"/>
                  </a:lnTo>
                  <a:lnTo>
                    <a:pt x="0" y="135267"/>
                  </a:lnTo>
                  <a:lnTo>
                    <a:pt x="0" y="638187"/>
                  </a:lnTo>
                  <a:lnTo>
                    <a:pt x="0" y="898994"/>
                  </a:lnTo>
                  <a:lnTo>
                    <a:pt x="0" y="1397673"/>
                  </a:lnTo>
                  <a:lnTo>
                    <a:pt x="1358379" y="1083056"/>
                  </a:lnTo>
                  <a:lnTo>
                    <a:pt x="1673491" y="1007656"/>
                  </a:lnTo>
                  <a:lnTo>
                    <a:pt x="1739099" y="991387"/>
                  </a:lnTo>
                  <a:lnTo>
                    <a:pt x="1775650" y="977087"/>
                  </a:lnTo>
                  <a:lnTo>
                    <a:pt x="1831555" y="925525"/>
                  </a:lnTo>
                  <a:lnTo>
                    <a:pt x="1851533" y="890371"/>
                  </a:lnTo>
                  <a:lnTo>
                    <a:pt x="1866607" y="850392"/>
                  </a:lnTo>
                  <a:lnTo>
                    <a:pt x="1877098" y="806615"/>
                  </a:lnTo>
                  <a:lnTo>
                    <a:pt x="1883295" y="760120"/>
                  </a:lnTo>
                  <a:lnTo>
                    <a:pt x="1885518" y="711962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6706" y="5770800"/>
              <a:ext cx="422909" cy="408940"/>
            </a:xfrm>
            <a:custGeom>
              <a:avLst/>
              <a:gdLst/>
              <a:ahLst/>
              <a:cxnLst/>
              <a:rect l="l" t="t" r="r" b="b"/>
              <a:pathLst>
                <a:path w="422909" h="408939">
                  <a:moveTo>
                    <a:pt x="244886" y="405808"/>
                  </a:moveTo>
                  <a:lnTo>
                    <a:pt x="201772" y="408618"/>
                  </a:lnTo>
                  <a:lnTo>
                    <a:pt x="161113" y="402577"/>
                  </a:lnTo>
                  <a:lnTo>
                    <a:pt x="123561" y="388712"/>
                  </a:lnTo>
                  <a:lnTo>
                    <a:pt x="89768" y="368047"/>
                  </a:lnTo>
                  <a:lnTo>
                    <a:pt x="60385" y="341611"/>
                  </a:lnTo>
                  <a:lnTo>
                    <a:pt x="36065" y="310429"/>
                  </a:lnTo>
                  <a:lnTo>
                    <a:pt x="17460" y="275529"/>
                  </a:lnTo>
                  <a:lnTo>
                    <a:pt x="5221" y="237936"/>
                  </a:lnTo>
                  <a:lnTo>
                    <a:pt x="0" y="198678"/>
                  </a:lnTo>
                  <a:lnTo>
                    <a:pt x="2448" y="158781"/>
                  </a:lnTo>
                  <a:lnTo>
                    <a:pt x="13219" y="119271"/>
                  </a:lnTo>
                  <a:lnTo>
                    <a:pt x="32963" y="81176"/>
                  </a:lnTo>
                  <a:lnTo>
                    <a:pt x="64906" y="45504"/>
                  </a:lnTo>
                  <a:lnTo>
                    <a:pt x="105063" y="19922"/>
                  </a:lnTo>
                  <a:lnTo>
                    <a:pt x="150332" y="4672"/>
                  </a:lnTo>
                  <a:lnTo>
                    <a:pt x="197613" y="0"/>
                  </a:lnTo>
                  <a:lnTo>
                    <a:pt x="245651" y="4961"/>
                  </a:lnTo>
                  <a:lnTo>
                    <a:pt x="294005" y="18152"/>
                  </a:lnTo>
                  <a:lnTo>
                    <a:pt x="338754" y="39122"/>
                  </a:lnTo>
                  <a:lnTo>
                    <a:pt x="375978" y="67418"/>
                  </a:lnTo>
                  <a:lnTo>
                    <a:pt x="401758" y="102590"/>
                  </a:lnTo>
                  <a:lnTo>
                    <a:pt x="417172" y="145388"/>
                  </a:lnTo>
                  <a:lnTo>
                    <a:pt x="422883" y="188907"/>
                  </a:lnTo>
                  <a:lnTo>
                    <a:pt x="419529" y="231861"/>
                  </a:lnTo>
                  <a:lnTo>
                    <a:pt x="407751" y="272966"/>
                  </a:lnTo>
                  <a:lnTo>
                    <a:pt x="388189" y="310938"/>
                  </a:lnTo>
                  <a:lnTo>
                    <a:pt x="361481" y="344492"/>
                  </a:lnTo>
                  <a:lnTo>
                    <a:pt x="328268" y="372345"/>
                  </a:lnTo>
                  <a:lnTo>
                    <a:pt x="289190" y="393211"/>
                  </a:lnTo>
                  <a:lnTo>
                    <a:pt x="244886" y="4058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2300507" y="8943964"/>
            <a:ext cx="2409825" cy="1343660"/>
            <a:chOff x="12300507" y="8943964"/>
            <a:chExt cx="2409825" cy="1343660"/>
          </a:xfrm>
        </p:grpSpPr>
        <p:sp>
          <p:nvSpPr>
            <p:cNvPr id="12" name="object 12"/>
            <p:cNvSpPr/>
            <p:nvPr/>
          </p:nvSpPr>
          <p:spPr>
            <a:xfrm>
              <a:off x="12300496" y="8943974"/>
              <a:ext cx="2409825" cy="1343025"/>
            </a:xfrm>
            <a:custGeom>
              <a:avLst/>
              <a:gdLst/>
              <a:ahLst/>
              <a:cxnLst/>
              <a:rect l="l" t="t" r="r" b="b"/>
              <a:pathLst>
                <a:path w="2409825" h="1343025">
                  <a:moveTo>
                    <a:pt x="2409279" y="943749"/>
                  </a:moveTo>
                  <a:lnTo>
                    <a:pt x="2398661" y="871080"/>
                  </a:lnTo>
                  <a:lnTo>
                    <a:pt x="2384183" y="830084"/>
                  </a:lnTo>
                  <a:lnTo>
                    <a:pt x="2364727" y="786955"/>
                  </a:lnTo>
                  <a:lnTo>
                    <a:pt x="2341143" y="742480"/>
                  </a:lnTo>
                  <a:lnTo>
                    <a:pt x="2314257" y="697382"/>
                  </a:lnTo>
                  <a:lnTo>
                    <a:pt x="2284946" y="652424"/>
                  </a:lnTo>
                  <a:lnTo>
                    <a:pt x="2254046" y="608342"/>
                  </a:lnTo>
                  <a:lnTo>
                    <a:pt x="2222398" y="565886"/>
                  </a:lnTo>
                  <a:lnTo>
                    <a:pt x="2190851" y="525818"/>
                  </a:lnTo>
                  <a:lnTo>
                    <a:pt x="2160270" y="488886"/>
                  </a:lnTo>
                  <a:lnTo>
                    <a:pt x="2131491" y="455828"/>
                  </a:lnTo>
                  <a:lnTo>
                    <a:pt x="2105355" y="427393"/>
                  </a:lnTo>
                  <a:lnTo>
                    <a:pt x="2070785" y="400253"/>
                  </a:lnTo>
                  <a:lnTo>
                    <a:pt x="2051329" y="402996"/>
                  </a:lnTo>
                  <a:lnTo>
                    <a:pt x="1992985" y="426199"/>
                  </a:lnTo>
                  <a:lnTo>
                    <a:pt x="1955634" y="445262"/>
                  </a:lnTo>
                  <a:lnTo>
                    <a:pt x="1913890" y="468401"/>
                  </a:lnTo>
                  <a:lnTo>
                    <a:pt x="1868512" y="494893"/>
                  </a:lnTo>
                  <a:lnTo>
                    <a:pt x="1820278" y="524065"/>
                  </a:lnTo>
                  <a:lnTo>
                    <a:pt x="1769960" y="555205"/>
                  </a:lnTo>
                  <a:lnTo>
                    <a:pt x="1718335" y="587641"/>
                  </a:lnTo>
                  <a:lnTo>
                    <a:pt x="1563420" y="685711"/>
                  </a:lnTo>
                  <a:lnTo>
                    <a:pt x="1562023" y="686587"/>
                  </a:lnTo>
                  <a:lnTo>
                    <a:pt x="1561998" y="684872"/>
                  </a:lnTo>
                  <a:lnTo>
                    <a:pt x="1560804" y="630275"/>
                  </a:lnTo>
                  <a:lnTo>
                    <a:pt x="1557756" y="515708"/>
                  </a:lnTo>
                  <a:lnTo>
                    <a:pt x="1551165" y="289801"/>
                  </a:lnTo>
                  <a:lnTo>
                    <a:pt x="1549869" y="239128"/>
                  </a:lnTo>
                  <a:lnTo>
                    <a:pt x="1548879" y="192532"/>
                  </a:lnTo>
                  <a:lnTo>
                    <a:pt x="1548257" y="150901"/>
                  </a:lnTo>
                  <a:lnTo>
                    <a:pt x="1548079" y="115112"/>
                  </a:lnTo>
                  <a:lnTo>
                    <a:pt x="1542961" y="85471"/>
                  </a:lnTo>
                  <a:lnTo>
                    <a:pt x="1504772" y="41084"/>
                  </a:lnTo>
                  <a:lnTo>
                    <a:pt x="1436458" y="14122"/>
                  </a:lnTo>
                  <a:lnTo>
                    <a:pt x="1393698" y="6261"/>
                  </a:lnTo>
                  <a:lnTo>
                    <a:pt x="1346606" y="1676"/>
                  </a:lnTo>
                  <a:lnTo>
                    <a:pt x="1296289" y="0"/>
                  </a:lnTo>
                  <a:lnTo>
                    <a:pt x="1243799" y="850"/>
                  </a:lnTo>
                  <a:lnTo>
                    <a:pt x="1190205" y="3898"/>
                  </a:lnTo>
                  <a:lnTo>
                    <a:pt x="1136586" y="8763"/>
                  </a:lnTo>
                  <a:lnTo>
                    <a:pt x="1084021" y="15074"/>
                  </a:lnTo>
                  <a:lnTo>
                    <a:pt x="1033564" y="22479"/>
                  </a:lnTo>
                  <a:lnTo>
                    <a:pt x="986307" y="30619"/>
                  </a:lnTo>
                  <a:lnTo>
                    <a:pt x="943317" y="39128"/>
                  </a:lnTo>
                  <a:lnTo>
                    <a:pt x="905649" y="47637"/>
                  </a:lnTo>
                  <a:lnTo>
                    <a:pt x="864895" y="64122"/>
                  </a:lnTo>
                  <a:lnTo>
                    <a:pt x="852246" y="109499"/>
                  </a:lnTo>
                  <a:lnTo>
                    <a:pt x="846620" y="186410"/>
                  </a:lnTo>
                  <a:lnTo>
                    <a:pt x="845896" y="234137"/>
                  </a:lnTo>
                  <a:lnTo>
                    <a:pt x="846289" y="286677"/>
                  </a:lnTo>
                  <a:lnTo>
                    <a:pt x="847572" y="343039"/>
                  </a:lnTo>
                  <a:lnTo>
                    <a:pt x="849541" y="402183"/>
                  </a:lnTo>
                  <a:lnTo>
                    <a:pt x="851966" y="463092"/>
                  </a:lnTo>
                  <a:lnTo>
                    <a:pt x="859917" y="646277"/>
                  </a:lnTo>
                  <a:lnTo>
                    <a:pt x="861758" y="695655"/>
                  </a:lnTo>
                  <a:lnTo>
                    <a:pt x="845858" y="685711"/>
                  </a:lnTo>
                  <a:lnTo>
                    <a:pt x="690943" y="587641"/>
                  </a:lnTo>
                  <a:lnTo>
                    <a:pt x="639330" y="555205"/>
                  </a:lnTo>
                  <a:lnTo>
                    <a:pt x="589013" y="524065"/>
                  </a:lnTo>
                  <a:lnTo>
                    <a:pt x="540778" y="494893"/>
                  </a:lnTo>
                  <a:lnTo>
                    <a:pt x="495401" y="468401"/>
                  </a:lnTo>
                  <a:lnTo>
                    <a:pt x="453644" y="445262"/>
                  </a:lnTo>
                  <a:lnTo>
                    <a:pt x="416306" y="426199"/>
                  </a:lnTo>
                  <a:lnTo>
                    <a:pt x="357949" y="402996"/>
                  </a:lnTo>
                  <a:lnTo>
                    <a:pt x="338493" y="400253"/>
                  </a:lnTo>
                  <a:lnTo>
                    <a:pt x="326542" y="404342"/>
                  </a:lnTo>
                  <a:lnTo>
                    <a:pt x="277774" y="455828"/>
                  </a:lnTo>
                  <a:lnTo>
                    <a:pt x="248996" y="488886"/>
                  </a:lnTo>
                  <a:lnTo>
                    <a:pt x="218414" y="525818"/>
                  </a:lnTo>
                  <a:lnTo>
                    <a:pt x="186867" y="565886"/>
                  </a:lnTo>
                  <a:lnTo>
                    <a:pt x="155232" y="608342"/>
                  </a:lnTo>
                  <a:lnTo>
                    <a:pt x="124320" y="652424"/>
                  </a:lnTo>
                  <a:lnTo>
                    <a:pt x="95008" y="697382"/>
                  </a:lnTo>
                  <a:lnTo>
                    <a:pt x="68135" y="742480"/>
                  </a:lnTo>
                  <a:lnTo>
                    <a:pt x="44538" y="786955"/>
                  </a:lnTo>
                  <a:lnTo>
                    <a:pt x="25082" y="830084"/>
                  </a:lnTo>
                  <a:lnTo>
                    <a:pt x="10617" y="871080"/>
                  </a:lnTo>
                  <a:lnTo>
                    <a:pt x="1968" y="909218"/>
                  </a:lnTo>
                  <a:lnTo>
                    <a:pt x="0" y="943749"/>
                  </a:lnTo>
                  <a:lnTo>
                    <a:pt x="5562" y="973912"/>
                  </a:lnTo>
                  <a:lnTo>
                    <a:pt x="19507" y="998969"/>
                  </a:lnTo>
                  <a:lnTo>
                    <a:pt x="42659" y="1018159"/>
                  </a:lnTo>
                  <a:lnTo>
                    <a:pt x="73621" y="1036116"/>
                  </a:lnTo>
                  <a:lnTo>
                    <a:pt x="109410" y="1057389"/>
                  </a:lnTo>
                  <a:lnTo>
                    <a:pt x="149326" y="1081443"/>
                  </a:lnTo>
                  <a:lnTo>
                    <a:pt x="192633" y="1107795"/>
                  </a:lnTo>
                  <a:lnTo>
                    <a:pt x="385279" y="1225956"/>
                  </a:lnTo>
                  <a:lnTo>
                    <a:pt x="483120" y="1285633"/>
                  </a:lnTo>
                  <a:lnTo>
                    <a:pt x="518337" y="1306893"/>
                  </a:lnTo>
                  <a:lnTo>
                    <a:pt x="508419" y="1313116"/>
                  </a:lnTo>
                  <a:lnTo>
                    <a:pt x="460044" y="1343025"/>
                  </a:lnTo>
                  <a:lnTo>
                    <a:pt x="578878" y="1343025"/>
                  </a:lnTo>
                  <a:lnTo>
                    <a:pt x="863866" y="1343025"/>
                  </a:lnTo>
                  <a:lnTo>
                    <a:pt x="1560385" y="1343025"/>
                  </a:lnTo>
                  <a:lnTo>
                    <a:pt x="1830400" y="1343025"/>
                  </a:lnTo>
                  <a:lnTo>
                    <a:pt x="1949234" y="1343025"/>
                  </a:lnTo>
                  <a:lnTo>
                    <a:pt x="1900847" y="1313116"/>
                  </a:lnTo>
                  <a:lnTo>
                    <a:pt x="1890915" y="1306893"/>
                  </a:lnTo>
                  <a:lnTo>
                    <a:pt x="1926170" y="1285633"/>
                  </a:lnTo>
                  <a:lnTo>
                    <a:pt x="2024011" y="1225956"/>
                  </a:lnTo>
                  <a:lnTo>
                    <a:pt x="2216658" y="1107795"/>
                  </a:lnTo>
                  <a:lnTo>
                    <a:pt x="2259965" y="1081443"/>
                  </a:lnTo>
                  <a:lnTo>
                    <a:pt x="2299881" y="1057389"/>
                  </a:lnTo>
                  <a:lnTo>
                    <a:pt x="2335669" y="1036116"/>
                  </a:lnTo>
                  <a:lnTo>
                    <a:pt x="2366619" y="1018159"/>
                  </a:lnTo>
                  <a:lnTo>
                    <a:pt x="2389784" y="998969"/>
                  </a:lnTo>
                  <a:lnTo>
                    <a:pt x="2403716" y="973912"/>
                  </a:lnTo>
                  <a:lnTo>
                    <a:pt x="2409279" y="943749"/>
                  </a:lnTo>
                  <a:close/>
                </a:path>
              </a:pathLst>
            </a:custGeom>
            <a:solidFill>
              <a:srgbClr val="2D8BB9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463132" y="9760062"/>
              <a:ext cx="84455" cy="527050"/>
            </a:xfrm>
            <a:custGeom>
              <a:avLst/>
              <a:gdLst/>
              <a:ahLst/>
              <a:cxnLst/>
              <a:rect l="l" t="t" r="r" b="b"/>
              <a:pathLst>
                <a:path w="84455" h="527050">
                  <a:moveTo>
                    <a:pt x="83636" y="526937"/>
                  </a:moveTo>
                  <a:lnTo>
                    <a:pt x="2087" y="526937"/>
                  </a:lnTo>
                  <a:lnTo>
                    <a:pt x="2123" y="389192"/>
                  </a:lnTo>
                  <a:lnTo>
                    <a:pt x="1793" y="331022"/>
                  </a:lnTo>
                  <a:lnTo>
                    <a:pt x="431" y="197670"/>
                  </a:lnTo>
                  <a:lnTo>
                    <a:pt x="0" y="134194"/>
                  </a:lnTo>
                  <a:lnTo>
                    <a:pt x="135" y="80652"/>
                  </a:lnTo>
                  <a:lnTo>
                    <a:pt x="1137" y="42900"/>
                  </a:lnTo>
                  <a:lnTo>
                    <a:pt x="3306" y="26788"/>
                  </a:lnTo>
                  <a:lnTo>
                    <a:pt x="23410" y="9826"/>
                  </a:lnTo>
                  <a:lnTo>
                    <a:pt x="49698" y="0"/>
                  </a:lnTo>
                  <a:lnTo>
                    <a:pt x="72528" y="10704"/>
                  </a:lnTo>
                  <a:lnTo>
                    <a:pt x="82254" y="55337"/>
                  </a:lnTo>
                  <a:lnTo>
                    <a:pt x="82360" y="95672"/>
                  </a:lnTo>
                  <a:lnTo>
                    <a:pt x="84035" y="374297"/>
                  </a:lnTo>
                  <a:lnTo>
                    <a:pt x="83636" y="526937"/>
                  </a:lnTo>
                  <a:close/>
                </a:path>
              </a:pathLst>
            </a:custGeom>
            <a:solidFill>
              <a:srgbClr val="FFFFF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00874" y="9432774"/>
              <a:ext cx="206325" cy="20362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2413704" y="9029826"/>
              <a:ext cx="2223770" cy="1257300"/>
            </a:xfrm>
            <a:custGeom>
              <a:avLst/>
              <a:gdLst/>
              <a:ahLst/>
              <a:cxnLst/>
              <a:rect l="l" t="t" r="r" b="b"/>
              <a:pathLst>
                <a:path w="2223769" h="1257300">
                  <a:moveTo>
                    <a:pt x="281063" y="399605"/>
                  </a:moveTo>
                  <a:lnTo>
                    <a:pt x="280250" y="391452"/>
                  </a:lnTo>
                  <a:lnTo>
                    <a:pt x="269189" y="382397"/>
                  </a:lnTo>
                  <a:lnTo>
                    <a:pt x="261010" y="383209"/>
                  </a:lnTo>
                  <a:lnTo>
                    <a:pt x="246113" y="401358"/>
                  </a:lnTo>
                  <a:lnTo>
                    <a:pt x="184594" y="474472"/>
                  </a:lnTo>
                  <a:lnTo>
                    <a:pt x="155486" y="509981"/>
                  </a:lnTo>
                  <a:lnTo>
                    <a:pt x="126961" y="546709"/>
                  </a:lnTo>
                  <a:lnTo>
                    <a:pt x="99695" y="584809"/>
                  </a:lnTo>
                  <a:lnTo>
                    <a:pt x="74358" y="624446"/>
                  </a:lnTo>
                  <a:lnTo>
                    <a:pt x="51638" y="665759"/>
                  </a:lnTo>
                  <a:lnTo>
                    <a:pt x="32207" y="708914"/>
                  </a:lnTo>
                  <a:lnTo>
                    <a:pt x="16725" y="754049"/>
                  </a:lnTo>
                  <a:lnTo>
                    <a:pt x="5892" y="801344"/>
                  </a:lnTo>
                  <a:lnTo>
                    <a:pt x="368" y="850950"/>
                  </a:lnTo>
                  <a:lnTo>
                    <a:pt x="0" y="858088"/>
                  </a:lnTo>
                  <a:lnTo>
                    <a:pt x="5486" y="864184"/>
                  </a:lnTo>
                  <a:lnTo>
                    <a:pt x="13309" y="864565"/>
                  </a:lnTo>
                  <a:lnTo>
                    <a:pt x="20154" y="864565"/>
                  </a:lnTo>
                  <a:lnTo>
                    <a:pt x="25869" y="859205"/>
                  </a:lnTo>
                  <a:lnTo>
                    <a:pt x="26225" y="852297"/>
                  </a:lnTo>
                  <a:lnTo>
                    <a:pt x="32473" y="800049"/>
                  </a:lnTo>
                  <a:lnTo>
                    <a:pt x="45008" y="750290"/>
                  </a:lnTo>
                  <a:lnTo>
                    <a:pt x="62953" y="702830"/>
                  </a:lnTo>
                  <a:lnTo>
                    <a:pt x="85382" y="657504"/>
                  </a:lnTo>
                  <a:lnTo>
                    <a:pt x="111404" y="614133"/>
                  </a:lnTo>
                  <a:lnTo>
                    <a:pt x="140119" y="572541"/>
                  </a:lnTo>
                  <a:lnTo>
                    <a:pt x="170624" y="532561"/>
                  </a:lnTo>
                  <a:lnTo>
                    <a:pt x="202006" y="494030"/>
                  </a:lnTo>
                  <a:lnTo>
                    <a:pt x="255422" y="430631"/>
                  </a:lnTo>
                  <a:lnTo>
                    <a:pt x="281063" y="399605"/>
                  </a:lnTo>
                  <a:close/>
                </a:path>
                <a:path w="2223769" h="1257300">
                  <a:moveTo>
                    <a:pt x="1168107" y="1257173"/>
                  </a:moveTo>
                  <a:lnTo>
                    <a:pt x="1163027" y="1251877"/>
                  </a:lnTo>
                  <a:lnTo>
                    <a:pt x="1154836" y="1251699"/>
                  </a:lnTo>
                  <a:lnTo>
                    <a:pt x="1149121" y="1257173"/>
                  </a:lnTo>
                  <a:lnTo>
                    <a:pt x="1168107" y="1257173"/>
                  </a:lnTo>
                  <a:close/>
                </a:path>
                <a:path w="2223769" h="1257300">
                  <a:moveTo>
                    <a:pt x="1212062" y="666432"/>
                  </a:moveTo>
                  <a:lnTo>
                    <a:pt x="1206449" y="660463"/>
                  </a:lnTo>
                  <a:lnTo>
                    <a:pt x="1199299" y="660260"/>
                  </a:lnTo>
                  <a:lnTo>
                    <a:pt x="1141793" y="661898"/>
                  </a:lnTo>
                  <a:lnTo>
                    <a:pt x="1089533" y="670191"/>
                  </a:lnTo>
                  <a:lnTo>
                    <a:pt x="1042822" y="684961"/>
                  </a:lnTo>
                  <a:lnTo>
                    <a:pt x="1002004" y="706056"/>
                  </a:lnTo>
                  <a:lnTo>
                    <a:pt x="967371" y="733310"/>
                  </a:lnTo>
                  <a:lnTo>
                    <a:pt x="939253" y="766546"/>
                  </a:lnTo>
                  <a:lnTo>
                    <a:pt x="917956" y="805611"/>
                  </a:lnTo>
                  <a:lnTo>
                    <a:pt x="904176" y="849744"/>
                  </a:lnTo>
                  <a:lnTo>
                    <a:pt x="898486" y="896810"/>
                  </a:lnTo>
                  <a:lnTo>
                    <a:pt x="900582" y="945705"/>
                  </a:lnTo>
                  <a:lnTo>
                    <a:pt x="910158" y="995260"/>
                  </a:lnTo>
                  <a:lnTo>
                    <a:pt x="926922" y="1044359"/>
                  </a:lnTo>
                  <a:lnTo>
                    <a:pt x="950556" y="1091844"/>
                  </a:lnTo>
                  <a:lnTo>
                    <a:pt x="980744" y="1136586"/>
                  </a:lnTo>
                  <a:lnTo>
                    <a:pt x="1017206" y="1177429"/>
                  </a:lnTo>
                  <a:lnTo>
                    <a:pt x="1022997" y="1181112"/>
                  </a:lnTo>
                  <a:lnTo>
                    <a:pt x="1026261" y="1181112"/>
                  </a:lnTo>
                  <a:lnTo>
                    <a:pt x="1029614" y="1181112"/>
                  </a:lnTo>
                  <a:lnTo>
                    <a:pt x="1032992" y="1179791"/>
                  </a:lnTo>
                  <a:lnTo>
                    <a:pt x="1040523" y="1172083"/>
                  </a:lnTo>
                  <a:lnTo>
                    <a:pt x="1040422" y="1163891"/>
                  </a:lnTo>
                  <a:lnTo>
                    <a:pt x="1035304" y="1158900"/>
                  </a:lnTo>
                  <a:lnTo>
                    <a:pt x="1001356" y="1120940"/>
                  </a:lnTo>
                  <a:lnTo>
                    <a:pt x="973201" y="1079474"/>
                  </a:lnTo>
                  <a:lnTo>
                    <a:pt x="951115" y="1035545"/>
                  </a:lnTo>
                  <a:lnTo>
                    <a:pt x="935380" y="990193"/>
                  </a:lnTo>
                  <a:lnTo>
                    <a:pt x="926299" y="944499"/>
                  </a:lnTo>
                  <a:lnTo>
                    <a:pt x="924153" y="899477"/>
                  </a:lnTo>
                  <a:lnTo>
                    <a:pt x="929220" y="856208"/>
                  </a:lnTo>
                  <a:lnTo>
                    <a:pt x="941793" y="815733"/>
                  </a:lnTo>
                  <a:lnTo>
                    <a:pt x="964742" y="775550"/>
                  </a:lnTo>
                  <a:lnTo>
                    <a:pt x="996226" y="742467"/>
                  </a:lnTo>
                  <a:lnTo>
                    <a:pt x="1035812" y="716749"/>
                  </a:lnTo>
                  <a:lnTo>
                    <a:pt x="1083043" y="698627"/>
                  </a:lnTo>
                  <a:lnTo>
                    <a:pt x="1137437" y="688340"/>
                  </a:lnTo>
                  <a:lnTo>
                    <a:pt x="1198537" y="686155"/>
                  </a:lnTo>
                  <a:lnTo>
                    <a:pt x="1205585" y="686384"/>
                  </a:lnTo>
                  <a:lnTo>
                    <a:pt x="1211656" y="680732"/>
                  </a:lnTo>
                  <a:lnTo>
                    <a:pt x="1212062" y="666432"/>
                  </a:lnTo>
                  <a:close/>
                </a:path>
                <a:path w="2223769" h="1257300">
                  <a:moveTo>
                    <a:pt x="1328750" y="39039"/>
                  </a:moveTo>
                  <a:lnTo>
                    <a:pt x="1275803" y="12496"/>
                  </a:lnTo>
                  <a:lnTo>
                    <a:pt x="1230528" y="3429"/>
                  </a:lnTo>
                  <a:lnTo>
                    <a:pt x="1183944" y="0"/>
                  </a:lnTo>
                  <a:lnTo>
                    <a:pt x="1136408" y="1066"/>
                  </a:lnTo>
                  <a:lnTo>
                    <a:pt x="1088275" y="5486"/>
                  </a:lnTo>
                  <a:lnTo>
                    <a:pt x="1039888" y="12115"/>
                  </a:lnTo>
                  <a:lnTo>
                    <a:pt x="948182" y="26784"/>
                  </a:lnTo>
                  <a:lnTo>
                    <a:pt x="905916" y="32766"/>
                  </a:lnTo>
                  <a:lnTo>
                    <a:pt x="864781" y="36995"/>
                  </a:lnTo>
                  <a:lnTo>
                    <a:pt x="824750" y="38684"/>
                  </a:lnTo>
                  <a:lnTo>
                    <a:pt x="817587" y="38709"/>
                  </a:lnTo>
                  <a:lnTo>
                    <a:pt x="811822" y="44526"/>
                  </a:lnTo>
                  <a:lnTo>
                    <a:pt x="811885" y="58826"/>
                  </a:lnTo>
                  <a:lnTo>
                    <a:pt x="817676" y="64579"/>
                  </a:lnTo>
                  <a:lnTo>
                    <a:pt x="824801" y="64579"/>
                  </a:lnTo>
                  <a:lnTo>
                    <a:pt x="866609" y="62814"/>
                  </a:lnTo>
                  <a:lnTo>
                    <a:pt x="909421" y="58407"/>
                  </a:lnTo>
                  <a:lnTo>
                    <a:pt x="952690" y="52285"/>
                  </a:lnTo>
                  <a:lnTo>
                    <a:pt x="1050188" y="36766"/>
                  </a:lnTo>
                  <a:lnTo>
                    <a:pt x="1104531" y="29756"/>
                  </a:lnTo>
                  <a:lnTo>
                    <a:pt x="1158201" y="26060"/>
                  </a:lnTo>
                  <a:lnTo>
                    <a:pt x="1210525" y="27381"/>
                  </a:lnTo>
                  <a:lnTo>
                    <a:pt x="1260868" y="35420"/>
                  </a:lnTo>
                  <a:lnTo>
                    <a:pt x="1308582" y="51892"/>
                  </a:lnTo>
                  <a:lnTo>
                    <a:pt x="1315072" y="54876"/>
                  </a:lnTo>
                  <a:lnTo>
                    <a:pt x="1322755" y="52044"/>
                  </a:lnTo>
                  <a:lnTo>
                    <a:pt x="1328750" y="39039"/>
                  </a:lnTo>
                  <a:close/>
                </a:path>
                <a:path w="2223769" h="1257300">
                  <a:moveTo>
                    <a:pt x="2223744" y="860856"/>
                  </a:moveTo>
                  <a:lnTo>
                    <a:pt x="2218055" y="818337"/>
                  </a:lnTo>
                  <a:lnTo>
                    <a:pt x="2206688" y="778040"/>
                  </a:lnTo>
                  <a:lnTo>
                    <a:pt x="2189988" y="734098"/>
                  </a:lnTo>
                  <a:lnTo>
                    <a:pt x="2168690" y="687793"/>
                  </a:lnTo>
                  <a:lnTo>
                    <a:pt x="2143569" y="640384"/>
                  </a:lnTo>
                  <a:lnTo>
                    <a:pt x="2115375" y="593128"/>
                  </a:lnTo>
                  <a:lnTo>
                    <a:pt x="2084870" y="547319"/>
                  </a:lnTo>
                  <a:lnTo>
                    <a:pt x="2052815" y="504215"/>
                  </a:lnTo>
                  <a:lnTo>
                    <a:pt x="2019947" y="465099"/>
                  </a:lnTo>
                  <a:lnTo>
                    <a:pt x="1987054" y="431215"/>
                  </a:lnTo>
                  <a:lnTo>
                    <a:pt x="1954872" y="403847"/>
                  </a:lnTo>
                  <a:lnTo>
                    <a:pt x="1949145" y="399567"/>
                  </a:lnTo>
                  <a:lnTo>
                    <a:pt x="1941029" y="400723"/>
                  </a:lnTo>
                  <a:lnTo>
                    <a:pt x="1932444" y="412153"/>
                  </a:lnTo>
                  <a:lnTo>
                    <a:pt x="1933600" y="420268"/>
                  </a:lnTo>
                  <a:lnTo>
                    <a:pt x="1939315" y="424573"/>
                  </a:lnTo>
                  <a:lnTo>
                    <a:pt x="1974913" y="455269"/>
                  </a:lnTo>
                  <a:lnTo>
                    <a:pt x="2010664" y="493344"/>
                  </a:lnTo>
                  <a:lnTo>
                    <a:pt x="2045690" y="537057"/>
                  </a:lnTo>
                  <a:lnTo>
                    <a:pt x="2079129" y="584695"/>
                  </a:lnTo>
                  <a:lnTo>
                    <a:pt x="2110105" y="634492"/>
                  </a:lnTo>
                  <a:lnTo>
                    <a:pt x="2137740" y="684720"/>
                  </a:lnTo>
                  <a:lnTo>
                    <a:pt x="2161171" y="733653"/>
                  </a:lnTo>
                  <a:lnTo>
                    <a:pt x="2179510" y="779551"/>
                  </a:lnTo>
                  <a:lnTo>
                    <a:pt x="2191893" y="820674"/>
                  </a:lnTo>
                  <a:lnTo>
                    <a:pt x="2197874" y="862139"/>
                  </a:lnTo>
                  <a:lnTo>
                    <a:pt x="2203564" y="867448"/>
                  </a:lnTo>
                  <a:lnTo>
                    <a:pt x="2210371" y="867448"/>
                  </a:lnTo>
                  <a:lnTo>
                    <a:pt x="2218309" y="866990"/>
                  </a:lnTo>
                  <a:lnTo>
                    <a:pt x="2223744" y="860856"/>
                  </a:lnTo>
                  <a:close/>
                </a:path>
              </a:pathLst>
            </a:custGeom>
            <a:solidFill>
              <a:srgbClr val="40426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3402606" y="0"/>
            <a:ext cx="14657705" cy="4485005"/>
            <a:chOff x="3402606" y="0"/>
            <a:chExt cx="14657705" cy="4485005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98121" y="59963"/>
              <a:ext cx="6061693" cy="262081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518725" y="11"/>
              <a:ext cx="2409825" cy="1248410"/>
            </a:xfrm>
            <a:custGeom>
              <a:avLst/>
              <a:gdLst/>
              <a:ahLst/>
              <a:cxnLst/>
              <a:rect l="l" t="t" r="r" b="b"/>
              <a:pathLst>
                <a:path w="2409825" h="1248410">
                  <a:moveTo>
                    <a:pt x="2409431" y="414667"/>
                  </a:moveTo>
                  <a:lnTo>
                    <a:pt x="2381046" y="351993"/>
                  </a:lnTo>
                  <a:lnTo>
                    <a:pt x="2351989" y="325704"/>
                  </a:lnTo>
                  <a:lnTo>
                    <a:pt x="2316340" y="299745"/>
                  </a:lnTo>
                  <a:lnTo>
                    <a:pt x="2276043" y="272135"/>
                  </a:lnTo>
                  <a:lnTo>
                    <a:pt x="2235276" y="245046"/>
                  </a:lnTo>
                  <a:lnTo>
                    <a:pt x="2194115" y="218414"/>
                  </a:lnTo>
                  <a:lnTo>
                    <a:pt x="2152624" y="192138"/>
                  </a:lnTo>
                  <a:lnTo>
                    <a:pt x="2110879" y="166128"/>
                  </a:lnTo>
                  <a:lnTo>
                    <a:pt x="2068969" y="140309"/>
                  </a:lnTo>
                  <a:lnTo>
                    <a:pt x="1942846" y="63080"/>
                  </a:lnTo>
                  <a:lnTo>
                    <a:pt x="1900936" y="37134"/>
                  </a:lnTo>
                  <a:lnTo>
                    <a:pt x="1890991" y="30899"/>
                  </a:lnTo>
                  <a:lnTo>
                    <a:pt x="1942122" y="0"/>
                  </a:lnTo>
                  <a:lnTo>
                    <a:pt x="1842096" y="0"/>
                  </a:lnTo>
                  <a:lnTo>
                    <a:pt x="1560182" y="0"/>
                  </a:lnTo>
                  <a:lnTo>
                    <a:pt x="863790" y="0"/>
                  </a:lnTo>
                  <a:lnTo>
                    <a:pt x="567334" y="0"/>
                  </a:lnTo>
                  <a:lnTo>
                    <a:pt x="467334" y="0"/>
                  </a:lnTo>
                  <a:lnTo>
                    <a:pt x="518439" y="30899"/>
                  </a:lnTo>
                  <a:lnTo>
                    <a:pt x="508508" y="37134"/>
                  </a:lnTo>
                  <a:lnTo>
                    <a:pt x="466598" y="63080"/>
                  </a:lnTo>
                  <a:lnTo>
                    <a:pt x="340487" y="140309"/>
                  </a:lnTo>
                  <a:lnTo>
                    <a:pt x="298564" y="166128"/>
                  </a:lnTo>
                  <a:lnTo>
                    <a:pt x="256832" y="192138"/>
                  </a:lnTo>
                  <a:lnTo>
                    <a:pt x="215341" y="218414"/>
                  </a:lnTo>
                  <a:lnTo>
                    <a:pt x="174167" y="245046"/>
                  </a:lnTo>
                  <a:lnTo>
                    <a:pt x="133400" y="272135"/>
                  </a:lnTo>
                  <a:lnTo>
                    <a:pt x="93103" y="299745"/>
                  </a:lnTo>
                  <a:lnTo>
                    <a:pt x="57442" y="325704"/>
                  </a:lnTo>
                  <a:lnTo>
                    <a:pt x="28397" y="351993"/>
                  </a:lnTo>
                  <a:lnTo>
                    <a:pt x="0" y="414667"/>
                  </a:lnTo>
                  <a:lnTo>
                    <a:pt x="5626" y="455612"/>
                  </a:lnTo>
                  <a:lnTo>
                    <a:pt x="27774" y="505993"/>
                  </a:lnTo>
                  <a:lnTo>
                    <a:pt x="68910" y="568083"/>
                  </a:lnTo>
                  <a:lnTo>
                    <a:pt x="68770" y="567728"/>
                  </a:lnTo>
                  <a:lnTo>
                    <a:pt x="89192" y="602437"/>
                  </a:lnTo>
                  <a:lnTo>
                    <a:pt x="161912" y="723785"/>
                  </a:lnTo>
                  <a:lnTo>
                    <a:pt x="194030" y="773582"/>
                  </a:lnTo>
                  <a:lnTo>
                    <a:pt x="223164" y="809777"/>
                  </a:lnTo>
                  <a:lnTo>
                    <a:pt x="281749" y="845515"/>
                  </a:lnTo>
                  <a:lnTo>
                    <a:pt x="315849" y="847153"/>
                  </a:lnTo>
                  <a:lnTo>
                    <a:pt x="356247" y="839381"/>
                  </a:lnTo>
                  <a:lnTo>
                    <a:pt x="405257" y="823239"/>
                  </a:lnTo>
                  <a:lnTo>
                    <a:pt x="465226" y="799782"/>
                  </a:lnTo>
                  <a:lnTo>
                    <a:pt x="512254" y="780364"/>
                  </a:lnTo>
                  <a:lnTo>
                    <a:pt x="559003" y="760298"/>
                  </a:lnTo>
                  <a:lnTo>
                    <a:pt x="605459" y="739622"/>
                  </a:lnTo>
                  <a:lnTo>
                    <a:pt x="651675" y="718362"/>
                  </a:lnTo>
                  <a:lnTo>
                    <a:pt x="697636" y="696569"/>
                  </a:lnTo>
                  <a:lnTo>
                    <a:pt x="743369" y="674255"/>
                  </a:lnTo>
                  <a:lnTo>
                    <a:pt x="788898" y="651484"/>
                  </a:lnTo>
                  <a:lnTo>
                    <a:pt x="834224" y="628269"/>
                  </a:lnTo>
                  <a:lnTo>
                    <a:pt x="879233" y="604723"/>
                  </a:lnTo>
                  <a:lnTo>
                    <a:pt x="880656" y="646861"/>
                  </a:lnTo>
                  <a:lnTo>
                    <a:pt x="884847" y="794677"/>
                  </a:lnTo>
                  <a:lnTo>
                    <a:pt x="886371" y="843889"/>
                  </a:lnTo>
                  <a:lnTo>
                    <a:pt x="888149" y="893038"/>
                  </a:lnTo>
                  <a:lnTo>
                    <a:pt x="890295" y="942098"/>
                  </a:lnTo>
                  <a:lnTo>
                    <a:pt x="892898" y="991057"/>
                  </a:lnTo>
                  <a:lnTo>
                    <a:pt x="896099" y="1039901"/>
                  </a:lnTo>
                  <a:lnTo>
                    <a:pt x="899985" y="1088605"/>
                  </a:lnTo>
                  <a:lnTo>
                    <a:pt x="904760" y="1132459"/>
                  </a:lnTo>
                  <a:lnTo>
                    <a:pt x="913104" y="1170749"/>
                  </a:lnTo>
                  <a:lnTo>
                    <a:pt x="953338" y="1226566"/>
                  </a:lnTo>
                  <a:lnTo>
                    <a:pt x="991641" y="1242060"/>
                  </a:lnTo>
                  <a:lnTo>
                    <a:pt x="1046353" y="1247940"/>
                  </a:lnTo>
                  <a:lnTo>
                    <a:pt x="1120686" y="1243164"/>
                  </a:lnTo>
                  <a:lnTo>
                    <a:pt x="1120292" y="1243088"/>
                  </a:lnTo>
                  <a:lnTo>
                    <a:pt x="1160564" y="1242656"/>
                  </a:lnTo>
                  <a:lnTo>
                    <a:pt x="1302004" y="1239989"/>
                  </a:lnTo>
                  <a:lnTo>
                    <a:pt x="1361198" y="1236929"/>
                  </a:lnTo>
                  <a:lnTo>
                    <a:pt x="1407083" y="1229677"/>
                  </a:lnTo>
                  <a:lnTo>
                    <a:pt x="1467243" y="1196657"/>
                  </a:lnTo>
                  <a:lnTo>
                    <a:pt x="1499019" y="1129004"/>
                  </a:lnTo>
                  <a:lnTo>
                    <a:pt x="1509407" y="1078445"/>
                  </a:lnTo>
                  <a:lnTo>
                    <a:pt x="1518907" y="1014755"/>
                  </a:lnTo>
                  <a:lnTo>
                    <a:pt x="1525485" y="964311"/>
                  </a:lnTo>
                  <a:lnTo>
                    <a:pt x="1531353" y="913777"/>
                  </a:lnTo>
                  <a:lnTo>
                    <a:pt x="1536547" y="863193"/>
                  </a:lnTo>
                  <a:lnTo>
                    <a:pt x="1541106" y="812533"/>
                  </a:lnTo>
                  <a:lnTo>
                    <a:pt x="1545069" y="761822"/>
                  </a:lnTo>
                  <a:lnTo>
                    <a:pt x="1548498" y="711047"/>
                  </a:lnTo>
                  <a:lnTo>
                    <a:pt x="1551393" y="660222"/>
                  </a:lnTo>
                  <a:lnTo>
                    <a:pt x="1553464" y="616889"/>
                  </a:lnTo>
                  <a:lnTo>
                    <a:pt x="1575244" y="628269"/>
                  </a:lnTo>
                  <a:lnTo>
                    <a:pt x="1620570" y="651484"/>
                  </a:lnTo>
                  <a:lnTo>
                    <a:pt x="1666087" y="674255"/>
                  </a:lnTo>
                  <a:lnTo>
                    <a:pt x="1711833" y="696569"/>
                  </a:lnTo>
                  <a:lnTo>
                    <a:pt x="1757794" y="718362"/>
                  </a:lnTo>
                  <a:lnTo>
                    <a:pt x="1803996" y="739622"/>
                  </a:lnTo>
                  <a:lnTo>
                    <a:pt x="1850466" y="760298"/>
                  </a:lnTo>
                  <a:lnTo>
                    <a:pt x="1897202" y="780364"/>
                  </a:lnTo>
                  <a:lnTo>
                    <a:pt x="1944230" y="799782"/>
                  </a:lnTo>
                  <a:lnTo>
                    <a:pt x="2004199" y="823239"/>
                  </a:lnTo>
                  <a:lnTo>
                    <a:pt x="2053221" y="839381"/>
                  </a:lnTo>
                  <a:lnTo>
                    <a:pt x="2093607" y="847153"/>
                  </a:lnTo>
                  <a:lnTo>
                    <a:pt x="2127707" y="845515"/>
                  </a:lnTo>
                  <a:lnTo>
                    <a:pt x="2186292" y="809777"/>
                  </a:lnTo>
                  <a:lnTo>
                    <a:pt x="2215426" y="773582"/>
                  </a:lnTo>
                  <a:lnTo>
                    <a:pt x="2247544" y="723785"/>
                  </a:lnTo>
                  <a:lnTo>
                    <a:pt x="2320252" y="602437"/>
                  </a:lnTo>
                  <a:lnTo>
                    <a:pt x="2340673" y="567728"/>
                  </a:lnTo>
                  <a:lnTo>
                    <a:pt x="2340546" y="568083"/>
                  </a:lnTo>
                  <a:lnTo>
                    <a:pt x="2381681" y="505993"/>
                  </a:lnTo>
                  <a:lnTo>
                    <a:pt x="2403818" y="455612"/>
                  </a:lnTo>
                  <a:lnTo>
                    <a:pt x="2409431" y="414667"/>
                  </a:lnTo>
                  <a:close/>
                </a:path>
              </a:pathLst>
            </a:custGeom>
            <a:solidFill>
              <a:srgbClr val="2D8BB9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683509" y="0"/>
              <a:ext cx="81915" cy="753745"/>
            </a:xfrm>
            <a:custGeom>
              <a:avLst/>
              <a:gdLst/>
              <a:ahLst/>
              <a:cxnLst/>
              <a:rect l="l" t="t" r="r" b="b"/>
              <a:pathLst>
                <a:path w="81914" h="753745">
                  <a:moveTo>
                    <a:pt x="16381" y="753217"/>
                  </a:moveTo>
                  <a:lnTo>
                    <a:pt x="5465" y="713397"/>
                  </a:lnTo>
                  <a:lnTo>
                    <a:pt x="3398" y="631246"/>
                  </a:lnTo>
                  <a:lnTo>
                    <a:pt x="2841" y="584066"/>
                  </a:lnTo>
                  <a:lnTo>
                    <a:pt x="1770" y="441867"/>
                  </a:lnTo>
                  <a:lnTo>
                    <a:pt x="701" y="342950"/>
                  </a:lnTo>
                  <a:lnTo>
                    <a:pt x="326" y="291337"/>
                  </a:lnTo>
                  <a:lnTo>
                    <a:pt x="0" y="187968"/>
                  </a:lnTo>
                  <a:lnTo>
                    <a:pt x="74" y="0"/>
                  </a:lnTo>
                  <a:lnTo>
                    <a:pt x="81707" y="0"/>
                  </a:lnTo>
                  <a:lnTo>
                    <a:pt x="81527" y="349386"/>
                  </a:lnTo>
                  <a:lnTo>
                    <a:pt x="80850" y="447508"/>
                  </a:lnTo>
                  <a:lnTo>
                    <a:pt x="80223" y="496455"/>
                  </a:lnTo>
                  <a:lnTo>
                    <a:pt x="79354" y="545304"/>
                  </a:lnTo>
                  <a:lnTo>
                    <a:pt x="78208" y="594037"/>
                  </a:lnTo>
                  <a:lnTo>
                    <a:pt x="76748" y="642638"/>
                  </a:lnTo>
                  <a:lnTo>
                    <a:pt x="74423" y="697630"/>
                  </a:lnTo>
                  <a:lnTo>
                    <a:pt x="63655" y="746090"/>
                  </a:lnTo>
                  <a:lnTo>
                    <a:pt x="34731" y="752484"/>
                  </a:lnTo>
                  <a:lnTo>
                    <a:pt x="16381" y="753217"/>
                  </a:lnTo>
                  <a:close/>
                </a:path>
              </a:pathLst>
            </a:custGeom>
            <a:solidFill>
              <a:srgbClr val="FFFFF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590493" y="61581"/>
              <a:ext cx="2222500" cy="1115060"/>
            </a:xfrm>
            <a:custGeom>
              <a:avLst/>
              <a:gdLst/>
              <a:ahLst/>
              <a:cxnLst/>
              <a:rect l="l" t="t" r="r" b="b"/>
              <a:pathLst>
                <a:path w="2222500" h="1115060">
                  <a:moveTo>
                    <a:pt x="276593" y="667867"/>
                  </a:moveTo>
                  <a:lnTo>
                    <a:pt x="272999" y="660488"/>
                  </a:lnTo>
                  <a:lnTo>
                    <a:pt x="266242" y="658164"/>
                  </a:lnTo>
                  <a:lnTo>
                    <a:pt x="242887" y="641832"/>
                  </a:lnTo>
                  <a:lnTo>
                    <a:pt x="211175" y="608622"/>
                  </a:lnTo>
                  <a:lnTo>
                    <a:pt x="174358" y="563473"/>
                  </a:lnTo>
                  <a:lnTo>
                    <a:pt x="135661" y="511365"/>
                  </a:lnTo>
                  <a:lnTo>
                    <a:pt x="98323" y="457263"/>
                  </a:lnTo>
                  <a:lnTo>
                    <a:pt x="65582" y="406133"/>
                  </a:lnTo>
                  <a:lnTo>
                    <a:pt x="40678" y="362927"/>
                  </a:lnTo>
                  <a:lnTo>
                    <a:pt x="24638" y="325805"/>
                  </a:lnTo>
                  <a:lnTo>
                    <a:pt x="17322" y="322072"/>
                  </a:lnTo>
                  <a:lnTo>
                    <a:pt x="3733" y="326504"/>
                  </a:lnTo>
                  <a:lnTo>
                    <a:pt x="0" y="333806"/>
                  </a:lnTo>
                  <a:lnTo>
                    <a:pt x="2209" y="340601"/>
                  </a:lnTo>
                  <a:lnTo>
                    <a:pt x="35420" y="405917"/>
                  </a:lnTo>
                  <a:lnTo>
                    <a:pt x="63728" y="451688"/>
                  </a:lnTo>
                  <a:lnTo>
                    <a:pt x="96875" y="501408"/>
                  </a:lnTo>
                  <a:lnTo>
                    <a:pt x="132651" y="551434"/>
                  </a:lnTo>
                  <a:lnTo>
                    <a:pt x="168846" y="598195"/>
                  </a:lnTo>
                  <a:lnTo>
                    <a:pt x="203250" y="638048"/>
                  </a:lnTo>
                  <a:lnTo>
                    <a:pt x="233641" y="667410"/>
                  </a:lnTo>
                  <a:lnTo>
                    <a:pt x="260616" y="683374"/>
                  </a:lnTo>
                  <a:lnTo>
                    <a:pt x="262013" y="683374"/>
                  </a:lnTo>
                  <a:lnTo>
                    <a:pt x="267385" y="683374"/>
                  </a:lnTo>
                  <a:lnTo>
                    <a:pt x="272415" y="679996"/>
                  </a:lnTo>
                  <a:lnTo>
                    <a:pt x="276593" y="667867"/>
                  </a:lnTo>
                  <a:close/>
                </a:path>
                <a:path w="2222500" h="1115060">
                  <a:moveTo>
                    <a:pt x="1320228" y="214122"/>
                  </a:moveTo>
                  <a:lnTo>
                    <a:pt x="1306436" y="138760"/>
                  </a:lnTo>
                  <a:lnTo>
                    <a:pt x="1284833" y="98031"/>
                  </a:lnTo>
                  <a:lnTo>
                    <a:pt x="1252715" y="53898"/>
                  </a:lnTo>
                  <a:lnTo>
                    <a:pt x="1209509" y="5346"/>
                  </a:lnTo>
                  <a:lnTo>
                    <a:pt x="1196365" y="0"/>
                  </a:lnTo>
                  <a:lnTo>
                    <a:pt x="1186027" y="9893"/>
                  </a:lnTo>
                  <a:lnTo>
                    <a:pt x="1185862" y="18097"/>
                  </a:lnTo>
                  <a:lnTo>
                    <a:pt x="1190802" y="23253"/>
                  </a:lnTo>
                  <a:lnTo>
                    <a:pt x="1239532" y="78854"/>
                  </a:lnTo>
                  <a:lnTo>
                    <a:pt x="1272387" y="127698"/>
                  </a:lnTo>
                  <a:lnTo>
                    <a:pt x="1290332" y="171627"/>
                  </a:lnTo>
                  <a:lnTo>
                    <a:pt x="1294384" y="212471"/>
                  </a:lnTo>
                  <a:lnTo>
                    <a:pt x="1285951" y="250418"/>
                  </a:lnTo>
                  <a:lnTo>
                    <a:pt x="1265199" y="289026"/>
                  </a:lnTo>
                  <a:lnTo>
                    <a:pt x="1231658" y="328980"/>
                  </a:lnTo>
                  <a:lnTo>
                    <a:pt x="1184846" y="370979"/>
                  </a:lnTo>
                  <a:lnTo>
                    <a:pt x="1139164" y="408076"/>
                  </a:lnTo>
                  <a:lnTo>
                    <a:pt x="1098003" y="444068"/>
                  </a:lnTo>
                  <a:lnTo>
                    <a:pt x="1058100" y="484124"/>
                  </a:lnTo>
                  <a:lnTo>
                    <a:pt x="1024851" y="526478"/>
                  </a:lnTo>
                  <a:lnTo>
                    <a:pt x="1003642" y="569315"/>
                  </a:lnTo>
                  <a:lnTo>
                    <a:pt x="999858" y="610870"/>
                  </a:lnTo>
                  <a:lnTo>
                    <a:pt x="1007529" y="633133"/>
                  </a:lnTo>
                  <a:lnTo>
                    <a:pt x="1045108" y="669048"/>
                  </a:lnTo>
                  <a:lnTo>
                    <a:pt x="1077823" y="683361"/>
                  </a:lnTo>
                  <a:lnTo>
                    <a:pt x="1079284" y="683361"/>
                  </a:lnTo>
                  <a:lnTo>
                    <a:pt x="1084580" y="683361"/>
                  </a:lnTo>
                  <a:lnTo>
                    <a:pt x="1089558" y="680085"/>
                  </a:lnTo>
                  <a:lnTo>
                    <a:pt x="1093901" y="668070"/>
                  </a:lnTo>
                  <a:lnTo>
                    <a:pt x="1090409" y="660654"/>
                  </a:lnTo>
                  <a:lnTo>
                    <a:pt x="1083678" y="658228"/>
                  </a:lnTo>
                  <a:lnTo>
                    <a:pt x="1060284" y="647865"/>
                  </a:lnTo>
                  <a:lnTo>
                    <a:pt x="1042733" y="635774"/>
                  </a:lnTo>
                  <a:lnTo>
                    <a:pt x="1031087" y="622007"/>
                  </a:lnTo>
                  <a:lnTo>
                    <a:pt x="1025398" y="606602"/>
                  </a:lnTo>
                  <a:lnTo>
                    <a:pt x="1030274" y="571334"/>
                  </a:lnTo>
                  <a:lnTo>
                    <a:pt x="1051991" y="532879"/>
                  </a:lnTo>
                  <a:lnTo>
                    <a:pt x="1084821" y="493776"/>
                  </a:lnTo>
                  <a:lnTo>
                    <a:pt x="1123010" y="456590"/>
                  </a:lnTo>
                  <a:lnTo>
                    <a:pt x="1160780" y="423862"/>
                  </a:lnTo>
                  <a:lnTo>
                    <a:pt x="1201115" y="391134"/>
                  </a:lnTo>
                  <a:lnTo>
                    <a:pt x="1251902" y="345274"/>
                  </a:lnTo>
                  <a:lnTo>
                    <a:pt x="1288338" y="301015"/>
                  </a:lnTo>
                  <a:lnTo>
                    <a:pt x="1310944" y="257556"/>
                  </a:lnTo>
                  <a:lnTo>
                    <a:pt x="1320228" y="214122"/>
                  </a:lnTo>
                  <a:close/>
                </a:path>
                <a:path w="2222500" h="1115060">
                  <a:moveTo>
                    <a:pt x="1334617" y="1090561"/>
                  </a:moveTo>
                  <a:lnTo>
                    <a:pt x="1333131" y="1076325"/>
                  </a:lnTo>
                  <a:lnTo>
                    <a:pt x="1326819" y="1071181"/>
                  </a:lnTo>
                  <a:lnTo>
                    <a:pt x="1271993" y="1076515"/>
                  </a:lnTo>
                  <a:lnTo>
                    <a:pt x="1223225" y="1080389"/>
                  </a:lnTo>
                  <a:lnTo>
                    <a:pt x="1173213" y="1083551"/>
                  </a:lnTo>
                  <a:lnTo>
                    <a:pt x="1121841" y="1085989"/>
                  </a:lnTo>
                  <a:lnTo>
                    <a:pt x="1068997" y="1087729"/>
                  </a:lnTo>
                  <a:lnTo>
                    <a:pt x="1014564" y="1088771"/>
                  </a:lnTo>
                  <a:lnTo>
                    <a:pt x="951255" y="1089113"/>
                  </a:lnTo>
                  <a:lnTo>
                    <a:pt x="945451" y="1094905"/>
                  </a:lnTo>
                  <a:lnTo>
                    <a:pt x="945451" y="1109218"/>
                  </a:lnTo>
                  <a:lnTo>
                    <a:pt x="951255" y="1115009"/>
                  </a:lnTo>
                  <a:lnTo>
                    <a:pt x="958405" y="1115009"/>
                  </a:lnTo>
                  <a:lnTo>
                    <a:pt x="1014945" y="1114666"/>
                  </a:lnTo>
                  <a:lnTo>
                    <a:pt x="1069771" y="1113612"/>
                  </a:lnTo>
                  <a:lnTo>
                    <a:pt x="1123010" y="1111859"/>
                  </a:lnTo>
                  <a:lnTo>
                    <a:pt x="1174762" y="1109395"/>
                  </a:lnTo>
                  <a:lnTo>
                    <a:pt x="1225156" y="1106208"/>
                  </a:lnTo>
                  <a:lnTo>
                    <a:pt x="1274318" y="1102309"/>
                  </a:lnTo>
                  <a:lnTo>
                    <a:pt x="1329448" y="1096924"/>
                  </a:lnTo>
                  <a:lnTo>
                    <a:pt x="1334617" y="1090561"/>
                  </a:lnTo>
                  <a:close/>
                </a:path>
                <a:path w="2222500" h="1115060">
                  <a:moveTo>
                    <a:pt x="2222068" y="337464"/>
                  </a:moveTo>
                  <a:lnTo>
                    <a:pt x="2220252" y="329476"/>
                  </a:lnTo>
                  <a:lnTo>
                    <a:pt x="2208174" y="321843"/>
                  </a:lnTo>
                  <a:lnTo>
                    <a:pt x="2200173" y="323634"/>
                  </a:lnTo>
                  <a:lnTo>
                    <a:pt x="2175433" y="368935"/>
                  </a:lnTo>
                  <a:lnTo>
                    <a:pt x="2128786" y="469480"/>
                  </a:lnTo>
                  <a:lnTo>
                    <a:pt x="2104313" y="519696"/>
                  </a:lnTo>
                  <a:lnTo>
                    <a:pt x="2077935" y="568490"/>
                  </a:lnTo>
                  <a:lnTo>
                    <a:pt x="2050859" y="610412"/>
                  </a:lnTo>
                  <a:lnTo>
                    <a:pt x="2024329" y="639965"/>
                  </a:lnTo>
                  <a:lnTo>
                    <a:pt x="1992401" y="652030"/>
                  </a:lnTo>
                  <a:lnTo>
                    <a:pt x="1986864" y="658075"/>
                  </a:lnTo>
                  <a:lnTo>
                    <a:pt x="1987486" y="672185"/>
                  </a:lnTo>
                  <a:lnTo>
                    <a:pt x="1993214" y="677608"/>
                  </a:lnTo>
                  <a:lnTo>
                    <a:pt x="2000110" y="677608"/>
                  </a:lnTo>
                  <a:lnTo>
                    <a:pt x="2057514" y="643648"/>
                  </a:lnTo>
                  <a:lnTo>
                    <a:pt x="2085581" y="606044"/>
                  </a:lnTo>
                  <a:lnTo>
                    <a:pt x="2114004" y="557288"/>
                  </a:lnTo>
                  <a:lnTo>
                    <a:pt x="2143226" y="499325"/>
                  </a:lnTo>
                  <a:lnTo>
                    <a:pt x="2173668" y="434098"/>
                  </a:lnTo>
                  <a:lnTo>
                    <a:pt x="2186546" y="406069"/>
                  </a:lnTo>
                  <a:lnTo>
                    <a:pt x="2198357" y="381000"/>
                  </a:lnTo>
                  <a:lnTo>
                    <a:pt x="2208974" y="359829"/>
                  </a:lnTo>
                  <a:lnTo>
                    <a:pt x="2218258" y="343522"/>
                  </a:lnTo>
                  <a:lnTo>
                    <a:pt x="2222068" y="337464"/>
                  </a:lnTo>
                  <a:close/>
                </a:path>
              </a:pathLst>
            </a:custGeom>
            <a:solidFill>
              <a:srgbClr val="40426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02606" y="2437056"/>
              <a:ext cx="9305924" cy="2047874"/>
            </a:xfrm>
            <a:prstGeom prst="rect">
              <a:avLst/>
            </a:prstGeom>
          </p:spPr>
        </p:pic>
      </p:grpSp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830882" y="5652789"/>
            <a:ext cx="5676900" cy="28860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86655" y="1444751"/>
            <a:ext cx="9049511" cy="57911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2722" rIns="0" bIns="0" rtlCol="0">
            <a:spAutoFit/>
          </a:bodyPr>
          <a:lstStyle/>
          <a:p>
            <a:pPr marL="843280">
              <a:lnSpc>
                <a:spcPct val="100000"/>
              </a:lnSpc>
              <a:spcBef>
                <a:spcPts val="105"/>
              </a:spcBef>
            </a:pPr>
            <a:r>
              <a:rPr sz="4150" spc="380" dirty="0"/>
              <a:t>Average</a:t>
            </a:r>
            <a:r>
              <a:rPr sz="4150" spc="-420" dirty="0"/>
              <a:t> </a:t>
            </a:r>
            <a:r>
              <a:rPr sz="4150" spc="360" dirty="0"/>
              <a:t>Treatment</a:t>
            </a:r>
            <a:r>
              <a:rPr sz="4150" spc="-420" dirty="0"/>
              <a:t> </a:t>
            </a:r>
            <a:r>
              <a:rPr sz="4150" spc="405" dirty="0"/>
              <a:t>cost</a:t>
            </a:r>
            <a:r>
              <a:rPr sz="4150" spc="-420" dirty="0"/>
              <a:t> </a:t>
            </a:r>
            <a:r>
              <a:rPr sz="4150" spc="385" dirty="0"/>
              <a:t>per</a:t>
            </a:r>
            <a:r>
              <a:rPr sz="4150" spc="-420" dirty="0"/>
              <a:t> </a:t>
            </a:r>
            <a:r>
              <a:rPr sz="4150" spc="330" dirty="0"/>
              <a:t>visit</a:t>
            </a:r>
            <a:endParaRPr sz="4150"/>
          </a:p>
        </p:txBody>
      </p:sp>
      <p:grpSp>
        <p:nvGrpSpPr>
          <p:cNvPr id="4" name="object 4"/>
          <p:cNvGrpSpPr/>
          <p:nvPr/>
        </p:nvGrpSpPr>
        <p:grpSpPr>
          <a:xfrm>
            <a:off x="0" y="5438967"/>
            <a:ext cx="3660775" cy="4848225"/>
            <a:chOff x="0" y="5438967"/>
            <a:chExt cx="3660775" cy="4848225"/>
          </a:xfrm>
        </p:grpSpPr>
        <p:sp>
          <p:nvSpPr>
            <p:cNvPr id="5" name="object 5"/>
            <p:cNvSpPr/>
            <p:nvPr/>
          </p:nvSpPr>
          <p:spPr>
            <a:xfrm>
              <a:off x="0" y="6003872"/>
              <a:ext cx="3630295" cy="4283710"/>
            </a:xfrm>
            <a:custGeom>
              <a:avLst/>
              <a:gdLst/>
              <a:ahLst/>
              <a:cxnLst/>
              <a:rect l="l" t="t" r="r" b="b"/>
              <a:pathLst>
                <a:path w="3630295" h="4283709">
                  <a:moveTo>
                    <a:pt x="3629788" y="4283126"/>
                  </a:moveTo>
                  <a:lnTo>
                    <a:pt x="0" y="4283126"/>
                  </a:lnTo>
                  <a:lnTo>
                    <a:pt x="0" y="353539"/>
                  </a:lnTo>
                  <a:lnTo>
                    <a:pt x="47262" y="341210"/>
                  </a:lnTo>
                  <a:lnTo>
                    <a:pt x="105771" y="326258"/>
                  </a:lnTo>
                  <a:lnTo>
                    <a:pt x="161887" y="312155"/>
                  </a:lnTo>
                  <a:lnTo>
                    <a:pt x="281878" y="282700"/>
                  </a:lnTo>
                  <a:lnTo>
                    <a:pt x="544046" y="221884"/>
                  </a:lnTo>
                  <a:lnTo>
                    <a:pt x="801063" y="166979"/>
                  </a:lnTo>
                  <a:lnTo>
                    <a:pt x="991870" y="129461"/>
                  </a:lnTo>
                  <a:lnTo>
                    <a:pt x="1178937" y="95666"/>
                  </a:lnTo>
                  <a:lnTo>
                    <a:pt x="1360403" y="66124"/>
                  </a:lnTo>
                  <a:lnTo>
                    <a:pt x="1477351" y="49052"/>
                  </a:lnTo>
                  <a:lnTo>
                    <a:pt x="1590433" y="34261"/>
                  </a:lnTo>
                  <a:lnTo>
                    <a:pt x="1699098" y="21908"/>
                  </a:lnTo>
                  <a:lnTo>
                    <a:pt x="1751603" y="16694"/>
                  </a:lnTo>
                  <a:lnTo>
                    <a:pt x="1802796" y="12149"/>
                  </a:lnTo>
                  <a:lnTo>
                    <a:pt x="1852610" y="8291"/>
                  </a:lnTo>
                  <a:lnTo>
                    <a:pt x="1900975" y="5140"/>
                  </a:lnTo>
                  <a:lnTo>
                    <a:pt x="1947823" y="2716"/>
                  </a:lnTo>
                  <a:lnTo>
                    <a:pt x="1993085" y="1038"/>
                  </a:lnTo>
                  <a:lnTo>
                    <a:pt x="2036692" y="126"/>
                  </a:lnTo>
                  <a:lnTo>
                    <a:pt x="2078575" y="0"/>
                  </a:lnTo>
                  <a:lnTo>
                    <a:pt x="2118665" y="678"/>
                  </a:lnTo>
                  <a:lnTo>
                    <a:pt x="2156894" y="2181"/>
                  </a:lnTo>
                  <a:lnTo>
                    <a:pt x="2227491" y="7739"/>
                  </a:lnTo>
                  <a:lnTo>
                    <a:pt x="2289815" y="16830"/>
                  </a:lnTo>
                  <a:lnTo>
                    <a:pt x="2343316" y="29610"/>
                  </a:lnTo>
                  <a:lnTo>
                    <a:pt x="2387443" y="46236"/>
                  </a:lnTo>
                  <a:lnTo>
                    <a:pt x="2421644" y="66864"/>
                  </a:lnTo>
                  <a:lnTo>
                    <a:pt x="2464870" y="121129"/>
                  </a:lnTo>
                  <a:lnTo>
                    <a:pt x="2503724" y="184666"/>
                  </a:lnTo>
                  <a:lnTo>
                    <a:pt x="2523073" y="218653"/>
                  </a:lnTo>
                  <a:lnTo>
                    <a:pt x="2542367" y="254070"/>
                  </a:lnTo>
                  <a:lnTo>
                    <a:pt x="2561604" y="290881"/>
                  </a:lnTo>
                  <a:lnTo>
                    <a:pt x="2580780" y="329050"/>
                  </a:lnTo>
                  <a:lnTo>
                    <a:pt x="2599892" y="368540"/>
                  </a:lnTo>
                  <a:lnTo>
                    <a:pt x="2618939" y="409316"/>
                  </a:lnTo>
                  <a:lnTo>
                    <a:pt x="2637918" y="451341"/>
                  </a:lnTo>
                  <a:lnTo>
                    <a:pt x="2656825" y="494579"/>
                  </a:lnTo>
                  <a:lnTo>
                    <a:pt x="2675659" y="538993"/>
                  </a:lnTo>
                  <a:lnTo>
                    <a:pt x="2694417" y="584547"/>
                  </a:lnTo>
                  <a:lnTo>
                    <a:pt x="2713096" y="631206"/>
                  </a:lnTo>
                  <a:lnTo>
                    <a:pt x="2731693" y="678932"/>
                  </a:lnTo>
                  <a:lnTo>
                    <a:pt x="2750206" y="727690"/>
                  </a:lnTo>
                  <a:lnTo>
                    <a:pt x="2768633" y="777443"/>
                  </a:lnTo>
                  <a:lnTo>
                    <a:pt x="2786970" y="828154"/>
                  </a:lnTo>
                  <a:lnTo>
                    <a:pt x="2805215" y="879789"/>
                  </a:lnTo>
                  <a:lnTo>
                    <a:pt x="2823365" y="932310"/>
                  </a:lnTo>
                  <a:lnTo>
                    <a:pt x="2841418" y="985681"/>
                  </a:lnTo>
                  <a:lnTo>
                    <a:pt x="2859371" y="1039866"/>
                  </a:lnTo>
                  <a:lnTo>
                    <a:pt x="2877222" y="1094829"/>
                  </a:lnTo>
                  <a:lnTo>
                    <a:pt x="2894967" y="1150533"/>
                  </a:lnTo>
                  <a:lnTo>
                    <a:pt x="2912605" y="1206943"/>
                  </a:lnTo>
                  <a:lnTo>
                    <a:pt x="2930132" y="1264021"/>
                  </a:lnTo>
                  <a:lnTo>
                    <a:pt x="2947546" y="1321732"/>
                  </a:lnTo>
                  <a:lnTo>
                    <a:pt x="2964844" y="1380039"/>
                  </a:lnTo>
                  <a:lnTo>
                    <a:pt x="2982024" y="1438906"/>
                  </a:lnTo>
                  <a:lnTo>
                    <a:pt x="2999084" y="1498297"/>
                  </a:lnTo>
                  <a:lnTo>
                    <a:pt x="3016019" y="1558176"/>
                  </a:lnTo>
                  <a:lnTo>
                    <a:pt x="3032829" y="1618505"/>
                  </a:lnTo>
                  <a:lnTo>
                    <a:pt x="3049509" y="1679250"/>
                  </a:lnTo>
                  <a:lnTo>
                    <a:pt x="3066058" y="1740374"/>
                  </a:lnTo>
                  <a:lnTo>
                    <a:pt x="3082473" y="1801840"/>
                  </a:lnTo>
                  <a:lnTo>
                    <a:pt x="3098752" y="1863613"/>
                  </a:lnTo>
                  <a:lnTo>
                    <a:pt x="3114891" y="1925655"/>
                  </a:lnTo>
                  <a:lnTo>
                    <a:pt x="3130888" y="1987932"/>
                  </a:lnTo>
                  <a:lnTo>
                    <a:pt x="3162445" y="2113040"/>
                  </a:lnTo>
                  <a:lnTo>
                    <a:pt x="3178001" y="2175800"/>
                  </a:lnTo>
                  <a:lnTo>
                    <a:pt x="3193404" y="2238649"/>
                  </a:lnTo>
                  <a:lnTo>
                    <a:pt x="3208652" y="2301550"/>
                  </a:lnTo>
                  <a:lnTo>
                    <a:pt x="3223742" y="2364467"/>
                  </a:lnTo>
                  <a:lnTo>
                    <a:pt x="3238671" y="2427364"/>
                  </a:lnTo>
                  <a:lnTo>
                    <a:pt x="3253438" y="2490204"/>
                  </a:lnTo>
                  <a:lnTo>
                    <a:pt x="3268039" y="2552953"/>
                  </a:lnTo>
                  <a:lnTo>
                    <a:pt x="3282472" y="2615572"/>
                  </a:lnTo>
                  <a:lnTo>
                    <a:pt x="3296734" y="2678026"/>
                  </a:lnTo>
                  <a:lnTo>
                    <a:pt x="3310822" y="2740278"/>
                  </a:lnTo>
                  <a:lnTo>
                    <a:pt x="3324735" y="2802293"/>
                  </a:lnTo>
                  <a:lnTo>
                    <a:pt x="3338468" y="2864034"/>
                  </a:lnTo>
                  <a:lnTo>
                    <a:pt x="3352020" y="2925465"/>
                  </a:lnTo>
                  <a:lnTo>
                    <a:pt x="3365389" y="2986550"/>
                  </a:lnTo>
                  <a:lnTo>
                    <a:pt x="3378570" y="3047251"/>
                  </a:lnTo>
                  <a:lnTo>
                    <a:pt x="3391562" y="3107534"/>
                  </a:lnTo>
                  <a:lnTo>
                    <a:pt x="3404363" y="3167362"/>
                  </a:lnTo>
                  <a:lnTo>
                    <a:pt x="3416969" y="3226698"/>
                  </a:lnTo>
                  <a:lnTo>
                    <a:pt x="3429377" y="3285506"/>
                  </a:lnTo>
                  <a:lnTo>
                    <a:pt x="3441586" y="3343750"/>
                  </a:lnTo>
                  <a:lnTo>
                    <a:pt x="3453593" y="3401394"/>
                  </a:lnTo>
                  <a:lnTo>
                    <a:pt x="3465394" y="3458402"/>
                  </a:lnTo>
                  <a:lnTo>
                    <a:pt x="3476988" y="3514736"/>
                  </a:lnTo>
                  <a:lnTo>
                    <a:pt x="3488371" y="3570362"/>
                  </a:lnTo>
                  <a:lnTo>
                    <a:pt x="3499542" y="3625242"/>
                  </a:lnTo>
                  <a:lnTo>
                    <a:pt x="3510497" y="3679341"/>
                  </a:lnTo>
                  <a:lnTo>
                    <a:pt x="3521234" y="3732621"/>
                  </a:lnTo>
                  <a:lnTo>
                    <a:pt x="3531750" y="3785048"/>
                  </a:lnTo>
                  <a:lnTo>
                    <a:pt x="3542042" y="3836585"/>
                  </a:lnTo>
                  <a:lnTo>
                    <a:pt x="3552109" y="3887194"/>
                  </a:lnTo>
                  <a:lnTo>
                    <a:pt x="3561946" y="3936841"/>
                  </a:lnTo>
                  <a:lnTo>
                    <a:pt x="3571553" y="3985489"/>
                  </a:lnTo>
                  <a:lnTo>
                    <a:pt x="3580925" y="4033101"/>
                  </a:lnTo>
                  <a:lnTo>
                    <a:pt x="3590061" y="4079641"/>
                  </a:lnTo>
                  <a:lnTo>
                    <a:pt x="3607613" y="4169363"/>
                  </a:lnTo>
                  <a:lnTo>
                    <a:pt x="3629788" y="4283126"/>
                  </a:lnTo>
                  <a:close/>
                </a:path>
              </a:pathLst>
            </a:custGeom>
            <a:solidFill>
              <a:srgbClr val="2D8B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57844" y="5973592"/>
              <a:ext cx="1703070" cy="4313555"/>
            </a:xfrm>
            <a:custGeom>
              <a:avLst/>
              <a:gdLst/>
              <a:ahLst/>
              <a:cxnLst/>
              <a:rect l="l" t="t" r="r" b="b"/>
              <a:pathLst>
                <a:path w="1703070" h="4313555">
                  <a:moveTo>
                    <a:pt x="1702737" y="4313406"/>
                  </a:moveTo>
                  <a:lnTo>
                    <a:pt x="1641159" y="4313406"/>
                  </a:lnTo>
                  <a:lnTo>
                    <a:pt x="1520026" y="3700885"/>
                  </a:lnTo>
                  <a:lnTo>
                    <a:pt x="1446328" y="3343110"/>
                  </a:lnTo>
                  <a:lnTo>
                    <a:pt x="1376573" y="3017096"/>
                  </a:lnTo>
                  <a:lnTo>
                    <a:pt x="1314146" y="2736361"/>
                  </a:lnTo>
                  <a:lnTo>
                    <a:pt x="1261576" y="2508344"/>
                  </a:lnTo>
                  <a:lnTo>
                    <a:pt x="1206815" y="2279208"/>
                  </a:lnTo>
                  <a:lnTo>
                    <a:pt x="1164386" y="2107691"/>
                  </a:lnTo>
                  <a:lnTo>
                    <a:pt x="1120855" y="1937295"/>
                  </a:lnTo>
                  <a:lnTo>
                    <a:pt x="1076278" y="1768770"/>
                  </a:lnTo>
                  <a:lnTo>
                    <a:pt x="1030712" y="1602866"/>
                  </a:lnTo>
                  <a:lnTo>
                    <a:pt x="999813" y="1494091"/>
                  </a:lnTo>
                  <a:lnTo>
                    <a:pt x="968515" y="1387037"/>
                  </a:lnTo>
                  <a:lnTo>
                    <a:pt x="936835" y="1281926"/>
                  </a:lnTo>
                  <a:lnTo>
                    <a:pt x="904791" y="1178981"/>
                  </a:lnTo>
                  <a:lnTo>
                    <a:pt x="872397" y="1078423"/>
                  </a:lnTo>
                  <a:lnTo>
                    <a:pt x="839673" y="980476"/>
                  </a:lnTo>
                  <a:lnTo>
                    <a:pt x="806632" y="885362"/>
                  </a:lnTo>
                  <a:lnTo>
                    <a:pt x="773294" y="793302"/>
                  </a:lnTo>
                  <a:lnTo>
                    <a:pt x="739673" y="704520"/>
                  </a:lnTo>
                  <a:lnTo>
                    <a:pt x="705787" y="619237"/>
                  </a:lnTo>
                  <a:lnTo>
                    <a:pt x="688750" y="577978"/>
                  </a:lnTo>
                  <a:lnTo>
                    <a:pt x="671652" y="537677"/>
                  </a:lnTo>
                  <a:lnTo>
                    <a:pt x="654497" y="498362"/>
                  </a:lnTo>
                  <a:lnTo>
                    <a:pt x="637285" y="460060"/>
                  </a:lnTo>
                  <a:lnTo>
                    <a:pt x="620020" y="422801"/>
                  </a:lnTo>
                  <a:lnTo>
                    <a:pt x="602703" y="386611"/>
                  </a:lnTo>
                  <a:lnTo>
                    <a:pt x="585336" y="351518"/>
                  </a:lnTo>
                  <a:lnTo>
                    <a:pt x="567922" y="317550"/>
                  </a:lnTo>
                  <a:lnTo>
                    <a:pt x="532958" y="253101"/>
                  </a:lnTo>
                  <a:lnTo>
                    <a:pt x="497829" y="193485"/>
                  </a:lnTo>
                  <a:lnTo>
                    <a:pt x="462551" y="138925"/>
                  </a:lnTo>
                  <a:lnTo>
                    <a:pt x="412428" y="101934"/>
                  </a:lnTo>
                  <a:lnTo>
                    <a:pt x="336479" y="78849"/>
                  </a:lnTo>
                  <a:lnTo>
                    <a:pt x="281463" y="69880"/>
                  </a:lnTo>
                  <a:lnTo>
                    <a:pt x="213186" y="63560"/>
                  </a:lnTo>
                  <a:lnTo>
                    <a:pt x="130220" y="60590"/>
                  </a:lnTo>
                  <a:lnTo>
                    <a:pt x="31139" y="61669"/>
                  </a:lnTo>
                  <a:lnTo>
                    <a:pt x="19312" y="59660"/>
                  </a:lnTo>
                  <a:lnTo>
                    <a:pt x="9511" y="53486"/>
                  </a:lnTo>
                  <a:lnTo>
                    <a:pt x="2739" y="44086"/>
                  </a:lnTo>
                  <a:lnTo>
                    <a:pt x="0" y="32397"/>
                  </a:lnTo>
                  <a:lnTo>
                    <a:pt x="2000" y="20572"/>
                  </a:lnTo>
                  <a:lnTo>
                    <a:pt x="8160" y="10775"/>
                  </a:lnTo>
                  <a:lnTo>
                    <a:pt x="17558" y="4004"/>
                  </a:lnTo>
                  <a:lnTo>
                    <a:pt x="29271" y="1258"/>
                  </a:lnTo>
                  <a:lnTo>
                    <a:pt x="107468" y="0"/>
                  </a:lnTo>
                  <a:lnTo>
                    <a:pt x="178882" y="1293"/>
                  </a:lnTo>
                  <a:lnTo>
                    <a:pt x="243567" y="5151"/>
                  </a:lnTo>
                  <a:lnTo>
                    <a:pt x="301579" y="11584"/>
                  </a:lnTo>
                  <a:lnTo>
                    <a:pt x="352972" y="20605"/>
                  </a:lnTo>
                  <a:lnTo>
                    <a:pt x="397799" y="32225"/>
                  </a:lnTo>
                  <a:lnTo>
                    <a:pt x="436115" y="46455"/>
                  </a:lnTo>
                  <a:lnTo>
                    <a:pt x="493431" y="82794"/>
                  </a:lnTo>
                  <a:lnTo>
                    <a:pt x="530232" y="131599"/>
                  </a:lnTo>
                  <a:lnTo>
                    <a:pt x="565497" y="188703"/>
                  </a:lnTo>
                  <a:lnTo>
                    <a:pt x="600594" y="250638"/>
                  </a:lnTo>
                  <a:lnTo>
                    <a:pt x="635505" y="317189"/>
                  </a:lnTo>
                  <a:lnTo>
                    <a:pt x="652886" y="352128"/>
                  </a:lnTo>
                  <a:lnTo>
                    <a:pt x="670215" y="388141"/>
                  </a:lnTo>
                  <a:lnTo>
                    <a:pt x="687490" y="425200"/>
                  </a:lnTo>
                  <a:lnTo>
                    <a:pt x="704709" y="463279"/>
                  </a:lnTo>
                  <a:lnTo>
                    <a:pt x="721869" y="502351"/>
                  </a:lnTo>
                  <a:lnTo>
                    <a:pt x="738970" y="542388"/>
                  </a:lnTo>
                  <a:lnTo>
                    <a:pt x="756008" y="583364"/>
                  </a:lnTo>
                  <a:lnTo>
                    <a:pt x="789891" y="668026"/>
                  </a:lnTo>
                  <a:lnTo>
                    <a:pt x="823502" y="756122"/>
                  </a:lnTo>
                  <a:lnTo>
                    <a:pt x="856825" y="847435"/>
                  </a:lnTo>
                  <a:lnTo>
                    <a:pt x="889845" y="941751"/>
                  </a:lnTo>
                  <a:lnTo>
                    <a:pt x="922546" y="1038856"/>
                  </a:lnTo>
                  <a:lnTo>
                    <a:pt x="954912" y="1138533"/>
                  </a:lnTo>
                  <a:lnTo>
                    <a:pt x="986928" y="1240568"/>
                  </a:lnTo>
                  <a:lnTo>
                    <a:pt x="1018577" y="1344746"/>
                  </a:lnTo>
                  <a:lnTo>
                    <a:pt x="1049844" y="1450852"/>
                  </a:lnTo>
                  <a:lnTo>
                    <a:pt x="1080713" y="1558671"/>
                  </a:lnTo>
                  <a:lnTo>
                    <a:pt x="1126236" y="1723140"/>
                  </a:lnTo>
                  <a:lnTo>
                    <a:pt x="1170776" y="1890252"/>
                  </a:lnTo>
                  <a:lnTo>
                    <a:pt x="1214278" y="2059283"/>
                  </a:lnTo>
                  <a:lnTo>
                    <a:pt x="1256691" y="2229506"/>
                  </a:lnTo>
                  <a:lnTo>
                    <a:pt x="1311453" y="2457070"/>
                  </a:lnTo>
                  <a:lnTo>
                    <a:pt x="1364056" y="2683742"/>
                  </a:lnTo>
                  <a:lnTo>
                    <a:pt x="1426584" y="2963208"/>
                  </a:lnTo>
                  <a:lnTo>
                    <a:pt x="1496558" y="3288449"/>
                  </a:lnTo>
                  <a:lnTo>
                    <a:pt x="1590286" y="3743516"/>
                  </a:lnTo>
                  <a:lnTo>
                    <a:pt x="1702737" y="4313406"/>
                  </a:lnTo>
                  <a:close/>
                </a:path>
              </a:pathLst>
            </a:custGeom>
            <a:solidFill>
              <a:srgbClr val="4042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6319102"/>
              <a:ext cx="3241040" cy="3968115"/>
            </a:xfrm>
            <a:custGeom>
              <a:avLst/>
              <a:gdLst/>
              <a:ahLst/>
              <a:cxnLst/>
              <a:rect l="l" t="t" r="r" b="b"/>
              <a:pathLst>
                <a:path w="3241040" h="3968115">
                  <a:moveTo>
                    <a:pt x="3240828" y="3967896"/>
                  </a:moveTo>
                  <a:lnTo>
                    <a:pt x="0" y="3967896"/>
                  </a:lnTo>
                  <a:lnTo>
                    <a:pt x="0" y="318795"/>
                  </a:lnTo>
                  <a:lnTo>
                    <a:pt x="175045" y="271646"/>
                  </a:lnTo>
                  <a:lnTo>
                    <a:pt x="232924" y="256774"/>
                  </a:lnTo>
                  <a:lnTo>
                    <a:pt x="288629" y="242775"/>
                  </a:lnTo>
                  <a:lnTo>
                    <a:pt x="476369" y="197684"/>
                  </a:lnTo>
                  <a:lnTo>
                    <a:pt x="537454" y="183727"/>
                  </a:lnTo>
                  <a:lnTo>
                    <a:pt x="537902" y="183614"/>
                  </a:lnTo>
                  <a:lnTo>
                    <a:pt x="730079" y="141991"/>
                  </a:lnTo>
                  <a:lnTo>
                    <a:pt x="919467" y="104530"/>
                  </a:lnTo>
                  <a:lnTo>
                    <a:pt x="1043827" y="82031"/>
                  </a:lnTo>
                  <a:lnTo>
                    <a:pt x="1165750" y="61775"/>
                  </a:lnTo>
                  <a:lnTo>
                    <a:pt x="1284452" y="43989"/>
                  </a:lnTo>
                  <a:lnTo>
                    <a:pt x="1399146" y="28898"/>
                  </a:lnTo>
                  <a:lnTo>
                    <a:pt x="1454744" y="22433"/>
                  </a:lnTo>
                  <a:lnTo>
                    <a:pt x="1509046" y="16727"/>
                  </a:lnTo>
                  <a:lnTo>
                    <a:pt x="1561953" y="11808"/>
                  </a:lnTo>
                  <a:lnTo>
                    <a:pt x="1613367" y="7704"/>
                  </a:lnTo>
                  <a:lnTo>
                    <a:pt x="1663190" y="4442"/>
                  </a:lnTo>
                  <a:lnTo>
                    <a:pt x="1711324" y="2053"/>
                  </a:lnTo>
                  <a:lnTo>
                    <a:pt x="1757670" y="562"/>
                  </a:lnTo>
                  <a:lnTo>
                    <a:pt x="1802130" y="0"/>
                  </a:lnTo>
                  <a:lnTo>
                    <a:pt x="1844606" y="393"/>
                  </a:lnTo>
                  <a:lnTo>
                    <a:pt x="1884999" y="1771"/>
                  </a:lnTo>
                  <a:lnTo>
                    <a:pt x="1923212" y="4161"/>
                  </a:lnTo>
                  <a:lnTo>
                    <a:pt x="1992704" y="12091"/>
                  </a:lnTo>
                  <a:lnTo>
                    <a:pt x="2052295" y="24410"/>
                  </a:lnTo>
                  <a:lnTo>
                    <a:pt x="2101199" y="41343"/>
                  </a:lnTo>
                  <a:lnTo>
                    <a:pt x="2138631" y="63116"/>
                  </a:lnTo>
                  <a:lnTo>
                    <a:pt x="2182371" y="119923"/>
                  </a:lnTo>
                  <a:lnTo>
                    <a:pt x="2219463" y="184940"/>
                  </a:lnTo>
                  <a:lnTo>
                    <a:pt x="2237980" y="219899"/>
                  </a:lnTo>
                  <a:lnTo>
                    <a:pt x="2256473" y="256433"/>
                  </a:lnTo>
                  <a:lnTo>
                    <a:pt x="2274938" y="294495"/>
                  </a:lnTo>
                  <a:lnTo>
                    <a:pt x="2293371" y="334040"/>
                  </a:lnTo>
                  <a:lnTo>
                    <a:pt x="2311767" y="375025"/>
                  </a:lnTo>
                  <a:lnTo>
                    <a:pt x="2330123" y="417402"/>
                  </a:lnTo>
                  <a:lnTo>
                    <a:pt x="2348435" y="461128"/>
                  </a:lnTo>
                  <a:lnTo>
                    <a:pt x="2366699" y="506157"/>
                  </a:lnTo>
                  <a:lnTo>
                    <a:pt x="2384911" y="552444"/>
                  </a:lnTo>
                  <a:lnTo>
                    <a:pt x="2403067" y="599944"/>
                  </a:lnTo>
                  <a:lnTo>
                    <a:pt x="2421163" y="648612"/>
                  </a:lnTo>
                  <a:lnTo>
                    <a:pt x="2439195" y="698403"/>
                  </a:lnTo>
                  <a:lnTo>
                    <a:pt x="2457159" y="749271"/>
                  </a:lnTo>
                  <a:lnTo>
                    <a:pt x="2475051" y="801171"/>
                  </a:lnTo>
                  <a:lnTo>
                    <a:pt x="2492867" y="854059"/>
                  </a:lnTo>
                  <a:lnTo>
                    <a:pt x="2510604" y="907889"/>
                  </a:lnTo>
                  <a:lnTo>
                    <a:pt x="2528256" y="962616"/>
                  </a:lnTo>
                  <a:lnTo>
                    <a:pt x="2545821" y="1018195"/>
                  </a:lnTo>
                  <a:lnTo>
                    <a:pt x="2563294" y="1074581"/>
                  </a:lnTo>
                  <a:lnTo>
                    <a:pt x="2580672" y="1131729"/>
                  </a:lnTo>
                  <a:lnTo>
                    <a:pt x="2597950" y="1189593"/>
                  </a:lnTo>
                  <a:lnTo>
                    <a:pt x="2615124" y="1248129"/>
                  </a:lnTo>
                  <a:lnTo>
                    <a:pt x="2632191" y="1307291"/>
                  </a:lnTo>
                  <a:lnTo>
                    <a:pt x="2649146" y="1367034"/>
                  </a:lnTo>
                  <a:lnTo>
                    <a:pt x="2665985" y="1427314"/>
                  </a:lnTo>
                  <a:lnTo>
                    <a:pt x="2682705" y="1488084"/>
                  </a:lnTo>
                  <a:lnTo>
                    <a:pt x="2699302" y="1549300"/>
                  </a:lnTo>
                  <a:lnTo>
                    <a:pt x="2715771" y="1610918"/>
                  </a:lnTo>
                  <a:lnTo>
                    <a:pt x="2732109" y="1672890"/>
                  </a:lnTo>
                  <a:lnTo>
                    <a:pt x="2748311" y="1735174"/>
                  </a:lnTo>
                  <a:lnTo>
                    <a:pt x="2764375" y="1797723"/>
                  </a:lnTo>
                  <a:lnTo>
                    <a:pt x="2796067" y="1923436"/>
                  </a:lnTo>
                  <a:lnTo>
                    <a:pt x="2811688" y="1986510"/>
                  </a:lnTo>
                  <a:lnTo>
                    <a:pt x="2827155" y="2049670"/>
                  </a:lnTo>
                  <a:lnTo>
                    <a:pt x="2842462" y="2112869"/>
                  </a:lnTo>
                  <a:lnTo>
                    <a:pt x="2857606" y="2176062"/>
                  </a:lnTo>
                  <a:lnTo>
                    <a:pt x="2872582" y="2239206"/>
                  </a:lnTo>
                  <a:lnTo>
                    <a:pt x="2887388" y="2302254"/>
                  </a:lnTo>
                  <a:lnTo>
                    <a:pt x="2902019" y="2365161"/>
                  </a:lnTo>
                  <a:lnTo>
                    <a:pt x="2916471" y="2427882"/>
                  </a:lnTo>
                  <a:lnTo>
                    <a:pt x="2930740" y="2490373"/>
                  </a:lnTo>
                  <a:lnTo>
                    <a:pt x="2944822" y="2552587"/>
                  </a:lnTo>
                  <a:lnTo>
                    <a:pt x="2958713" y="2614481"/>
                  </a:lnTo>
                  <a:lnTo>
                    <a:pt x="2972409" y="2676008"/>
                  </a:lnTo>
                  <a:lnTo>
                    <a:pt x="2985906" y="2737124"/>
                  </a:lnTo>
                  <a:lnTo>
                    <a:pt x="2999201" y="2797783"/>
                  </a:lnTo>
                  <a:lnTo>
                    <a:pt x="3012289" y="2857941"/>
                  </a:lnTo>
                  <a:lnTo>
                    <a:pt x="3025166" y="2917552"/>
                  </a:lnTo>
                  <a:lnTo>
                    <a:pt x="3037828" y="2976571"/>
                  </a:lnTo>
                  <a:lnTo>
                    <a:pt x="3050272" y="3034953"/>
                  </a:lnTo>
                  <a:lnTo>
                    <a:pt x="3062493" y="3092653"/>
                  </a:lnTo>
                  <a:lnTo>
                    <a:pt x="3074488" y="3149626"/>
                  </a:lnTo>
                  <a:lnTo>
                    <a:pt x="3086252" y="3205827"/>
                  </a:lnTo>
                  <a:lnTo>
                    <a:pt x="3097781" y="3261210"/>
                  </a:lnTo>
                  <a:lnTo>
                    <a:pt x="3109072" y="3315731"/>
                  </a:lnTo>
                  <a:lnTo>
                    <a:pt x="3120121" y="3369344"/>
                  </a:lnTo>
                  <a:lnTo>
                    <a:pt x="3130923" y="3422004"/>
                  </a:lnTo>
                  <a:lnTo>
                    <a:pt x="3141475" y="3473666"/>
                  </a:lnTo>
                  <a:lnTo>
                    <a:pt x="3151773" y="3524286"/>
                  </a:lnTo>
                  <a:lnTo>
                    <a:pt x="3161812" y="3573817"/>
                  </a:lnTo>
                  <a:lnTo>
                    <a:pt x="3171589" y="3622215"/>
                  </a:lnTo>
                  <a:lnTo>
                    <a:pt x="3181099" y="3669434"/>
                  </a:lnTo>
                  <a:lnTo>
                    <a:pt x="3199306" y="3760157"/>
                  </a:lnTo>
                  <a:lnTo>
                    <a:pt x="3240828" y="39678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7161123"/>
              <a:ext cx="2900045" cy="3126105"/>
            </a:xfrm>
            <a:custGeom>
              <a:avLst/>
              <a:gdLst/>
              <a:ahLst/>
              <a:cxnLst/>
              <a:rect l="l" t="t" r="r" b="b"/>
              <a:pathLst>
                <a:path w="2900045" h="3126104">
                  <a:moveTo>
                    <a:pt x="470382" y="845515"/>
                  </a:moveTo>
                  <a:lnTo>
                    <a:pt x="465086" y="798969"/>
                  </a:lnTo>
                  <a:lnTo>
                    <a:pt x="452843" y="744613"/>
                  </a:lnTo>
                  <a:lnTo>
                    <a:pt x="436130" y="687400"/>
                  </a:lnTo>
                  <a:lnTo>
                    <a:pt x="417423" y="632269"/>
                  </a:lnTo>
                  <a:lnTo>
                    <a:pt x="399173" y="584149"/>
                  </a:lnTo>
                  <a:lnTo>
                    <a:pt x="383857" y="547979"/>
                  </a:lnTo>
                  <a:lnTo>
                    <a:pt x="366788" y="541147"/>
                  </a:lnTo>
                  <a:lnTo>
                    <a:pt x="332066" y="545769"/>
                  </a:lnTo>
                  <a:lnTo>
                    <a:pt x="285546" y="558190"/>
                  </a:lnTo>
                  <a:lnTo>
                    <a:pt x="180568" y="591667"/>
                  </a:lnTo>
                  <a:lnTo>
                    <a:pt x="152768" y="599821"/>
                  </a:lnTo>
                  <a:lnTo>
                    <a:pt x="130098" y="527088"/>
                  </a:lnTo>
                  <a:lnTo>
                    <a:pt x="114058" y="472249"/>
                  </a:lnTo>
                  <a:lnTo>
                    <a:pt x="97409" y="417715"/>
                  </a:lnTo>
                  <a:lnTo>
                    <a:pt x="78701" y="364058"/>
                  </a:lnTo>
                  <a:lnTo>
                    <a:pt x="66459" y="338010"/>
                  </a:lnTo>
                  <a:lnTo>
                    <a:pt x="46736" y="321551"/>
                  </a:lnTo>
                  <a:lnTo>
                    <a:pt x="11315" y="318935"/>
                  </a:lnTo>
                  <a:lnTo>
                    <a:pt x="0" y="321881"/>
                  </a:lnTo>
                  <a:lnTo>
                    <a:pt x="0" y="638721"/>
                  </a:lnTo>
                  <a:lnTo>
                    <a:pt x="0" y="1015377"/>
                  </a:lnTo>
                  <a:lnTo>
                    <a:pt x="0" y="1311668"/>
                  </a:lnTo>
                  <a:lnTo>
                    <a:pt x="11798" y="1313624"/>
                  </a:lnTo>
                  <a:lnTo>
                    <a:pt x="58547" y="1309128"/>
                  </a:lnTo>
                  <a:lnTo>
                    <a:pt x="112941" y="1297076"/>
                  </a:lnTo>
                  <a:lnTo>
                    <a:pt x="170078" y="1280071"/>
                  </a:lnTo>
                  <a:lnTo>
                    <a:pt x="225069" y="1260754"/>
                  </a:lnTo>
                  <a:lnTo>
                    <a:pt x="272999" y="1241729"/>
                  </a:lnTo>
                  <a:lnTo>
                    <a:pt x="308965" y="1225626"/>
                  </a:lnTo>
                  <a:lnTo>
                    <a:pt x="315328" y="1206627"/>
                  </a:lnTo>
                  <a:lnTo>
                    <a:pt x="309575" y="1167384"/>
                  </a:lnTo>
                  <a:lnTo>
                    <a:pt x="295592" y="1114615"/>
                  </a:lnTo>
                  <a:lnTo>
                    <a:pt x="258546" y="995375"/>
                  </a:lnTo>
                  <a:lnTo>
                    <a:pt x="246773" y="954570"/>
                  </a:lnTo>
                  <a:lnTo>
                    <a:pt x="246913" y="954532"/>
                  </a:lnTo>
                  <a:lnTo>
                    <a:pt x="300304" y="939228"/>
                  </a:lnTo>
                  <a:lnTo>
                    <a:pt x="409600" y="906627"/>
                  </a:lnTo>
                  <a:lnTo>
                    <a:pt x="450329" y="895413"/>
                  </a:lnTo>
                  <a:lnTo>
                    <a:pt x="466293" y="879309"/>
                  </a:lnTo>
                  <a:lnTo>
                    <a:pt x="470382" y="845515"/>
                  </a:lnTo>
                  <a:close/>
                </a:path>
                <a:path w="2900045" h="3126104">
                  <a:moveTo>
                    <a:pt x="2215985" y="72390"/>
                  </a:moveTo>
                  <a:lnTo>
                    <a:pt x="2206980" y="43053"/>
                  </a:lnTo>
                  <a:lnTo>
                    <a:pt x="2185162" y="17322"/>
                  </a:lnTo>
                  <a:lnTo>
                    <a:pt x="2161438" y="0"/>
                  </a:lnTo>
                  <a:lnTo>
                    <a:pt x="2149246" y="533"/>
                  </a:lnTo>
                  <a:lnTo>
                    <a:pt x="2122055" y="5791"/>
                  </a:lnTo>
                  <a:lnTo>
                    <a:pt x="2082469" y="14947"/>
                  </a:lnTo>
                  <a:lnTo>
                    <a:pt x="2033130" y="27165"/>
                  </a:lnTo>
                  <a:lnTo>
                    <a:pt x="1732191" y="105803"/>
                  </a:lnTo>
                  <a:lnTo>
                    <a:pt x="1679575" y="119303"/>
                  </a:lnTo>
                  <a:lnTo>
                    <a:pt x="1203972" y="239191"/>
                  </a:lnTo>
                  <a:lnTo>
                    <a:pt x="779373" y="350151"/>
                  </a:lnTo>
                  <a:lnTo>
                    <a:pt x="686079" y="375335"/>
                  </a:lnTo>
                  <a:lnTo>
                    <a:pt x="639737" y="388874"/>
                  </a:lnTo>
                  <a:lnTo>
                    <a:pt x="590765" y="417804"/>
                  </a:lnTo>
                  <a:lnTo>
                    <a:pt x="606259" y="467207"/>
                  </a:lnTo>
                  <a:lnTo>
                    <a:pt x="617258" y="483209"/>
                  </a:lnTo>
                  <a:lnTo>
                    <a:pt x="640892" y="488010"/>
                  </a:lnTo>
                  <a:lnTo>
                    <a:pt x="685520" y="482485"/>
                  </a:lnTo>
                  <a:lnTo>
                    <a:pt x="759460" y="467461"/>
                  </a:lnTo>
                  <a:lnTo>
                    <a:pt x="855408" y="446455"/>
                  </a:lnTo>
                  <a:lnTo>
                    <a:pt x="951484" y="424434"/>
                  </a:lnTo>
                  <a:lnTo>
                    <a:pt x="1095768" y="389890"/>
                  </a:lnTo>
                  <a:lnTo>
                    <a:pt x="1755203" y="225082"/>
                  </a:lnTo>
                  <a:lnTo>
                    <a:pt x="2151938" y="122732"/>
                  </a:lnTo>
                  <a:lnTo>
                    <a:pt x="2201278" y="100545"/>
                  </a:lnTo>
                  <a:lnTo>
                    <a:pt x="2215985" y="72390"/>
                  </a:lnTo>
                  <a:close/>
                </a:path>
                <a:path w="2900045" h="3126104">
                  <a:moveTo>
                    <a:pt x="2314016" y="462445"/>
                  </a:moveTo>
                  <a:lnTo>
                    <a:pt x="2305012" y="433108"/>
                  </a:lnTo>
                  <a:lnTo>
                    <a:pt x="2283193" y="407377"/>
                  </a:lnTo>
                  <a:lnTo>
                    <a:pt x="2259457" y="390042"/>
                  </a:lnTo>
                  <a:lnTo>
                    <a:pt x="2247277" y="390575"/>
                  </a:lnTo>
                  <a:lnTo>
                    <a:pt x="2220074" y="395833"/>
                  </a:lnTo>
                  <a:lnTo>
                    <a:pt x="2180488" y="404990"/>
                  </a:lnTo>
                  <a:lnTo>
                    <a:pt x="2131149" y="417207"/>
                  </a:lnTo>
                  <a:lnTo>
                    <a:pt x="1830209" y="495846"/>
                  </a:lnTo>
                  <a:lnTo>
                    <a:pt x="1777593" y="509346"/>
                  </a:lnTo>
                  <a:lnTo>
                    <a:pt x="1301991" y="629246"/>
                  </a:lnTo>
                  <a:lnTo>
                    <a:pt x="877404" y="740206"/>
                  </a:lnTo>
                  <a:lnTo>
                    <a:pt x="784098" y="765378"/>
                  </a:lnTo>
                  <a:lnTo>
                    <a:pt x="737755" y="778916"/>
                  </a:lnTo>
                  <a:lnTo>
                    <a:pt x="688784" y="807847"/>
                  </a:lnTo>
                  <a:lnTo>
                    <a:pt x="704291" y="857262"/>
                  </a:lnTo>
                  <a:lnTo>
                    <a:pt x="715289" y="873264"/>
                  </a:lnTo>
                  <a:lnTo>
                    <a:pt x="738924" y="878078"/>
                  </a:lnTo>
                  <a:lnTo>
                    <a:pt x="783539" y="872540"/>
                  </a:lnTo>
                  <a:lnTo>
                    <a:pt x="857478" y="857504"/>
                  </a:lnTo>
                  <a:lnTo>
                    <a:pt x="953427" y="836498"/>
                  </a:lnTo>
                  <a:lnTo>
                    <a:pt x="1049502" y="814476"/>
                  </a:lnTo>
                  <a:lnTo>
                    <a:pt x="1193787" y="779945"/>
                  </a:lnTo>
                  <a:lnTo>
                    <a:pt x="1853222" y="615137"/>
                  </a:lnTo>
                  <a:lnTo>
                    <a:pt x="2249970" y="512787"/>
                  </a:lnTo>
                  <a:lnTo>
                    <a:pt x="2299297" y="490601"/>
                  </a:lnTo>
                  <a:lnTo>
                    <a:pt x="2314016" y="462445"/>
                  </a:lnTo>
                  <a:close/>
                </a:path>
                <a:path w="2900045" h="3126104">
                  <a:moveTo>
                    <a:pt x="2412047" y="852512"/>
                  </a:moveTo>
                  <a:lnTo>
                    <a:pt x="2403043" y="823175"/>
                  </a:lnTo>
                  <a:lnTo>
                    <a:pt x="2381224" y="797445"/>
                  </a:lnTo>
                  <a:lnTo>
                    <a:pt x="2357488" y="780122"/>
                  </a:lnTo>
                  <a:lnTo>
                    <a:pt x="2345309" y="780656"/>
                  </a:lnTo>
                  <a:lnTo>
                    <a:pt x="2318105" y="785901"/>
                  </a:lnTo>
                  <a:lnTo>
                    <a:pt x="2278519" y="795045"/>
                  </a:lnTo>
                  <a:lnTo>
                    <a:pt x="2229180" y="807262"/>
                  </a:lnTo>
                  <a:lnTo>
                    <a:pt x="1928241" y="885913"/>
                  </a:lnTo>
                  <a:lnTo>
                    <a:pt x="1875624" y="899414"/>
                  </a:lnTo>
                  <a:lnTo>
                    <a:pt x="1400022" y="1019302"/>
                  </a:lnTo>
                  <a:lnTo>
                    <a:pt x="975423" y="1130261"/>
                  </a:lnTo>
                  <a:lnTo>
                    <a:pt x="882129" y="1155446"/>
                  </a:lnTo>
                  <a:lnTo>
                    <a:pt x="835787" y="1168971"/>
                  </a:lnTo>
                  <a:lnTo>
                    <a:pt x="786815" y="1197902"/>
                  </a:lnTo>
                  <a:lnTo>
                    <a:pt x="802322" y="1247330"/>
                  </a:lnTo>
                  <a:lnTo>
                    <a:pt x="813308" y="1263332"/>
                  </a:lnTo>
                  <a:lnTo>
                    <a:pt x="836942" y="1268133"/>
                  </a:lnTo>
                  <a:lnTo>
                    <a:pt x="881570" y="1262595"/>
                  </a:lnTo>
                  <a:lnTo>
                    <a:pt x="955509" y="1247571"/>
                  </a:lnTo>
                  <a:lnTo>
                    <a:pt x="1051445" y="1226553"/>
                  </a:lnTo>
                  <a:lnTo>
                    <a:pt x="1147521" y="1204531"/>
                  </a:lnTo>
                  <a:lnTo>
                    <a:pt x="1291818" y="1170000"/>
                  </a:lnTo>
                  <a:lnTo>
                    <a:pt x="1951253" y="1005205"/>
                  </a:lnTo>
                  <a:lnTo>
                    <a:pt x="2347988" y="902855"/>
                  </a:lnTo>
                  <a:lnTo>
                    <a:pt x="2397328" y="880668"/>
                  </a:lnTo>
                  <a:lnTo>
                    <a:pt x="2412047" y="852512"/>
                  </a:lnTo>
                  <a:close/>
                </a:path>
                <a:path w="2900045" h="3126104">
                  <a:moveTo>
                    <a:pt x="2507843" y="1246695"/>
                  </a:moveTo>
                  <a:lnTo>
                    <a:pt x="2495727" y="1210462"/>
                  </a:lnTo>
                  <a:lnTo>
                    <a:pt x="2452535" y="1184109"/>
                  </a:lnTo>
                  <a:lnTo>
                    <a:pt x="2429929" y="1176566"/>
                  </a:lnTo>
                  <a:lnTo>
                    <a:pt x="2421267" y="1177137"/>
                  </a:lnTo>
                  <a:lnTo>
                    <a:pt x="2376005" y="1186319"/>
                  </a:lnTo>
                  <a:lnTo>
                    <a:pt x="2299639" y="1204442"/>
                  </a:lnTo>
                  <a:lnTo>
                    <a:pt x="2142960" y="1243787"/>
                  </a:lnTo>
                  <a:lnTo>
                    <a:pt x="1602740" y="1382687"/>
                  </a:lnTo>
                  <a:lnTo>
                    <a:pt x="686054" y="1613877"/>
                  </a:lnTo>
                  <a:lnTo>
                    <a:pt x="0" y="1790585"/>
                  </a:lnTo>
                  <a:lnTo>
                    <a:pt x="0" y="1902294"/>
                  </a:lnTo>
                  <a:lnTo>
                    <a:pt x="246888" y="1844573"/>
                  </a:lnTo>
                  <a:lnTo>
                    <a:pt x="638657" y="1749031"/>
                  </a:lnTo>
                  <a:lnTo>
                    <a:pt x="1792516" y="1459509"/>
                  </a:lnTo>
                  <a:lnTo>
                    <a:pt x="2393226" y="1306144"/>
                  </a:lnTo>
                  <a:lnTo>
                    <a:pt x="2454808" y="1286675"/>
                  </a:lnTo>
                  <a:lnTo>
                    <a:pt x="2491600" y="1266596"/>
                  </a:lnTo>
                  <a:lnTo>
                    <a:pt x="2507843" y="1246695"/>
                  </a:lnTo>
                  <a:close/>
                </a:path>
                <a:path w="2900045" h="3126104">
                  <a:moveTo>
                    <a:pt x="2605875" y="1636750"/>
                  </a:moveTo>
                  <a:lnTo>
                    <a:pt x="2593759" y="1600517"/>
                  </a:lnTo>
                  <a:lnTo>
                    <a:pt x="2550566" y="1574177"/>
                  </a:lnTo>
                  <a:lnTo>
                    <a:pt x="2527960" y="1566633"/>
                  </a:lnTo>
                  <a:lnTo>
                    <a:pt x="2519299" y="1567205"/>
                  </a:lnTo>
                  <a:lnTo>
                    <a:pt x="2474023" y="1576387"/>
                  </a:lnTo>
                  <a:lnTo>
                    <a:pt x="2397658" y="1594510"/>
                  </a:lnTo>
                  <a:lnTo>
                    <a:pt x="2240991" y="1633842"/>
                  </a:lnTo>
                  <a:lnTo>
                    <a:pt x="1700758" y="1772729"/>
                  </a:lnTo>
                  <a:lnTo>
                    <a:pt x="784085" y="2003920"/>
                  </a:lnTo>
                  <a:lnTo>
                    <a:pt x="92303" y="2182126"/>
                  </a:lnTo>
                  <a:lnTo>
                    <a:pt x="0" y="2206421"/>
                  </a:lnTo>
                  <a:lnTo>
                    <a:pt x="0" y="2314359"/>
                  </a:lnTo>
                  <a:lnTo>
                    <a:pt x="149707" y="2280488"/>
                  </a:lnTo>
                  <a:lnTo>
                    <a:pt x="442722" y="2211159"/>
                  </a:lnTo>
                  <a:lnTo>
                    <a:pt x="1839074" y="1862670"/>
                  </a:lnTo>
                  <a:lnTo>
                    <a:pt x="2491244" y="1696212"/>
                  </a:lnTo>
                  <a:lnTo>
                    <a:pt x="2552839" y="1676730"/>
                  </a:lnTo>
                  <a:lnTo>
                    <a:pt x="2589631" y="1656651"/>
                  </a:lnTo>
                  <a:lnTo>
                    <a:pt x="2605875" y="1636750"/>
                  </a:lnTo>
                  <a:close/>
                </a:path>
                <a:path w="2900045" h="3126104">
                  <a:moveTo>
                    <a:pt x="2703893" y="2026818"/>
                  </a:moveTo>
                  <a:lnTo>
                    <a:pt x="2691790" y="1990585"/>
                  </a:lnTo>
                  <a:lnTo>
                    <a:pt x="2648597" y="1964232"/>
                  </a:lnTo>
                  <a:lnTo>
                    <a:pt x="2625979" y="1956689"/>
                  </a:lnTo>
                  <a:lnTo>
                    <a:pt x="2617317" y="1957260"/>
                  </a:lnTo>
                  <a:lnTo>
                    <a:pt x="2572054" y="1966429"/>
                  </a:lnTo>
                  <a:lnTo>
                    <a:pt x="2495689" y="1984565"/>
                  </a:lnTo>
                  <a:lnTo>
                    <a:pt x="2339009" y="2023897"/>
                  </a:lnTo>
                  <a:lnTo>
                    <a:pt x="1798777" y="2162772"/>
                  </a:lnTo>
                  <a:lnTo>
                    <a:pt x="882103" y="2393962"/>
                  </a:lnTo>
                  <a:lnTo>
                    <a:pt x="190334" y="2572169"/>
                  </a:lnTo>
                  <a:lnTo>
                    <a:pt x="91744" y="2598128"/>
                  </a:lnTo>
                  <a:lnTo>
                    <a:pt x="26276" y="2615920"/>
                  </a:lnTo>
                  <a:lnTo>
                    <a:pt x="0" y="2624061"/>
                  </a:lnTo>
                  <a:lnTo>
                    <a:pt x="0" y="2722791"/>
                  </a:lnTo>
                  <a:lnTo>
                    <a:pt x="42481" y="2716009"/>
                  </a:lnTo>
                  <a:lnTo>
                    <a:pt x="108458" y="2702217"/>
                  </a:lnTo>
                  <a:lnTo>
                    <a:pt x="345262" y="2647797"/>
                  </a:lnTo>
                  <a:lnTo>
                    <a:pt x="687641" y="2565450"/>
                  </a:lnTo>
                  <a:lnTo>
                    <a:pt x="1988566" y="2239632"/>
                  </a:lnTo>
                  <a:lnTo>
                    <a:pt x="2589276" y="2086267"/>
                  </a:lnTo>
                  <a:lnTo>
                    <a:pt x="2650871" y="2066798"/>
                  </a:lnTo>
                  <a:lnTo>
                    <a:pt x="2687650" y="2046719"/>
                  </a:lnTo>
                  <a:lnTo>
                    <a:pt x="2703893" y="2026818"/>
                  </a:lnTo>
                  <a:close/>
                </a:path>
                <a:path w="2900045" h="3126104">
                  <a:moveTo>
                    <a:pt x="2801912" y="2416835"/>
                  </a:moveTo>
                  <a:lnTo>
                    <a:pt x="2789809" y="2380602"/>
                  </a:lnTo>
                  <a:lnTo>
                    <a:pt x="2746603" y="2354262"/>
                  </a:lnTo>
                  <a:lnTo>
                    <a:pt x="2723997" y="2346718"/>
                  </a:lnTo>
                  <a:lnTo>
                    <a:pt x="2715336" y="2347290"/>
                  </a:lnTo>
                  <a:lnTo>
                    <a:pt x="2670073" y="2356472"/>
                  </a:lnTo>
                  <a:lnTo>
                    <a:pt x="2593708" y="2374608"/>
                  </a:lnTo>
                  <a:lnTo>
                    <a:pt x="2437041" y="2413952"/>
                  </a:lnTo>
                  <a:lnTo>
                    <a:pt x="1896808" y="2552839"/>
                  </a:lnTo>
                  <a:lnTo>
                    <a:pt x="980135" y="2784030"/>
                  </a:lnTo>
                  <a:lnTo>
                    <a:pt x="288353" y="2962224"/>
                  </a:lnTo>
                  <a:lnTo>
                    <a:pt x="189776" y="2988183"/>
                  </a:lnTo>
                  <a:lnTo>
                    <a:pt x="124294" y="3005988"/>
                  </a:lnTo>
                  <a:lnTo>
                    <a:pt x="72097" y="3022142"/>
                  </a:lnTo>
                  <a:lnTo>
                    <a:pt x="36576" y="3037370"/>
                  </a:lnTo>
                  <a:lnTo>
                    <a:pt x="21196" y="3052394"/>
                  </a:lnTo>
                  <a:lnTo>
                    <a:pt x="29387" y="3067901"/>
                  </a:lnTo>
                  <a:lnTo>
                    <a:pt x="40576" y="3097492"/>
                  </a:lnTo>
                  <a:lnTo>
                    <a:pt x="49149" y="3108883"/>
                  </a:lnTo>
                  <a:lnTo>
                    <a:pt x="65938" y="3114205"/>
                  </a:lnTo>
                  <a:lnTo>
                    <a:pt x="95021" y="3113316"/>
                  </a:lnTo>
                  <a:lnTo>
                    <a:pt x="140512" y="3106051"/>
                  </a:lnTo>
                  <a:lnTo>
                    <a:pt x="206476" y="3092259"/>
                  </a:lnTo>
                  <a:lnTo>
                    <a:pt x="443280" y="3037840"/>
                  </a:lnTo>
                  <a:lnTo>
                    <a:pt x="785660" y="2955493"/>
                  </a:lnTo>
                  <a:lnTo>
                    <a:pt x="2086584" y="2629662"/>
                  </a:lnTo>
                  <a:lnTo>
                    <a:pt x="2687294" y="2476296"/>
                  </a:lnTo>
                  <a:lnTo>
                    <a:pt x="2748877" y="2456815"/>
                  </a:lnTo>
                  <a:lnTo>
                    <a:pt x="2785668" y="2436736"/>
                  </a:lnTo>
                  <a:lnTo>
                    <a:pt x="2801912" y="2416835"/>
                  </a:lnTo>
                  <a:close/>
                </a:path>
                <a:path w="2900045" h="3126104">
                  <a:moveTo>
                    <a:pt x="2899943" y="2806916"/>
                  </a:moveTo>
                  <a:lnTo>
                    <a:pt x="2887840" y="2770682"/>
                  </a:lnTo>
                  <a:lnTo>
                    <a:pt x="2844635" y="2744343"/>
                  </a:lnTo>
                  <a:lnTo>
                    <a:pt x="2822029" y="2736799"/>
                  </a:lnTo>
                  <a:lnTo>
                    <a:pt x="2813367" y="2737370"/>
                  </a:lnTo>
                  <a:lnTo>
                    <a:pt x="2768104" y="2746540"/>
                  </a:lnTo>
                  <a:lnTo>
                    <a:pt x="2691739" y="2764663"/>
                  </a:lnTo>
                  <a:lnTo>
                    <a:pt x="2535059" y="2803995"/>
                  </a:lnTo>
                  <a:lnTo>
                    <a:pt x="1994827" y="2942894"/>
                  </a:lnTo>
                  <a:lnTo>
                    <a:pt x="1267167" y="3125876"/>
                  </a:lnTo>
                  <a:lnTo>
                    <a:pt x="1761185" y="3125876"/>
                  </a:lnTo>
                  <a:lnTo>
                    <a:pt x="2184616" y="3019742"/>
                  </a:lnTo>
                  <a:lnTo>
                    <a:pt x="2785326" y="2866377"/>
                  </a:lnTo>
                  <a:lnTo>
                    <a:pt x="2846921" y="2846895"/>
                  </a:lnTo>
                  <a:lnTo>
                    <a:pt x="2883700" y="2826829"/>
                  </a:lnTo>
                  <a:lnTo>
                    <a:pt x="2899943" y="2806916"/>
                  </a:lnTo>
                  <a:close/>
                </a:path>
              </a:pathLst>
            </a:custGeom>
            <a:solidFill>
              <a:srgbClr val="2D8B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5438977"/>
              <a:ext cx="1885950" cy="1398270"/>
            </a:xfrm>
            <a:custGeom>
              <a:avLst/>
              <a:gdLst/>
              <a:ahLst/>
              <a:cxnLst/>
              <a:rect l="l" t="t" r="r" b="b"/>
              <a:pathLst>
                <a:path w="1885950" h="1398270">
                  <a:moveTo>
                    <a:pt x="1885518" y="711962"/>
                  </a:moveTo>
                  <a:lnTo>
                    <a:pt x="1884070" y="663194"/>
                  </a:lnTo>
                  <a:lnTo>
                    <a:pt x="1879269" y="614870"/>
                  </a:lnTo>
                  <a:lnTo>
                    <a:pt x="1871421" y="568045"/>
                  </a:lnTo>
                  <a:lnTo>
                    <a:pt x="1860829" y="523786"/>
                  </a:lnTo>
                  <a:lnTo>
                    <a:pt x="1847811" y="483146"/>
                  </a:lnTo>
                  <a:lnTo>
                    <a:pt x="1832673" y="447179"/>
                  </a:lnTo>
                  <a:lnTo>
                    <a:pt x="1797253" y="393484"/>
                  </a:lnTo>
                  <a:lnTo>
                    <a:pt x="1757057" y="371170"/>
                  </a:lnTo>
                  <a:lnTo>
                    <a:pt x="1703260" y="368617"/>
                  </a:lnTo>
                  <a:lnTo>
                    <a:pt x="1671840" y="368617"/>
                  </a:lnTo>
                  <a:lnTo>
                    <a:pt x="1600581" y="371068"/>
                  </a:lnTo>
                  <a:lnTo>
                    <a:pt x="1561007" y="373468"/>
                  </a:lnTo>
                  <a:lnTo>
                    <a:pt x="1518983" y="376618"/>
                  </a:lnTo>
                  <a:lnTo>
                    <a:pt x="1474622" y="380492"/>
                  </a:lnTo>
                  <a:lnTo>
                    <a:pt x="1428051" y="385076"/>
                  </a:lnTo>
                  <a:lnTo>
                    <a:pt x="1379423" y="390321"/>
                  </a:lnTo>
                  <a:lnTo>
                    <a:pt x="1328839" y="396227"/>
                  </a:lnTo>
                  <a:lnTo>
                    <a:pt x="1222362" y="409905"/>
                  </a:lnTo>
                  <a:lnTo>
                    <a:pt x="1109649" y="425881"/>
                  </a:lnTo>
                  <a:lnTo>
                    <a:pt x="991755" y="443979"/>
                  </a:lnTo>
                  <a:lnTo>
                    <a:pt x="960374" y="449135"/>
                  </a:lnTo>
                  <a:lnTo>
                    <a:pt x="959777" y="442442"/>
                  </a:lnTo>
                  <a:lnTo>
                    <a:pt x="952373" y="399224"/>
                  </a:lnTo>
                  <a:lnTo>
                    <a:pt x="941387" y="356222"/>
                  </a:lnTo>
                  <a:lnTo>
                    <a:pt x="926731" y="313601"/>
                  </a:lnTo>
                  <a:lnTo>
                    <a:pt x="908316" y="271551"/>
                  </a:lnTo>
                  <a:lnTo>
                    <a:pt x="886320" y="233667"/>
                  </a:lnTo>
                  <a:lnTo>
                    <a:pt x="858901" y="198361"/>
                  </a:lnTo>
                  <a:lnTo>
                    <a:pt x="826643" y="165709"/>
                  </a:lnTo>
                  <a:lnTo>
                    <a:pt x="790130" y="135775"/>
                  </a:lnTo>
                  <a:lnTo>
                    <a:pt x="749973" y="108635"/>
                  </a:lnTo>
                  <a:lnTo>
                    <a:pt x="706742" y="84340"/>
                  </a:lnTo>
                  <a:lnTo>
                    <a:pt x="661035" y="62979"/>
                  </a:lnTo>
                  <a:lnTo>
                    <a:pt x="613448" y="44602"/>
                  </a:lnTo>
                  <a:lnTo>
                    <a:pt x="564565" y="29286"/>
                  </a:lnTo>
                  <a:lnTo>
                    <a:pt x="514985" y="17106"/>
                  </a:lnTo>
                  <a:lnTo>
                    <a:pt x="465289" y="8115"/>
                  </a:lnTo>
                  <a:lnTo>
                    <a:pt x="416064" y="2387"/>
                  </a:lnTo>
                  <a:lnTo>
                    <a:pt x="367919" y="0"/>
                  </a:lnTo>
                  <a:lnTo>
                    <a:pt x="317728" y="1536"/>
                  </a:lnTo>
                  <a:lnTo>
                    <a:pt x="267614" y="7620"/>
                  </a:lnTo>
                  <a:lnTo>
                    <a:pt x="218097" y="18211"/>
                  </a:lnTo>
                  <a:lnTo>
                    <a:pt x="169684" y="33248"/>
                  </a:lnTo>
                  <a:lnTo>
                    <a:pt x="122923" y="52705"/>
                  </a:lnTo>
                  <a:lnTo>
                    <a:pt x="78320" y="76542"/>
                  </a:lnTo>
                  <a:lnTo>
                    <a:pt x="36410" y="104711"/>
                  </a:lnTo>
                  <a:lnTo>
                    <a:pt x="0" y="135267"/>
                  </a:lnTo>
                  <a:lnTo>
                    <a:pt x="0" y="638187"/>
                  </a:lnTo>
                  <a:lnTo>
                    <a:pt x="0" y="898994"/>
                  </a:lnTo>
                  <a:lnTo>
                    <a:pt x="0" y="1397673"/>
                  </a:lnTo>
                  <a:lnTo>
                    <a:pt x="1358379" y="1083056"/>
                  </a:lnTo>
                  <a:lnTo>
                    <a:pt x="1673491" y="1007656"/>
                  </a:lnTo>
                  <a:lnTo>
                    <a:pt x="1739099" y="991387"/>
                  </a:lnTo>
                  <a:lnTo>
                    <a:pt x="1775650" y="977087"/>
                  </a:lnTo>
                  <a:lnTo>
                    <a:pt x="1831555" y="925525"/>
                  </a:lnTo>
                  <a:lnTo>
                    <a:pt x="1851533" y="890371"/>
                  </a:lnTo>
                  <a:lnTo>
                    <a:pt x="1866607" y="850392"/>
                  </a:lnTo>
                  <a:lnTo>
                    <a:pt x="1877098" y="806615"/>
                  </a:lnTo>
                  <a:lnTo>
                    <a:pt x="1883295" y="760120"/>
                  </a:lnTo>
                  <a:lnTo>
                    <a:pt x="1885518" y="711962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6706" y="5770800"/>
              <a:ext cx="422909" cy="408940"/>
            </a:xfrm>
            <a:custGeom>
              <a:avLst/>
              <a:gdLst/>
              <a:ahLst/>
              <a:cxnLst/>
              <a:rect l="l" t="t" r="r" b="b"/>
              <a:pathLst>
                <a:path w="422909" h="408939">
                  <a:moveTo>
                    <a:pt x="244886" y="405808"/>
                  </a:moveTo>
                  <a:lnTo>
                    <a:pt x="201772" y="408618"/>
                  </a:lnTo>
                  <a:lnTo>
                    <a:pt x="161113" y="402577"/>
                  </a:lnTo>
                  <a:lnTo>
                    <a:pt x="123561" y="388712"/>
                  </a:lnTo>
                  <a:lnTo>
                    <a:pt x="89768" y="368047"/>
                  </a:lnTo>
                  <a:lnTo>
                    <a:pt x="60385" y="341611"/>
                  </a:lnTo>
                  <a:lnTo>
                    <a:pt x="36065" y="310429"/>
                  </a:lnTo>
                  <a:lnTo>
                    <a:pt x="17460" y="275529"/>
                  </a:lnTo>
                  <a:lnTo>
                    <a:pt x="5221" y="237936"/>
                  </a:lnTo>
                  <a:lnTo>
                    <a:pt x="0" y="198678"/>
                  </a:lnTo>
                  <a:lnTo>
                    <a:pt x="2448" y="158781"/>
                  </a:lnTo>
                  <a:lnTo>
                    <a:pt x="13219" y="119271"/>
                  </a:lnTo>
                  <a:lnTo>
                    <a:pt x="32963" y="81176"/>
                  </a:lnTo>
                  <a:lnTo>
                    <a:pt x="64906" y="45504"/>
                  </a:lnTo>
                  <a:lnTo>
                    <a:pt x="105063" y="19922"/>
                  </a:lnTo>
                  <a:lnTo>
                    <a:pt x="150332" y="4672"/>
                  </a:lnTo>
                  <a:lnTo>
                    <a:pt x="197613" y="0"/>
                  </a:lnTo>
                  <a:lnTo>
                    <a:pt x="245651" y="4961"/>
                  </a:lnTo>
                  <a:lnTo>
                    <a:pt x="294005" y="18152"/>
                  </a:lnTo>
                  <a:lnTo>
                    <a:pt x="338754" y="39122"/>
                  </a:lnTo>
                  <a:lnTo>
                    <a:pt x="375978" y="67418"/>
                  </a:lnTo>
                  <a:lnTo>
                    <a:pt x="401758" y="102590"/>
                  </a:lnTo>
                  <a:lnTo>
                    <a:pt x="417172" y="145388"/>
                  </a:lnTo>
                  <a:lnTo>
                    <a:pt x="422883" y="188907"/>
                  </a:lnTo>
                  <a:lnTo>
                    <a:pt x="419529" y="231861"/>
                  </a:lnTo>
                  <a:lnTo>
                    <a:pt x="407751" y="272966"/>
                  </a:lnTo>
                  <a:lnTo>
                    <a:pt x="388189" y="310938"/>
                  </a:lnTo>
                  <a:lnTo>
                    <a:pt x="361481" y="344492"/>
                  </a:lnTo>
                  <a:lnTo>
                    <a:pt x="328268" y="372345"/>
                  </a:lnTo>
                  <a:lnTo>
                    <a:pt x="289190" y="393211"/>
                  </a:lnTo>
                  <a:lnTo>
                    <a:pt x="244886" y="4058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2300507" y="8943964"/>
            <a:ext cx="2409825" cy="1343660"/>
            <a:chOff x="12300507" y="8943964"/>
            <a:chExt cx="2409825" cy="1343660"/>
          </a:xfrm>
        </p:grpSpPr>
        <p:sp>
          <p:nvSpPr>
            <p:cNvPr id="12" name="object 12"/>
            <p:cNvSpPr/>
            <p:nvPr/>
          </p:nvSpPr>
          <p:spPr>
            <a:xfrm>
              <a:off x="12300496" y="8943974"/>
              <a:ext cx="2409825" cy="1343025"/>
            </a:xfrm>
            <a:custGeom>
              <a:avLst/>
              <a:gdLst/>
              <a:ahLst/>
              <a:cxnLst/>
              <a:rect l="l" t="t" r="r" b="b"/>
              <a:pathLst>
                <a:path w="2409825" h="1343025">
                  <a:moveTo>
                    <a:pt x="2409279" y="943749"/>
                  </a:moveTo>
                  <a:lnTo>
                    <a:pt x="2398661" y="871080"/>
                  </a:lnTo>
                  <a:lnTo>
                    <a:pt x="2384183" y="830084"/>
                  </a:lnTo>
                  <a:lnTo>
                    <a:pt x="2364727" y="786955"/>
                  </a:lnTo>
                  <a:lnTo>
                    <a:pt x="2341143" y="742480"/>
                  </a:lnTo>
                  <a:lnTo>
                    <a:pt x="2314257" y="697382"/>
                  </a:lnTo>
                  <a:lnTo>
                    <a:pt x="2284946" y="652424"/>
                  </a:lnTo>
                  <a:lnTo>
                    <a:pt x="2254046" y="608342"/>
                  </a:lnTo>
                  <a:lnTo>
                    <a:pt x="2222398" y="565886"/>
                  </a:lnTo>
                  <a:lnTo>
                    <a:pt x="2190851" y="525818"/>
                  </a:lnTo>
                  <a:lnTo>
                    <a:pt x="2160270" y="488886"/>
                  </a:lnTo>
                  <a:lnTo>
                    <a:pt x="2131491" y="455828"/>
                  </a:lnTo>
                  <a:lnTo>
                    <a:pt x="2105355" y="427393"/>
                  </a:lnTo>
                  <a:lnTo>
                    <a:pt x="2070785" y="400253"/>
                  </a:lnTo>
                  <a:lnTo>
                    <a:pt x="2051329" y="402996"/>
                  </a:lnTo>
                  <a:lnTo>
                    <a:pt x="1992985" y="426199"/>
                  </a:lnTo>
                  <a:lnTo>
                    <a:pt x="1955634" y="445262"/>
                  </a:lnTo>
                  <a:lnTo>
                    <a:pt x="1913890" y="468401"/>
                  </a:lnTo>
                  <a:lnTo>
                    <a:pt x="1868512" y="494893"/>
                  </a:lnTo>
                  <a:lnTo>
                    <a:pt x="1820278" y="524065"/>
                  </a:lnTo>
                  <a:lnTo>
                    <a:pt x="1769960" y="555205"/>
                  </a:lnTo>
                  <a:lnTo>
                    <a:pt x="1718335" y="587641"/>
                  </a:lnTo>
                  <a:lnTo>
                    <a:pt x="1563420" y="685711"/>
                  </a:lnTo>
                  <a:lnTo>
                    <a:pt x="1562023" y="686587"/>
                  </a:lnTo>
                  <a:lnTo>
                    <a:pt x="1561998" y="684872"/>
                  </a:lnTo>
                  <a:lnTo>
                    <a:pt x="1560804" y="630275"/>
                  </a:lnTo>
                  <a:lnTo>
                    <a:pt x="1557756" y="515708"/>
                  </a:lnTo>
                  <a:lnTo>
                    <a:pt x="1551165" y="289801"/>
                  </a:lnTo>
                  <a:lnTo>
                    <a:pt x="1549869" y="239128"/>
                  </a:lnTo>
                  <a:lnTo>
                    <a:pt x="1548879" y="192532"/>
                  </a:lnTo>
                  <a:lnTo>
                    <a:pt x="1548257" y="150901"/>
                  </a:lnTo>
                  <a:lnTo>
                    <a:pt x="1548079" y="115112"/>
                  </a:lnTo>
                  <a:lnTo>
                    <a:pt x="1542961" y="85471"/>
                  </a:lnTo>
                  <a:lnTo>
                    <a:pt x="1504772" y="41084"/>
                  </a:lnTo>
                  <a:lnTo>
                    <a:pt x="1436458" y="14122"/>
                  </a:lnTo>
                  <a:lnTo>
                    <a:pt x="1393698" y="6261"/>
                  </a:lnTo>
                  <a:lnTo>
                    <a:pt x="1346606" y="1676"/>
                  </a:lnTo>
                  <a:lnTo>
                    <a:pt x="1296289" y="0"/>
                  </a:lnTo>
                  <a:lnTo>
                    <a:pt x="1243799" y="850"/>
                  </a:lnTo>
                  <a:lnTo>
                    <a:pt x="1190205" y="3898"/>
                  </a:lnTo>
                  <a:lnTo>
                    <a:pt x="1136586" y="8763"/>
                  </a:lnTo>
                  <a:lnTo>
                    <a:pt x="1084021" y="15074"/>
                  </a:lnTo>
                  <a:lnTo>
                    <a:pt x="1033564" y="22479"/>
                  </a:lnTo>
                  <a:lnTo>
                    <a:pt x="986307" y="30619"/>
                  </a:lnTo>
                  <a:lnTo>
                    <a:pt x="943317" y="39128"/>
                  </a:lnTo>
                  <a:lnTo>
                    <a:pt x="905649" y="47637"/>
                  </a:lnTo>
                  <a:lnTo>
                    <a:pt x="864895" y="64122"/>
                  </a:lnTo>
                  <a:lnTo>
                    <a:pt x="852246" y="109499"/>
                  </a:lnTo>
                  <a:lnTo>
                    <a:pt x="846620" y="186410"/>
                  </a:lnTo>
                  <a:lnTo>
                    <a:pt x="845896" y="234137"/>
                  </a:lnTo>
                  <a:lnTo>
                    <a:pt x="846289" y="286677"/>
                  </a:lnTo>
                  <a:lnTo>
                    <a:pt x="847572" y="343039"/>
                  </a:lnTo>
                  <a:lnTo>
                    <a:pt x="849541" y="402183"/>
                  </a:lnTo>
                  <a:lnTo>
                    <a:pt x="851966" y="463092"/>
                  </a:lnTo>
                  <a:lnTo>
                    <a:pt x="859917" y="646277"/>
                  </a:lnTo>
                  <a:lnTo>
                    <a:pt x="861758" y="695655"/>
                  </a:lnTo>
                  <a:lnTo>
                    <a:pt x="845858" y="685711"/>
                  </a:lnTo>
                  <a:lnTo>
                    <a:pt x="690943" y="587641"/>
                  </a:lnTo>
                  <a:lnTo>
                    <a:pt x="639330" y="555205"/>
                  </a:lnTo>
                  <a:lnTo>
                    <a:pt x="589013" y="524065"/>
                  </a:lnTo>
                  <a:lnTo>
                    <a:pt x="540778" y="494893"/>
                  </a:lnTo>
                  <a:lnTo>
                    <a:pt x="495401" y="468401"/>
                  </a:lnTo>
                  <a:lnTo>
                    <a:pt x="453644" y="445262"/>
                  </a:lnTo>
                  <a:lnTo>
                    <a:pt x="416306" y="426199"/>
                  </a:lnTo>
                  <a:lnTo>
                    <a:pt x="357949" y="402996"/>
                  </a:lnTo>
                  <a:lnTo>
                    <a:pt x="338493" y="400253"/>
                  </a:lnTo>
                  <a:lnTo>
                    <a:pt x="326542" y="404342"/>
                  </a:lnTo>
                  <a:lnTo>
                    <a:pt x="277774" y="455828"/>
                  </a:lnTo>
                  <a:lnTo>
                    <a:pt x="248996" y="488886"/>
                  </a:lnTo>
                  <a:lnTo>
                    <a:pt x="218414" y="525818"/>
                  </a:lnTo>
                  <a:lnTo>
                    <a:pt x="186867" y="565886"/>
                  </a:lnTo>
                  <a:lnTo>
                    <a:pt x="155232" y="608342"/>
                  </a:lnTo>
                  <a:lnTo>
                    <a:pt x="124320" y="652424"/>
                  </a:lnTo>
                  <a:lnTo>
                    <a:pt x="95008" y="697382"/>
                  </a:lnTo>
                  <a:lnTo>
                    <a:pt x="68135" y="742480"/>
                  </a:lnTo>
                  <a:lnTo>
                    <a:pt x="44538" y="786955"/>
                  </a:lnTo>
                  <a:lnTo>
                    <a:pt x="25082" y="830084"/>
                  </a:lnTo>
                  <a:lnTo>
                    <a:pt x="10617" y="871080"/>
                  </a:lnTo>
                  <a:lnTo>
                    <a:pt x="1968" y="909218"/>
                  </a:lnTo>
                  <a:lnTo>
                    <a:pt x="0" y="943749"/>
                  </a:lnTo>
                  <a:lnTo>
                    <a:pt x="5562" y="973912"/>
                  </a:lnTo>
                  <a:lnTo>
                    <a:pt x="19507" y="998969"/>
                  </a:lnTo>
                  <a:lnTo>
                    <a:pt x="42659" y="1018159"/>
                  </a:lnTo>
                  <a:lnTo>
                    <a:pt x="73621" y="1036116"/>
                  </a:lnTo>
                  <a:lnTo>
                    <a:pt x="109410" y="1057389"/>
                  </a:lnTo>
                  <a:lnTo>
                    <a:pt x="149326" y="1081443"/>
                  </a:lnTo>
                  <a:lnTo>
                    <a:pt x="192633" y="1107795"/>
                  </a:lnTo>
                  <a:lnTo>
                    <a:pt x="385279" y="1225956"/>
                  </a:lnTo>
                  <a:lnTo>
                    <a:pt x="483120" y="1285633"/>
                  </a:lnTo>
                  <a:lnTo>
                    <a:pt x="518337" y="1306893"/>
                  </a:lnTo>
                  <a:lnTo>
                    <a:pt x="508419" y="1313116"/>
                  </a:lnTo>
                  <a:lnTo>
                    <a:pt x="460044" y="1343025"/>
                  </a:lnTo>
                  <a:lnTo>
                    <a:pt x="578878" y="1343025"/>
                  </a:lnTo>
                  <a:lnTo>
                    <a:pt x="863866" y="1343025"/>
                  </a:lnTo>
                  <a:lnTo>
                    <a:pt x="1560385" y="1343025"/>
                  </a:lnTo>
                  <a:lnTo>
                    <a:pt x="1830400" y="1343025"/>
                  </a:lnTo>
                  <a:lnTo>
                    <a:pt x="1949234" y="1343025"/>
                  </a:lnTo>
                  <a:lnTo>
                    <a:pt x="1900847" y="1313116"/>
                  </a:lnTo>
                  <a:lnTo>
                    <a:pt x="1890915" y="1306893"/>
                  </a:lnTo>
                  <a:lnTo>
                    <a:pt x="1926170" y="1285633"/>
                  </a:lnTo>
                  <a:lnTo>
                    <a:pt x="2024011" y="1225956"/>
                  </a:lnTo>
                  <a:lnTo>
                    <a:pt x="2216658" y="1107795"/>
                  </a:lnTo>
                  <a:lnTo>
                    <a:pt x="2259965" y="1081443"/>
                  </a:lnTo>
                  <a:lnTo>
                    <a:pt x="2299881" y="1057389"/>
                  </a:lnTo>
                  <a:lnTo>
                    <a:pt x="2335669" y="1036116"/>
                  </a:lnTo>
                  <a:lnTo>
                    <a:pt x="2366619" y="1018159"/>
                  </a:lnTo>
                  <a:lnTo>
                    <a:pt x="2389784" y="998969"/>
                  </a:lnTo>
                  <a:lnTo>
                    <a:pt x="2403716" y="973912"/>
                  </a:lnTo>
                  <a:lnTo>
                    <a:pt x="2409279" y="943749"/>
                  </a:lnTo>
                  <a:close/>
                </a:path>
              </a:pathLst>
            </a:custGeom>
            <a:solidFill>
              <a:srgbClr val="2D8BB9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463132" y="9760062"/>
              <a:ext cx="84455" cy="527050"/>
            </a:xfrm>
            <a:custGeom>
              <a:avLst/>
              <a:gdLst/>
              <a:ahLst/>
              <a:cxnLst/>
              <a:rect l="l" t="t" r="r" b="b"/>
              <a:pathLst>
                <a:path w="84455" h="527050">
                  <a:moveTo>
                    <a:pt x="83636" y="526937"/>
                  </a:moveTo>
                  <a:lnTo>
                    <a:pt x="2087" y="526937"/>
                  </a:lnTo>
                  <a:lnTo>
                    <a:pt x="2123" y="389192"/>
                  </a:lnTo>
                  <a:lnTo>
                    <a:pt x="1793" y="331022"/>
                  </a:lnTo>
                  <a:lnTo>
                    <a:pt x="431" y="197670"/>
                  </a:lnTo>
                  <a:lnTo>
                    <a:pt x="0" y="134194"/>
                  </a:lnTo>
                  <a:lnTo>
                    <a:pt x="135" y="80652"/>
                  </a:lnTo>
                  <a:lnTo>
                    <a:pt x="1137" y="42900"/>
                  </a:lnTo>
                  <a:lnTo>
                    <a:pt x="3306" y="26788"/>
                  </a:lnTo>
                  <a:lnTo>
                    <a:pt x="23410" y="9826"/>
                  </a:lnTo>
                  <a:lnTo>
                    <a:pt x="49698" y="0"/>
                  </a:lnTo>
                  <a:lnTo>
                    <a:pt x="72528" y="10704"/>
                  </a:lnTo>
                  <a:lnTo>
                    <a:pt x="82254" y="55337"/>
                  </a:lnTo>
                  <a:lnTo>
                    <a:pt x="82360" y="95672"/>
                  </a:lnTo>
                  <a:lnTo>
                    <a:pt x="84035" y="374297"/>
                  </a:lnTo>
                  <a:lnTo>
                    <a:pt x="83636" y="526937"/>
                  </a:lnTo>
                  <a:close/>
                </a:path>
              </a:pathLst>
            </a:custGeom>
            <a:solidFill>
              <a:srgbClr val="FFFFF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00874" y="9432774"/>
              <a:ext cx="206325" cy="20362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2413704" y="9029826"/>
              <a:ext cx="2223770" cy="1257300"/>
            </a:xfrm>
            <a:custGeom>
              <a:avLst/>
              <a:gdLst/>
              <a:ahLst/>
              <a:cxnLst/>
              <a:rect l="l" t="t" r="r" b="b"/>
              <a:pathLst>
                <a:path w="2223769" h="1257300">
                  <a:moveTo>
                    <a:pt x="281063" y="399605"/>
                  </a:moveTo>
                  <a:lnTo>
                    <a:pt x="280250" y="391452"/>
                  </a:lnTo>
                  <a:lnTo>
                    <a:pt x="269189" y="382397"/>
                  </a:lnTo>
                  <a:lnTo>
                    <a:pt x="261010" y="383209"/>
                  </a:lnTo>
                  <a:lnTo>
                    <a:pt x="246113" y="401358"/>
                  </a:lnTo>
                  <a:lnTo>
                    <a:pt x="184594" y="474472"/>
                  </a:lnTo>
                  <a:lnTo>
                    <a:pt x="155486" y="509981"/>
                  </a:lnTo>
                  <a:lnTo>
                    <a:pt x="126961" y="546709"/>
                  </a:lnTo>
                  <a:lnTo>
                    <a:pt x="99695" y="584809"/>
                  </a:lnTo>
                  <a:lnTo>
                    <a:pt x="74358" y="624446"/>
                  </a:lnTo>
                  <a:lnTo>
                    <a:pt x="51638" y="665759"/>
                  </a:lnTo>
                  <a:lnTo>
                    <a:pt x="32207" y="708914"/>
                  </a:lnTo>
                  <a:lnTo>
                    <a:pt x="16725" y="754049"/>
                  </a:lnTo>
                  <a:lnTo>
                    <a:pt x="5892" y="801344"/>
                  </a:lnTo>
                  <a:lnTo>
                    <a:pt x="368" y="850950"/>
                  </a:lnTo>
                  <a:lnTo>
                    <a:pt x="0" y="858088"/>
                  </a:lnTo>
                  <a:lnTo>
                    <a:pt x="5486" y="864184"/>
                  </a:lnTo>
                  <a:lnTo>
                    <a:pt x="13309" y="864565"/>
                  </a:lnTo>
                  <a:lnTo>
                    <a:pt x="20154" y="864565"/>
                  </a:lnTo>
                  <a:lnTo>
                    <a:pt x="25869" y="859205"/>
                  </a:lnTo>
                  <a:lnTo>
                    <a:pt x="26225" y="852297"/>
                  </a:lnTo>
                  <a:lnTo>
                    <a:pt x="32473" y="800049"/>
                  </a:lnTo>
                  <a:lnTo>
                    <a:pt x="45008" y="750290"/>
                  </a:lnTo>
                  <a:lnTo>
                    <a:pt x="62953" y="702830"/>
                  </a:lnTo>
                  <a:lnTo>
                    <a:pt x="85382" y="657504"/>
                  </a:lnTo>
                  <a:lnTo>
                    <a:pt x="111404" y="614133"/>
                  </a:lnTo>
                  <a:lnTo>
                    <a:pt x="140119" y="572541"/>
                  </a:lnTo>
                  <a:lnTo>
                    <a:pt x="170624" y="532561"/>
                  </a:lnTo>
                  <a:lnTo>
                    <a:pt x="202006" y="494030"/>
                  </a:lnTo>
                  <a:lnTo>
                    <a:pt x="255422" y="430631"/>
                  </a:lnTo>
                  <a:lnTo>
                    <a:pt x="281063" y="399605"/>
                  </a:lnTo>
                  <a:close/>
                </a:path>
                <a:path w="2223769" h="1257300">
                  <a:moveTo>
                    <a:pt x="1168107" y="1257173"/>
                  </a:moveTo>
                  <a:lnTo>
                    <a:pt x="1163027" y="1251877"/>
                  </a:lnTo>
                  <a:lnTo>
                    <a:pt x="1154836" y="1251699"/>
                  </a:lnTo>
                  <a:lnTo>
                    <a:pt x="1149121" y="1257173"/>
                  </a:lnTo>
                  <a:lnTo>
                    <a:pt x="1168107" y="1257173"/>
                  </a:lnTo>
                  <a:close/>
                </a:path>
                <a:path w="2223769" h="1257300">
                  <a:moveTo>
                    <a:pt x="1212062" y="666432"/>
                  </a:moveTo>
                  <a:lnTo>
                    <a:pt x="1206449" y="660463"/>
                  </a:lnTo>
                  <a:lnTo>
                    <a:pt x="1199299" y="660260"/>
                  </a:lnTo>
                  <a:lnTo>
                    <a:pt x="1141793" y="661898"/>
                  </a:lnTo>
                  <a:lnTo>
                    <a:pt x="1089533" y="670191"/>
                  </a:lnTo>
                  <a:lnTo>
                    <a:pt x="1042822" y="684961"/>
                  </a:lnTo>
                  <a:lnTo>
                    <a:pt x="1002004" y="706056"/>
                  </a:lnTo>
                  <a:lnTo>
                    <a:pt x="967371" y="733310"/>
                  </a:lnTo>
                  <a:lnTo>
                    <a:pt x="939253" y="766546"/>
                  </a:lnTo>
                  <a:lnTo>
                    <a:pt x="917956" y="805611"/>
                  </a:lnTo>
                  <a:lnTo>
                    <a:pt x="904176" y="849744"/>
                  </a:lnTo>
                  <a:lnTo>
                    <a:pt x="898486" y="896810"/>
                  </a:lnTo>
                  <a:lnTo>
                    <a:pt x="900582" y="945705"/>
                  </a:lnTo>
                  <a:lnTo>
                    <a:pt x="910158" y="995260"/>
                  </a:lnTo>
                  <a:lnTo>
                    <a:pt x="926922" y="1044359"/>
                  </a:lnTo>
                  <a:lnTo>
                    <a:pt x="950556" y="1091844"/>
                  </a:lnTo>
                  <a:lnTo>
                    <a:pt x="980744" y="1136586"/>
                  </a:lnTo>
                  <a:lnTo>
                    <a:pt x="1017206" y="1177429"/>
                  </a:lnTo>
                  <a:lnTo>
                    <a:pt x="1022997" y="1181112"/>
                  </a:lnTo>
                  <a:lnTo>
                    <a:pt x="1026261" y="1181112"/>
                  </a:lnTo>
                  <a:lnTo>
                    <a:pt x="1029614" y="1181112"/>
                  </a:lnTo>
                  <a:lnTo>
                    <a:pt x="1032992" y="1179791"/>
                  </a:lnTo>
                  <a:lnTo>
                    <a:pt x="1040523" y="1172083"/>
                  </a:lnTo>
                  <a:lnTo>
                    <a:pt x="1040422" y="1163891"/>
                  </a:lnTo>
                  <a:lnTo>
                    <a:pt x="1035304" y="1158900"/>
                  </a:lnTo>
                  <a:lnTo>
                    <a:pt x="1001356" y="1120940"/>
                  </a:lnTo>
                  <a:lnTo>
                    <a:pt x="973201" y="1079474"/>
                  </a:lnTo>
                  <a:lnTo>
                    <a:pt x="951115" y="1035545"/>
                  </a:lnTo>
                  <a:lnTo>
                    <a:pt x="935380" y="990193"/>
                  </a:lnTo>
                  <a:lnTo>
                    <a:pt x="926299" y="944499"/>
                  </a:lnTo>
                  <a:lnTo>
                    <a:pt x="924153" y="899477"/>
                  </a:lnTo>
                  <a:lnTo>
                    <a:pt x="929220" y="856208"/>
                  </a:lnTo>
                  <a:lnTo>
                    <a:pt x="941793" y="815733"/>
                  </a:lnTo>
                  <a:lnTo>
                    <a:pt x="964742" y="775550"/>
                  </a:lnTo>
                  <a:lnTo>
                    <a:pt x="996226" y="742467"/>
                  </a:lnTo>
                  <a:lnTo>
                    <a:pt x="1035812" y="716749"/>
                  </a:lnTo>
                  <a:lnTo>
                    <a:pt x="1083043" y="698627"/>
                  </a:lnTo>
                  <a:lnTo>
                    <a:pt x="1137437" y="688340"/>
                  </a:lnTo>
                  <a:lnTo>
                    <a:pt x="1198537" y="686155"/>
                  </a:lnTo>
                  <a:lnTo>
                    <a:pt x="1205585" y="686384"/>
                  </a:lnTo>
                  <a:lnTo>
                    <a:pt x="1211656" y="680732"/>
                  </a:lnTo>
                  <a:lnTo>
                    <a:pt x="1212062" y="666432"/>
                  </a:lnTo>
                  <a:close/>
                </a:path>
                <a:path w="2223769" h="1257300">
                  <a:moveTo>
                    <a:pt x="1328750" y="39039"/>
                  </a:moveTo>
                  <a:lnTo>
                    <a:pt x="1275803" y="12496"/>
                  </a:lnTo>
                  <a:lnTo>
                    <a:pt x="1230528" y="3429"/>
                  </a:lnTo>
                  <a:lnTo>
                    <a:pt x="1183944" y="0"/>
                  </a:lnTo>
                  <a:lnTo>
                    <a:pt x="1136408" y="1066"/>
                  </a:lnTo>
                  <a:lnTo>
                    <a:pt x="1088275" y="5486"/>
                  </a:lnTo>
                  <a:lnTo>
                    <a:pt x="1039888" y="12115"/>
                  </a:lnTo>
                  <a:lnTo>
                    <a:pt x="948182" y="26784"/>
                  </a:lnTo>
                  <a:lnTo>
                    <a:pt x="905916" y="32766"/>
                  </a:lnTo>
                  <a:lnTo>
                    <a:pt x="864781" y="36995"/>
                  </a:lnTo>
                  <a:lnTo>
                    <a:pt x="824750" y="38684"/>
                  </a:lnTo>
                  <a:lnTo>
                    <a:pt x="817587" y="38709"/>
                  </a:lnTo>
                  <a:lnTo>
                    <a:pt x="811822" y="44526"/>
                  </a:lnTo>
                  <a:lnTo>
                    <a:pt x="811885" y="58826"/>
                  </a:lnTo>
                  <a:lnTo>
                    <a:pt x="817676" y="64579"/>
                  </a:lnTo>
                  <a:lnTo>
                    <a:pt x="824801" y="64579"/>
                  </a:lnTo>
                  <a:lnTo>
                    <a:pt x="866609" y="62814"/>
                  </a:lnTo>
                  <a:lnTo>
                    <a:pt x="909421" y="58407"/>
                  </a:lnTo>
                  <a:lnTo>
                    <a:pt x="952690" y="52285"/>
                  </a:lnTo>
                  <a:lnTo>
                    <a:pt x="1050188" y="36766"/>
                  </a:lnTo>
                  <a:lnTo>
                    <a:pt x="1104531" y="29756"/>
                  </a:lnTo>
                  <a:lnTo>
                    <a:pt x="1158201" y="26060"/>
                  </a:lnTo>
                  <a:lnTo>
                    <a:pt x="1210525" y="27381"/>
                  </a:lnTo>
                  <a:lnTo>
                    <a:pt x="1260868" y="35420"/>
                  </a:lnTo>
                  <a:lnTo>
                    <a:pt x="1308582" y="51892"/>
                  </a:lnTo>
                  <a:lnTo>
                    <a:pt x="1315072" y="54876"/>
                  </a:lnTo>
                  <a:lnTo>
                    <a:pt x="1322755" y="52044"/>
                  </a:lnTo>
                  <a:lnTo>
                    <a:pt x="1328750" y="39039"/>
                  </a:lnTo>
                  <a:close/>
                </a:path>
                <a:path w="2223769" h="1257300">
                  <a:moveTo>
                    <a:pt x="2223744" y="860856"/>
                  </a:moveTo>
                  <a:lnTo>
                    <a:pt x="2218055" y="818337"/>
                  </a:lnTo>
                  <a:lnTo>
                    <a:pt x="2206688" y="778040"/>
                  </a:lnTo>
                  <a:lnTo>
                    <a:pt x="2189988" y="734098"/>
                  </a:lnTo>
                  <a:lnTo>
                    <a:pt x="2168690" y="687793"/>
                  </a:lnTo>
                  <a:lnTo>
                    <a:pt x="2143569" y="640384"/>
                  </a:lnTo>
                  <a:lnTo>
                    <a:pt x="2115375" y="593128"/>
                  </a:lnTo>
                  <a:lnTo>
                    <a:pt x="2084870" y="547319"/>
                  </a:lnTo>
                  <a:lnTo>
                    <a:pt x="2052815" y="504215"/>
                  </a:lnTo>
                  <a:lnTo>
                    <a:pt x="2019947" y="465099"/>
                  </a:lnTo>
                  <a:lnTo>
                    <a:pt x="1987054" y="431215"/>
                  </a:lnTo>
                  <a:lnTo>
                    <a:pt x="1954872" y="403847"/>
                  </a:lnTo>
                  <a:lnTo>
                    <a:pt x="1949145" y="399567"/>
                  </a:lnTo>
                  <a:lnTo>
                    <a:pt x="1941029" y="400723"/>
                  </a:lnTo>
                  <a:lnTo>
                    <a:pt x="1932444" y="412153"/>
                  </a:lnTo>
                  <a:lnTo>
                    <a:pt x="1933600" y="420268"/>
                  </a:lnTo>
                  <a:lnTo>
                    <a:pt x="1939315" y="424573"/>
                  </a:lnTo>
                  <a:lnTo>
                    <a:pt x="1974913" y="455269"/>
                  </a:lnTo>
                  <a:lnTo>
                    <a:pt x="2010664" y="493344"/>
                  </a:lnTo>
                  <a:lnTo>
                    <a:pt x="2045690" y="537057"/>
                  </a:lnTo>
                  <a:lnTo>
                    <a:pt x="2079129" y="584695"/>
                  </a:lnTo>
                  <a:lnTo>
                    <a:pt x="2110105" y="634492"/>
                  </a:lnTo>
                  <a:lnTo>
                    <a:pt x="2137740" y="684720"/>
                  </a:lnTo>
                  <a:lnTo>
                    <a:pt x="2161171" y="733653"/>
                  </a:lnTo>
                  <a:lnTo>
                    <a:pt x="2179510" y="779551"/>
                  </a:lnTo>
                  <a:lnTo>
                    <a:pt x="2191893" y="820674"/>
                  </a:lnTo>
                  <a:lnTo>
                    <a:pt x="2197874" y="862139"/>
                  </a:lnTo>
                  <a:lnTo>
                    <a:pt x="2203564" y="867448"/>
                  </a:lnTo>
                  <a:lnTo>
                    <a:pt x="2210371" y="867448"/>
                  </a:lnTo>
                  <a:lnTo>
                    <a:pt x="2218309" y="866990"/>
                  </a:lnTo>
                  <a:lnTo>
                    <a:pt x="2223744" y="860856"/>
                  </a:lnTo>
                  <a:close/>
                </a:path>
              </a:pathLst>
            </a:custGeom>
            <a:solidFill>
              <a:srgbClr val="40426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3518737" y="0"/>
            <a:ext cx="14541500" cy="2680970"/>
            <a:chOff x="3518737" y="0"/>
            <a:chExt cx="14541500" cy="2680970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98121" y="59963"/>
              <a:ext cx="6061693" cy="262081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518725" y="11"/>
              <a:ext cx="2409825" cy="1248410"/>
            </a:xfrm>
            <a:custGeom>
              <a:avLst/>
              <a:gdLst/>
              <a:ahLst/>
              <a:cxnLst/>
              <a:rect l="l" t="t" r="r" b="b"/>
              <a:pathLst>
                <a:path w="2409825" h="1248410">
                  <a:moveTo>
                    <a:pt x="2409431" y="414667"/>
                  </a:moveTo>
                  <a:lnTo>
                    <a:pt x="2381046" y="351993"/>
                  </a:lnTo>
                  <a:lnTo>
                    <a:pt x="2351989" y="325704"/>
                  </a:lnTo>
                  <a:lnTo>
                    <a:pt x="2316340" y="299745"/>
                  </a:lnTo>
                  <a:lnTo>
                    <a:pt x="2276043" y="272135"/>
                  </a:lnTo>
                  <a:lnTo>
                    <a:pt x="2235276" y="245046"/>
                  </a:lnTo>
                  <a:lnTo>
                    <a:pt x="2194115" y="218414"/>
                  </a:lnTo>
                  <a:lnTo>
                    <a:pt x="2152624" y="192138"/>
                  </a:lnTo>
                  <a:lnTo>
                    <a:pt x="2110879" y="166128"/>
                  </a:lnTo>
                  <a:lnTo>
                    <a:pt x="2068969" y="140309"/>
                  </a:lnTo>
                  <a:lnTo>
                    <a:pt x="1942846" y="63080"/>
                  </a:lnTo>
                  <a:lnTo>
                    <a:pt x="1900936" y="37134"/>
                  </a:lnTo>
                  <a:lnTo>
                    <a:pt x="1890991" y="30899"/>
                  </a:lnTo>
                  <a:lnTo>
                    <a:pt x="1942122" y="0"/>
                  </a:lnTo>
                  <a:lnTo>
                    <a:pt x="1842096" y="0"/>
                  </a:lnTo>
                  <a:lnTo>
                    <a:pt x="1560182" y="0"/>
                  </a:lnTo>
                  <a:lnTo>
                    <a:pt x="863790" y="0"/>
                  </a:lnTo>
                  <a:lnTo>
                    <a:pt x="567334" y="0"/>
                  </a:lnTo>
                  <a:lnTo>
                    <a:pt x="467334" y="0"/>
                  </a:lnTo>
                  <a:lnTo>
                    <a:pt x="518439" y="30899"/>
                  </a:lnTo>
                  <a:lnTo>
                    <a:pt x="508508" y="37134"/>
                  </a:lnTo>
                  <a:lnTo>
                    <a:pt x="466598" y="63080"/>
                  </a:lnTo>
                  <a:lnTo>
                    <a:pt x="340487" y="140309"/>
                  </a:lnTo>
                  <a:lnTo>
                    <a:pt x="298564" y="166128"/>
                  </a:lnTo>
                  <a:lnTo>
                    <a:pt x="256832" y="192138"/>
                  </a:lnTo>
                  <a:lnTo>
                    <a:pt x="215341" y="218414"/>
                  </a:lnTo>
                  <a:lnTo>
                    <a:pt x="174167" y="245046"/>
                  </a:lnTo>
                  <a:lnTo>
                    <a:pt x="133400" y="272135"/>
                  </a:lnTo>
                  <a:lnTo>
                    <a:pt x="93103" y="299745"/>
                  </a:lnTo>
                  <a:lnTo>
                    <a:pt x="57442" y="325704"/>
                  </a:lnTo>
                  <a:lnTo>
                    <a:pt x="28397" y="351993"/>
                  </a:lnTo>
                  <a:lnTo>
                    <a:pt x="0" y="414667"/>
                  </a:lnTo>
                  <a:lnTo>
                    <a:pt x="5626" y="455612"/>
                  </a:lnTo>
                  <a:lnTo>
                    <a:pt x="27774" y="505993"/>
                  </a:lnTo>
                  <a:lnTo>
                    <a:pt x="68910" y="568083"/>
                  </a:lnTo>
                  <a:lnTo>
                    <a:pt x="68770" y="567728"/>
                  </a:lnTo>
                  <a:lnTo>
                    <a:pt x="89192" y="602437"/>
                  </a:lnTo>
                  <a:lnTo>
                    <a:pt x="161912" y="723785"/>
                  </a:lnTo>
                  <a:lnTo>
                    <a:pt x="194030" y="773582"/>
                  </a:lnTo>
                  <a:lnTo>
                    <a:pt x="223164" y="809777"/>
                  </a:lnTo>
                  <a:lnTo>
                    <a:pt x="281749" y="845515"/>
                  </a:lnTo>
                  <a:lnTo>
                    <a:pt x="315849" y="847153"/>
                  </a:lnTo>
                  <a:lnTo>
                    <a:pt x="356247" y="839381"/>
                  </a:lnTo>
                  <a:lnTo>
                    <a:pt x="405257" y="823239"/>
                  </a:lnTo>
                  <a:lnTo>
                    <a:pt x="465226" y="799782"/>
                  </a:lnTo>
                  <a:lnTo>
                    <a:pt x="512254" y="780364"/>
                  </a:lnTo>
                  <a:lnTo>
                    <a:pt x="559003" y="760298"/>
                  </a:lnTo>
                  <a:lnTo>
                    <a:pt x="605459" y="739622"/>
                  </a:lnTo>
                  <a:lnTo>
                    <a:pt x="651675" y="718362"/>
                  </a:lnTo>
                  <a:lnTo>
                    <a:pt x="697636" y="696569"/>
                  </a:lnTo>
                  <a:lnTo>
                    <a:pt x="743369" y="674255"/>
                  </a:lnTo>
                  <a:lnTo>
                    <a:pt x="788898" y="651484"/>
                  </a:lnTo>
                  <a:lnTo>
                    <a:pt x="834224" y="628269"/>
                  </a:lnTo>
                  <a:lnTo>
                    <a:pt x="879233" y="604723"/>
                  </a:lnTo>
                  <a:lnTo>
                    <a:pt x="880656" y="646861"/>
                  </a:lnTo>
                  <a:lnTo>
                    <a:pt x="884847" y="794677"/>
                  </a:lnTo>
                  <a:lnTo>
                    <a:pt x="886371" y="843889"/>
                  </a:lnTo>
                  <a:lnTo>
                    <a:pt x="888149" y="893038"/>
                  </a:lnTo>
                  <a:lnTo>
                    <a:pt x="890295" y="942098"/>
                  </a:lnTo>
                  <a:lnTo>
                    <a:pt x="892898" y="991057"/>
                  </a:lnTo>
                  <a:lnTo>
                    <a:pt x="896099" y="1039901"/>
                  </a:lnTo>
                  <a:lnTo>
                    <a:pt x="899985" y="1088605"/>
                  </a:lnTo>
                  <a:lnTo>
                    <a:pt x="904760" y="1132459"/>
                  </a:lnTo>
                  <a:lnTo>
                    <a:pt x="913104" y="1170749"/>
                  </a:lnTo>
                  <a:lnTo>
                    <a:pt x="953338" y="1226566"/>
                  </a:lnTo>
                  <a:lnTo>
                    <a:pt x="991641" y="1242060"/>
                  </a:lnTo>
                  <a:lnTo>
                    <a:pt x="1046353" y="1247940"/>
                  </a:lnTo>
                  <a:lnTo>
                    <a:pt x="1120686" y="1243164"/>
                  </a:lnTo>
                  <a:lnTo>
                    <a:pt x="1120292" y="1243088"/>
                  </a:lnTo>
                  <a:lnTo>
                    <a:pt x="1160564" y="1242656"/>
                  </a:lnTo>
                  <a:lnTo>
                    <a:pt x="1302004" y="1239989"/>
                  </a:lnTo>
                  <a:lnTo>
                    <a:pt x="1361198" y="1236929"/>
                  </a:lnTo>
                  <a:lnTo>
                    <a:pt x="1407083" y="1229677"/>
                  </a:lnTo>
                  <a:lnTo>
                    <a:pt x="1467243" y="1196657"/>
                  </a:lnTo>
                  <a:lnTo>
                    <a:pt x="1499019" y="1129004"/>
                  </a:lnTo>
                  <a:lnTo>
                    <a:pt x="1509407" y="1078445"/>
                  </a:lnTo>
                  <a:lnTo>
                    <a:pt x="1518907" y="1014755"/>
                  </a:lnTo>
                  <a:lnTo>
                    <a:pt x="1525485" y="964311"/>
                  </a:lnTo>
                  <a:lnTo>
                    <a:pt x="1531353" y="913777"/>
                  </a:lnTo>
                  <a:lnTo>
                    <a:pt x="1536547" y="863193"/>
                  </a:lnTo>
                  <a:lnTo>
                    <a:pt x="1541106" y="812533"/>
                  </a:lnTo>
                  <a:lnTo>
                    <a:pt x="1545069" y="761822"/>
                  </a:lnTo>
                  <a:lnTo>
                    <a:pt x="1548498" y="711047"/>
                  </a:lnTo>
                  <a:lnTo>
                    <a:pt x="1551393" y="660222"/>
                  </a:lnTo>
                  <a:lnTo>
                    <a:pt x="1553464" y="616889"/>
                  </a:lnTo>
                  <a:lnTo>
                    <a:pt x="1575244" y="628269"/>
                  </a:lnTo>
                  <a:lnTo>
                    <a:pt x="1620570" y="651484"/>
                  </a:lnTo>
                  <a:lnTo>
                    <a:pt x="1666087" y="674255"/>
                  </a:lnTo>
                  <a:lnTo>
                    <a:pt x="1711833" y="696569"/>
                  </a:lnTo>
                  <a:lnTo>
                    <a:pt x="1757794" y="718362"/>
                  </a:lnTo>
                  <a:lnTo>
                    <a:pt x="1803996" y="739622"/>
                  </a:lnTo>
                  <a:lnTo>
                    <a:pt x="1850466" y="760298"/>
                  </a:lnTo>
                  <a:lnTo>
                    <a:pt x="1897202" y="780364"/>
                  </a:lnTo>
                  <a:lnTo>
                    <a:pt x="1944230" y="799782"/>
                  </a:lnTo>
                  <a:lnTo>
                    <a:pt x="2004199" y="823239"/>
                  </a:lnTo>
                  <a:lnTo>
                    <a:pt x="2053221" y="839381"/>
                  </a:lnTo>
                  <a:lnTo>
                    <a:pt x="2093607" y="847153"/>
                  </a:lnTo>
                  <a:lnTo>
                    <a:pt x="2127707" y="845515"/>
                  </a:lnTo>
                  <a:lnTo>
                    <a:pt x="2186292" y="809777"/>
                  </a:lnTo>
                  <a:lnTo>
                    <a:pt x="2215426" y="773582"/>
                  </a:lnTo>
                  <a:lnTo>
                    <a:pt x="2247544" y="723785"/>
                  </a:lnTo>
                  <a:lnTo>
                    <a:pt x="2320252" y="602437"/>
                  </a:lnTo>
                  <a:lnTo>
                    <a:pt x="2340673" y="567728"/>
                  </a:lnTo>
                  <a:lnTo>
                    <a:pt x="2340546" y="568083"/>
                  </a:lnTo>
                  <a:lnTo>
                    <a:pt x="2381681" y="505993"/>
                  </a:lnTo>
                  <a:lnTo>
                    <a:pt x="2403818" y="455612"/>
                  </a:lnTo>
                  <a:lnTo>
                    <a:pt x="2409431" y="414667"/>
                  </a:lnTo>
                  <a:close/>
                </a:path>
              </a:pathLst>
            </a:custGeom>
            <a:solidFill>
              <a:srgbClr val="2D8BB9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683510" y="0"/>
              <a:ext cx="81915" cy="753745"/>
            </a:xfrm>
            <a:custGeom>
              <a:avLst/>
              <a:gdLst/>
              <a:ahLst/>
              <a:cxnLst/>
              <a:rect l="l" t="t" r="r" b="b"/>
              <a:pathLst>
                <a:path w="81914" h="753745">
                  <a:moveTo>
                    <a:pt x="16381" y="753217"/>
                  </a:moveTo>
                  <a:lnTo>
                    <a:pt x="5465" y="713397"/>
                  </a:lnTo>
                  <a:lnTo>
                    <a:pt x="3398" y="631246"/>
                  </a:lnTo>
                  <a:lnTo>
                    <a:pt x="2841" y="584066"/>
                  </a:lnTo>
                  <a:lnTo>
                    <a:pt x="1770" y="441867"/>
                  </a:lnTo>
                  <a:lnTo>
                    <a:pt x="701" y="342950"/>
                  </a:lnTo>
                  <a:lnTo>
                    <a:pt x="326" y="291337"/>
                  </a:lnTo>
                  <a:lnTo>
                    <a:pt x="0" y="187968"/>
                  </a:lnTo>
                  <a:lnTo>
                    <a:pt x="74" y="0"/>
                  </a:lnTo>
                  <a:lnTo>
                    <a:pt x="81707" y="0"/>
                  </a:lnTo>
                  <a:lnTo>
                    <a:pt x="81527" y="349386"/>
                  </a:lnTo>
                  <a:lnTo>
                    <a:pt x="80850" y="447508"/>
                  </a:lnTo>
                  <a:lnTo>
                    <a:pt x="80223" y="496455"/>
                  </a:lnTo>
                  <a:lnTo>
                    <a:pt x="79354" y="545304"/>
                  </a:lnTo>
                  <a:lnTo>
                    <a:pt x="78208" y="594037"/>
                  </a:lnTo>
                  <a:lnTo>
                    <a:pt x="76748" y="642638"/>
                  </a:lnTo>
                  <a:lnTo>
                    <a:pt x="74423" y="697630"/>
                  </a:lnTo>
                  <a:lnTo>
                    <a:pt x="63655" y="746090"/>
                  </a:lnTo>
                  <a:lnTo>
                    <a:pt x="34731" y="752484"/>
                  </a:lnTo>
                  <a:lnTo>
                    <a:pt x="16381" y="753217"/>
                  </a:lnTo>
                  <a:close/>
                </a:path>
              </a:pathLst>
            </a:custGeom>
            <a:solidFill>
              <a:srgbClr val="FFFFF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590493" y="61581"/>
              <a:ext cx="2222500" cy="1115060"/>
            </a:xfrm>
            <a:custGeom>
              <a:avLst/>
              <a:gdLst/>
              <a:ahLst/>
              <a:cxnLst/>
              <a:rect l="l" t="t" r="r" b="b"/>
              <a:pathLst>
                <a:path w="2222500" h="1115060">
                  <a:moveTo>
                    <a:pt x="276593" y="667867"/>
                  </a:moveTo>
                  <a:lnTo>
                    <a:pt x="272999" y="660488"/>
                  </a:lnTo>
                  <a:lnTo>
                    <a:pt x="266242" y="658164"/>
                  </a:lnTo>
                  <a:lnTo>
                    <a:pt x="242887" y="641832"/>
                  </a:lnTo>
                  <a:lnTo>
                    <a:pt x="211175" y="608622"/>
                  </a:lnTo>
                  <a:lnTo>
                    <a:pt x="174358" y="563473"/>
                  </a:lnTo>
                  <a:lnTo>
                    <a:pt x="135661" y="511365"/>
                  </a:lnTo>
                  <a:lnTo>
                    <a:pt x="98323" y="457263"/>
                  </a:lnTo>
                  <a:lnTo>
                    <a:pt x="65582" y="406133"/>
                  </a:lnTo>
                  <a:lnTo>
                    <a:pt x="40678" y="362927"/>
                  </a:lnTo>
                  <a:lnTo>
                    <a:pt x="24638" y="325805"/>
                  </a:lnTo>
                  <a:lnTo>
                    <a:pt x="17322" y="322072"/>
                  </a:lnTo>
                  <a:lnTo>
                    <a:pt x="3733" y="326504"/>
                  </a:lnTo>
                  <a:lnTo>
                    <a:pt x="0" y="333806"/>
                  </a:lnTo>
                  <a:lnTo>
                    <a:pt x="2209" y="340601"/>
                  </a:lnTo>
                  <a:lnTo>
                    <a:pt x="35420" y="405917"/>
                  </a:lnTo>
                  <a:lnTo>
                    <a:pt x="63728" y="451688"/>
                  </a:lnTo>
                  <a:lnTo>
                    <a:pt x="96875" y="501408"/>
                  </a:lnTo>
                  <a:lnTo>
                    <a:pt x="132651" y="551434"/>
                  </a:lnTo>
                  <a:lnTo>
                    <a:pt x="168846" y="598195"/>
                  </a:lnTo>
                  <a:lnTo>
                    <a:pt x="203250" y="638048"/>
                  </a:lnTo>
                  <a:lnTo>
                    <a:pt x="233641" y="667410"/>
                  </a:lnTo>
                  <a:lnTo>
                    <a:pt x="260616" y="683374"/>
                  </a:lnTo>
                  <a:lnTo>
                    <a:pt x="262013" y="683374"/>
                  </a:lnTo>
                  <a:lnTo>
                    <a:pt x="267385" y="683374"/>
                  </a:lnTo>
                  <a:lnTo>
                    <a:pt x="272415" y="679996"/>
                  </a:lnTo>
                  <a:lnTo>
                    <a:pt x="276593" y="667867"/>
                  </a:lnTo>
                  <a:close/>
                </a:path>
                <a:path w="2222500" h="1115060">
                  <a:moveTo>
                    <a:pt x="1320228" y="214122"/>
                  </a:moveTo>
                  <a:lnTo>
                    <a:pt x="1306436" y="138760"/>
                  </a:lnTo>
                  <a:lnTo>
                    <a:pt x="1284833" y="98031"/>
                  </a:lnTo>
                  <a:lnTo>
                    <a:pt x="1252715" y="53898"/>
                  </a:lnTo>
                  <a:lnTo>
                    <a:pt x="1209509" y="5346"/>
                  </a:lnTo>
                  <a:lnTo>
                    <a:pt x="1196365" y="0"/>
                  </a:lnTo>
                  <a:lnTo>
                    <a:pt x="1186027" y="9893"/>
                  </a:lnTo>
                  <a:lnTo>
                    <a:pt x="1185862" y="18097"/>
                  </a:lnTo>
                  <a:lnTo>
                    <a:pt x="1190802" y="23253"/>
                  </a:lnTo>
                  <a:lnTo>
                    <a:pt x="1239532" y="78854"/>
                  </a:lnTo>
                  <a:lnTo>
                    <a:pt x="1272387" y="127698"/>
                  </a:lnTo>
                  <a:lnTo>
                    <a:pt x="1290332" y="171627"/>
                  </a:lnTo>
                  <a:lnTo>
                    <a:pt x="1294384" y="212471"/>
                  </a:lnTo>
                  <a:lnTo>
                    <a:pt x="1285951" y="250418"/>
                  </a:lnTo>
                  <a:lnTo>
                    <a:pt x="1265199" y="289026"/>
                  </a:lnTo>
                  <a:lnTo>
                    <a:pt x="1231658" y="328980"/>
                  </a:lnTo>
                  <a:lnTo>
                    <a:pt x="1184846" y="370979"/>
                  </a:lnTo>
                  <a:lnTo>
                    <a:pt x="1139164" y="408076"/>
                  </a:lnTo>
                  <a:lnTo>
                    <a:pt x="1098003" y="444068"/>
                  </a:lnTo>
                  <a:lnTo>
                    <a:pt x="1058100" y="484124"/>
                  </a:lnTo>
                  <a:lnTo>
                    <a:pt x="1024851" y="526478"/>
                  </a:lnTo>
                  <a:lnTo>
                    <a:pt x="1003642" y="569315"/>
                  </a:lnTo>
                  <a:lnTo>
                    <a:pt x="999858" y="610870"/>
                  </a:lnTo>
                  <a:lnTo>
                    <a:pt x="1007529" y="633133"/>
                  </a:lnTo>
                  <a:lnTo>
                    <a:pt x="1045108" y="669048"/>
                  </a:lnTo>
                  <a:lnTo>
                    <a:pt x="1077823" y="683361"/>
                  </a:lnTo>
                  <a:lnTo>
                    <a:pt x="1079284" y="683361"/>
                  </a:lnTo>
                  <a:lnTo>
                    <a:pt x="1084580" y="683361"/>
                  </a:lnTo>
                  <a:lnTo>
                    <a:pt x="1089558" y="680085"/>
                  </a:lnTo>
                  <a:lnTo>
                    <a:pt x="1093901" y="668070"/>
                  </a:lnTo>
                  <a:lnTo>
                    <a:pt x="1090409" y="660654"/>
                  </a:lnTo>
                  <a:lnTo>
                    <a:pt x="1083678" y="658228"/>
                  </a:lnTo>
                  <a:lnTo>
                    <a:pt x="1060284" y="647865"/>
                  </a:lnTo>
                  <a:lnTo>
                    <a:pt x="1042733" y="635774"/>
                  </a:lnTo>
                  <a:lnTo>
                    <a:pt x="1031087" y="622007"/>
                  </a:lnTo>
                  <a:lnTo>
                    <a:pt x="1025398" y="606602"/>
                  </a:lnTo>
                  <a:lnTo>
                    <a:pt x="1030274" y="571334"/>
                  </a:lnTo>
                  <a:lnTo>
                    <a:pt x="1051991" y="532879"/>
                  </a:lnTo>
                  <a:lnTo>
                    <a:pt x="1084821" y="493776"/>
                  </a:lnTo>
                  <a:lnTo>
                    <a:pt x="1123010" y="456590"/>
                  </a:lnTo>
                  <a:lnTo>
                    <a:pt x="1160780" y="423862"/>
                  </a:lnTo>
                  <a:lnTo>
                    <a:pt x="1201115" y="391134"/>
                  </a:lnTo>
                  <a:lnTo>
                    <a:pt x="1251902" y="345274"/>
                  </a:lnTo>
                  <a:lnTo>
                    <a:pt x="1288338" y="301015"/>
                  </a:lnTo>
                  <a:lnTo>
                    <a:pt x="1310944" y="257556"/>
                  </a:lnTo>
                  <a:lnTo>
                    <a:pt x="1320228" y="214122"/>
                  </a:lnTo>
                  <a:close/>
                </a:path>
                <a:path w="2222500" h="1115060">
                  <a:moveTo>
                    <a:pt x="1334617" y="1090561"/>
                  </a:moveTo>
                  <a:lnTo>
                    <a:pt x="1333131" y="1076325"/>
                  </a:lnTo>
                  <a:lnTo>
                    <a:pt x="1326819" y="1071181"/>
                  </a:lnTo>
                  <a:lnTo>
                    <a:pt x="1271993" y="1076515"/>
                  </a:lnTo>
                  <a:lnTo>
                    <a:pt x="1223225" y="1080389"/>
                  </a:lnTo>
                  <a:lnTo>
                    <a:pt x="1173213" y="1083551"/>
                  </a:lnTo>
                  <a:lnTo>
                    <a:pt x="1121841" y="1085989"/>
                  </a:lnTo>
                  <a:lnTo>
                    <a:pt x="1068997" y="1087729"/>
                  </a:lnTo>
                  <a:lnTo>
                    <a:pt x="1014564" y="1088771"/>
                  </a:lnTo>
                  <a:lnTo>
                    <a:pt x="951255" y="1089113"/>
                  </a:lnTo>
                  <a:lnTo>
                    <a:pt x="945451" y="1094905"/>
                  </a:lnTo>
                  <a:lnTo>
                    <a:pt x="945451" y="1109218"/>
                  </a:lnTo>
                  <a:lnTo>
                    <a:pt x="951255" y="1115009"/>
                  </a:lnTo>
                  <a:lnTo>
                    <a:pt x="958405" y="1115009"/>
                  </a:lnTo>
                  <a:lnTo>
                    <a:pt x="1014945" y="1114666"/>
                  </a:lnTo>
                  <a:lnTo>
                    <a:pt x="1069771" y="1113612"/>
                  </a:lnTo>
                  <a:lnTo>
                    <a:pt x="1123010" y="1111859"/>
                  </a:lnTo>
                  <a:lnTo>
                    <a:pt x="1174762" y="1109395"/>
                  </a:lnTo>
                  <a:lnTo>
                    <a:pt x="1225156" y="1106208"/>
                  </a:lnTo>
                  <a:lnTo>
                    <a:pt x="1274318" y="1102309"/>
                  </a:lnTo>
                  <a:lnTo>
                    <a:pt x="1329448" y="1096924"/>
                  </a:lnTo>
                  <a:lnTo>
                    <a:pt x="1334617" y="1090561"/>
                  </a:lnTo>
                  <a:close/>
                </a:path>
                <a:path w="2222500" h="1115060">
                  <a:moveTo>
                    <a:pt x="2222068" y="337464"/>
                  </a:moveTo>
                  <a:lnTo>
                    <a:pt x="2220252" y="329476"/>
                  </a:lnTo>
                  <a:lnTo>
                    <a:pt x="2208174" y="321843"/>
                  </a:lnTo>
                  <a:lnTo>
                    <a:pt x="2200173" y="323634"/>
                  </a:lnTo>
                  <a:lnTo>
                    <a:pt x="2175433" y="368935"/>
                  </a:lnTo>
                  <a:lnTo>
                    <a:pt x="2128786" y="469480"/>
                  </a:lnTo>
                  <a:lnTo>
                    <a:pt x="2104313" y="519696"/>
                  </a:lnTo>
                  <a:lnTo>
                    <a:pt x="2077935" y="568490"/>
                  </a:lnTo>
                  <a:lnTo>
                    <a:pt x="2050859" y="610412"/>
                  </a:lnTo>
                  <a:lnTo>
                    <a:pt x="2024329" y="639965"/>
                  </a:lnTo>
                  <a:lnTo>
                    <a:pt x="1992401" y="652030"/>
                  </a:lnTo>
                  <a:lnTo>
                    <a:pt x="1986864" y="658075"/>
                  </a:lnTo>
                  <a:lnTo>
                    <a:pt x="1987486" y="672185"/>
                  </a:lnTo>
                  <a:lnTo>
                    <a:pt x="1993214" y="677608"/>
                  </a:lnTo>
                  <a:lnTo>
                    <a:pt x="2000110" y="677608"/>
                  </a:lnTo>
                  <a:lnTo>
                    <a:pt x="2057514" y="643648"/>
                  </a:lnTo>
                  <a:lnTo>
                    <a:pt x="2085581" y="606044"/>
                  </a:lnTo>
                  <a:lnTo>
                    <a:pt x="2114004" y="557288"/>
                  </a:lnTo>
                  <a:lnTo>
                    <a:pt x="2143226" y="499325"/>
                  </a:lnTo>
                  <a:lnTo>
                    <a:pt x="2173668" y="434098"/>
                  </a:lnTo>
                  <a:lnTo>
                    <a:pt x="2186546" y="406069"/>
                  </a:lnTo>
                  <a:lnTo>
                    <a:pt x="2198357" y="381000"/>
                  </a:lnTo>
                  <a:lnTo>
                    <a:pt x="2208974" y="359829"/>
                  </a:lnTo>
                  <a:lnTo>
                    <a:pt x="2218258" y="343522"/>
                  </a:lnTo>
                  <a:lnTo>
                    <a:pt x="2222068" y="337464"/>
                  </a:lnTo>
                  <a:close/>
                </a:path>
              </a:pathLst>
            </a:custGeom>
            <a:solidFill>
              <a:srgbClr val="40426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89003" y="3138356"/>
            <a:ext cx="9544049" cy="118109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94030" y="5387839"/>
            <a:ext cx="5514975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28615" y="1325880"/>
            <a:ext cx="8046719" cy="6857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3926" rIns="0" bIns="0" rtlCol="0">
            <a:spAutoFit/>
          </a:bodyPr>
          <a:lstStyle/>
          <a:p>
            <a:pPr marL="1283335">
              <a:lnSpc>
                <a:spcPct val="100000"/>
              </a:lnSpc>
              <a:spcBef>
                <a:spcPts val="100"/>
              </a:spcBef>
            </a:pPr>
            <a:r>
              <a:rPr sz="5000" spc="455" dirty="0"/>
              <a:t>Total</a:t>
            </a:r>
            <a:r>
              <a:rPr sz="5000" spc="-520" dirty="0"/>
              <a:t> </a:t>
            </a:r>
            <a:r>
              <a:rPr sz="5000" spc="475" dirty="0"/>
              <a:t>lab</a:t>
            </a:r>
            <a:r>
              <a:rPr sz="5000" spc="-520" dirty="0"/>
              <a:t> </a:t>
            </a:r>
            <a:r>
              <a:rPr sz="5000" spc="550" dirty="0"/>
              <a:t>test</a:t>
            </a:r>
            <a:r>
              <a:rPr sz="5000" spc="-520" dirty="0"/>
              <a:t> </a:t>
            </a:r>
            <a:r>
              <a:rPr sz="5000" spc="265" dirty="0"/>
              <a:t>conducted</a:t>
            </a:r>
            <a:endParaRPr sz="5000"/>
          </a:p>
        </p:txBody>
      </p:sp>
      <p:grpSp>
        <p:nvGrpSpPr>
          <p:cNvPr id="4" name="object 4"/>
          <p:cNvGrpSpPr/>
          <p:nvPr/>
        </p:nvGrpSpPr>
        <p:grpSpPr>
          <a:xfrm>
            <a:off x="0" y="5438967"/>
            <a:ext cx="3660775" cy="4848225"/>
            <a:chOff x="0" y="5438967"/>
            <a:chExt cx="3660775" cy="4848225"/>
          </a:xfrm>
        </p:grpSpPr>
        <p:sp>
          <p:nvSpPr>
            <p:cNvPr id="5" name="object 5"/>
            <p:cNvSpPr/>
            <p:nvPr/>
          </p:nvSpPr>
          <p:spPr>
            <a:xfrm>
              <a:off x="0" y="6003872"/>
              <a:ext cx="3630295" cy="4283710"/>
            </a:xfrm>
            <a:custGeom>
              <a:avLst/>
              <a:gdLst/>
              <a:ahLst/>
              <a:cxnLst/>
              <a:rect l="l" t="t" r="r" b="b"/>
              <a:pathLst>
                <a:path w="3630295" h="4283709">
                  <a:moveTo>
                    <a:pt x="3629788" y="4283126"/>
                  </a:moveTo>
                  <a:lnTo>
                    <a:pt x="0" y="4283126"/>
                  </a:lnTo>
                  <a:lnTo>
                    <a:pt x="0" y="353539"/>
                  </a:lnTo>
                  <a:lnTo>
                    <a:pt x="47262" y="341210"/>
                  </a:lnTo>
                  <a:lnTo>
                    <a:pt x="105771" y="326258"/>
                  </a:lnTo>
                  <a:lnTo>
                    <a:pt x="161887" y="312155"/>
                  </a:lnTo>
                  <a:lnTo>
                    <a:pt x="281878" y="282700"/>
                  </a:lnTo>
                  <a:lnTo>
                    <a:pt x="544046" y="221884"/>
                  </a:lnTo>
                  <a:lnTo>
                    <a:pt x="801063" y="166979"/>
                  </a:lnTo>
                  <a:lnTo>
                    <a:pt x="991870" y="129461"/>
                  </a:lnTo>
                  <a:lnTo>
                    <a:pt x="1178937" y="95666"/>
                  </a:lnTo>
                  <a:lnTo>
                    <a:pt x="1360403" y="66124"/>
                  </a:lnTo>
                  <a:lnTo>
                    <a:pt x="1477351" y="49052"/>
                  </a:lnTo>
                  <a:lnTo>
                    <a:pt x="1590433" y="34261"/>
                  </a:lnTo>
                  <a:lnTo>
                    <a:pt x="1699098" y="21908"/>
                  </a:lnTo>
                  <a:lnTo>
                    <a:pt x="1751603" y="16694"/>
                  </a:lnTo>
                  <a:lnTo>
                    <a:pt x="1802796" y="12149"/>
                  </a:lnTo>
                  <a:lnTo>
                    <a:pt x="1852610" y="8291"/>
                  </a:lnTo>
                  <a:lnTo>
                    <a:pt x="1900975" y="5140"/>
                  </a:lnTo>
                  <a:lnTo>
                    <a:pt x="1947823" y="2716"/>
                  </a:lnTo>
                  <a:lnTo>
                    <a:pt x="1993085" y="1038"/>
                  </a:lnTo>
                  <a:lnTo>
                    <a:pt x="2036692" y="126"/>
                  </a:lnTo>
                  <a:lnTo>
                    <a:pt x="2078575" y="0"/>
                  </a:lnTo>
                  <a:lnTo>
                    <a:pt x="2118665" y="678"/>
                  </a:lnTo>
                  <a:lnTo>
                    <a:pt x="2156894" y="2181"/>
                  </a:lnTo>
                  <a:lnTo>
                    <a:pt x="2227491" y="7739"/>
                  </a:lnTo>
                  <a:lnTo>
                    <a:pt x="2289815" y="16830"/>
                  </a:lnTo>
                  <a:lnTo>
                    <a:pt x="2343316" y="29610"/>
                  </a:lnTo>
                  <a:lnTo>
                    <a:pt x="2387443" y="46236"/>
                  </a:lnTo>
                  <a:lnTo>
                    <a:pt x="2421644" y="66864"/>
                  </a:lnTo>
                  <a:lnTo>
                    <a:pt x="2464870" y="121129"/>
                  </a:lnTo>
                  <a:lnTo>
                    <a:pt x="2503724" y="184666"/>
                  </a:lnTo>
                  <a:lnTo>
                    <a:pt x="2523073" y="218653"/>
                  </a:lnTo>
                  <a:lnTo>
                    <a:pt x="2542367" y="254070"/>
                  </a:lnTo>
                  <a:lnTo>
                    <a:pt x="2561604" y="290881"/>
                  </a:lnTo>
                  <a:lnTo>
                    <a:pt x="2580780" y="329050"/>
                  </a:lnTo>
                  <a:lnTo>
                    <a:pt x="2599892" y="368540"/>
                  </a:lnTo>
                  <a:lnTo>
                    <a:pt x="2618939" y="409316"/>
                  </a:lnTo>
                  <a:lnTo>
                    <a:pt x="2637918" y="451341"/>
                  </a:lnTo>
                  <a:lnTo>
                    <a:pt x="2656825" y="494579"/>
                  </a:lnTo>
                  <a:lnTo>
                    <a:pt x="2675659" y="538993"/>
                  </a:lnTo>
                  <a:lnTo>
                    <a:pt x="2694417" y="584547"/>
                  </a:lnTo>
                  <a:lnTo>
                    <a:pt x="2713096" y="631206"/>
                  </a:lnTo>
                  <a:lnTo>
                    <a:pt x="2731693" y="678932"/>
                  </a:lnTo>
                  <a:lnTo>
                    <a:pt x="2750206" y="727690"/>
                  </a:lnTo>
                  <a:lnTo>
                    <a:pt x="2768633" y="777443"/>
                  </a:lnTo>
                  <a:lnTo>
                    <a:pt x="2786970" y="828154"/>
                  </a:lnTo>
                  <a:lnTo>
                    <a:pt x="2805215" y="879789"/>
                  </a:lnTo>
                  <a:lnTo>
                    <a:pt x="2823365" y="932310"/>
                  </a:lnTo>
                  <a:lnTo>
                    <a:pt x="2841418" y="985681"/>
                  </a:lnTo>
                  <a:lnTo>
                    <a:pt x="2859371" y="1039866"/>
                  </a:lnTo>
                  <a:lnTo>
                    <a:pt x="2877222" y="1094829"/>
                  </a:lnTo>
                  <a:lnTo>
                    <a:pt x="2894967" y="1150533"/>
                  </a:lnTo>
                  <a:lnTo>
                    <a:pt x="2912605" y="1206943"/>
                  </a:lnTo>
                  <a:lnTo>
                    <a:pt x="2930132" y="1264021"/>
                  </a:lnTo>
                  <a:lnTo>
                    <a:pt x="2947546" y="1321732"/>
                  </a:lnTo>
                  <a:lnTo>
                    <a:pt x="2964844" y="1380039"/>
                  </a:lnTo>
                  <a:lnTo>
                    <a:pt x="2982024" y="1438906"/>
                  </a:lnTo>
                  <a:lnTo>
                    <a:pt x="2999084" y="1498297"/>
                  </a:lnTo>
                  <a:lnTo>
                    <a:pt x="3016019" y="1558176"/>
                  </a:lnTo>
                  <a:lnTo>
                    <a:pt x="3032829" y="1618505"/>
                  </a:lnTo>
                  <a:lnTo>
                    <a:pt x="3049509" y="1679250"/>
                  </a:lnTo>
                  <a:lnTo>
                    <a:pt x="3066058" y="1740374"/>
                  </a:lnTo>
                  <a:lnTo>
                    <a:pt x="3082473" y="1801840"/>
                  </a:lnTo>
                  <a:lnTo>
                    <a:pt x="3098752" y="1863613"/>
                  </a:lnTo>
                  <a:lnTo>
                    <a:pt x="3114891" y="1925655"/>
                  </a:lnTo>
                  <a:lnTo>
                    <a:pt x="3130888" y="1987932"/>
                  </a:lnTo>
                  <a:lnTo>
                    <a:pt x="3162445" y="2113040"/>
                  </a:lnTo>
                  <a:lnTo>
                    <a:pt x="3178001" y="2175800"/>
                  </a:lnTo>
                  <a:lnTo>
                    <a:pt x="3193404" y="2238649"/>
                  </a:lnTo>
                  <a:lnTo>
                    <a:pt x="3208652" y="2301550"/>
                  </a:lnTo>
                  <a:lnTo>
                    <a:pt x="3223742" y="2364467"/>
                  </a:lnTo>
                  <a:lnTo>
                    <a:pt x="3238671" y="2427364"/>
                  </a:lnTo>
                  <a:lnTo>
                    <a:pt x="3253438" y="2490204"/>
                  </a:lnTo>
                  <a:lnTo>
                    <a:pt x="3268039" y="2552953"/>
                  </a:lnTo>
                  <a:lnTo>
                    <a:pt x="3282472" y="2615572"/>
                  </a:lnTo>
                  <a:lnTo>
                    <a:pt x="3296734" y="2678026"/>
                  </a:lnTo>
                  <a:lnTo>
                    <a:pt x="3310822" y="2740278"/>
                  </a:lnTo>
                  <a:lnTo>
                    <a:pt x="3324735" y="2802293"/>
                  </a:lnTo>
                  <a:lnTo>
                    <a:pt x="3338468" y="2864034"/>
                  </a:lnTo>
                  <a:lnTo>
                    <a:pt x="3352020" y="2925465"/>
                  </a:lnTo>
                  <a:lnTo>
                    <a:pt x="3365389" y="2986550"/>
                  </a:lnTo>
                  <a:lnTo>
                    <a:pt x="3378570" y="3047251"/>
                  </a:lnTo>
                  <a:lnTo>
                    <a:pt x="3391562" y="3107534"/>
                  </a:lnTo>
                  <a:lnTo>
                    <a:pt x="3404363" y="3167362"/>
                  </a:lnTo>
                  <a:lnTo>
                    <a:pt x="3416969" y="3226698"/>
                  </a:lnTo>
                  <a:lnTo>
                    <a:pt x="3429377" y="3285506"/>
                  </a:lnTo>
                  <a:lnTo>
                    <a:pt x="3441586" y="3343750"/>
                  </a:lnTo>
                  <a:lnTo>
                    <a:pt x="3453593" y="3401394"/>
                  </a:lnTo>
                  <a:lnTo>
                    <a:pt x="3465394" y="3458402"/>
                  </a:lnTo>
                  <a:lnTo>
                    <a:pt x="3476988" y="3514736"/>
                  </a:lnTo>
                  <a:lnTo>
                    <a:pt x="3488371" y="3570362"/>
                  </a:lnTo>
                  <a:lnTo>
                    <a:pt x="3499542" y="3625242"/>
                  </a:lnTo>
                  <a:lnTo>
                    <a:pt x="3510497" y="3679341"/>
                  </a:lnTo>
                  <a:lnTo>
                    <a:pt x="3521234" y="3732621"/>
                  </a:lnTo>
                  <a:lnTo>
                    <a:pt x="3531750" y="3785048"/>
                  </a:lnTo>
                  <a:lnTo>
                    <a:pt x="3542042" y="3836585"/>
                  </a:lnTo>
                  <a:lnTo>
                    <a:pt x="3552109" y="3887194"/>
                  </a:lnTo>
                  <a:lnTo>
                    <a:pt x="3561946" y="3936841"/>
                  </a:lnTo>
                  <a:lnTo>
                    <a:pt x="3571553" y="3985489"/>
                  </a:lnTo>
                  <a:lnTo>
                    <a:pt x="3580925" y="4033101"/>
                  </a:lnTo>
                  <a:lnTo>
                    <a:pt x="3590061" y="4079641"/>
                  </a:lnTo>
                  <a:lnTo>
                    <a:pt x="3607613" y="4169363"/>
                  </a:lnTo>
                  <a:lnTo>
                    <a:pt x="3629788" y="4283126"/>
                  </a:lnTo>
                  <a:close/>
                </a:path>
              </a:pathLst>
            </a:custGeom>
            <a:solidFill>
              <a:srgbClr val="2D8B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57844" y="5973592"/>
              <a:ext cx="1703070" cy="4313555"/>
            </a:xfrm>
            <a:custGeom>
              <a:avLst/>
              <a:gdLst/>
              <a:ahLst/>
              <a:cxnLst/>
              <a:rect l="l" t="t" r="r" b="b"/>
              <a:pathLst>
                <a:path w="1703070" h="4313555">
                  <a:moveTo>
                    <a:pt x="1702737" y="4313406"/>
                  </a:moveTo>
                  <a:lnTo>
                    <a:pt x="1641159" y="4313406"/>
                  </a:lnTo>
                  <a:lnTo>
                    <a:pt x="1520026" y="3700885"/>
                  </a:lnTo>
                  <a:lnTo>
                    <a:pt x="1446328" y="3343110"/>
                  </a:lnTo>
                  <a:lnTo>
                    <a:pt x="1376573" y="3017096"/>
                  </a:lnTo>
                  <a:lnTo>
                    <a:pt x="1314146" y="2736361"/>
                  </a:lnTo>
                  <a:lnTo>
                    <a:pt x="1261576" y="2508344"/>
                  </a:lnTo>
                  <a:lnTo>
                    <a:pt x="1206815" y="2279208"/>
                  </a:lnTo>
                  <a:lnTo>
                    <a:pt x="1164386" y="2107691"/>
                  </a:lnTo>
                  <a:lnTo>
                    <a:pt x="1120855" y="1937295"/>
                  </a:lnTo>
                  <a:lnTo>
                    <a:pt x="1076278" y="1768770"/>
                  </a:lnTo>
                  <a:lnTo>
                    <a:pt x="1030712" y="1602866"/>
                  </a:lnTo>
                  <a:lnTo>
                    <a:pt x="999813" y="1494091"/>
                  </a:lnTo>
                  <a:lnTo>
                    <a:pt x="968515" y="1387037"/>
                  </a:lnTo>
                  <a:lnTo>
                    <a:pt x="936835" y="1281926"/>
                  </a:lnTo>
                  <a:lnTo>
                    <a:pt x="904791" y="1178981"/>
                  </a:lnTo>
                  <a:lnTo>
                    <a:pt x="872397" y="1078423"/>
                  </a:lnTo>
                  <a:lnTo>
                    <a:pt x="839673" y="980476"/>
                  </a:lnTo>
                  <a:lnTo>
                    <a:pt x="806632" y="885362"/>
                  </a:lnTo>
                  <a:lnTo>
                    <a:pt x="773294" y="793302"/>
                  </a:lnTo>
                  <a:lnTo>
                    <a:pt x="739673" y="704520"/>
                  </a:lnTo>
                  <a:lnTo>
                    <a:pt x="705787" y="619237"/>
                  </a:lnTo>
                  <a:lnTo>
                    <a:pt x="688750" y="577978"/>
                  </a:lnTo>
                  <a:lnTo>
                    <a:pt x="671652" y="537677"/>
                  </a:lnTo>
                  <a:lnTo>
                    <a:pt x="654497" y="498362"/>
                  </a:lnTo>
                  <a:lnTo>
                    <a:pt x="637285" y="460060"/>
                  </a:lnTo>
                  <a:lnTo>
                    <a:pt x="620020" y="422801"/>
                  </a:lnTo>
                  <a:lnTo>
                    <a:pt x="602703" y="386611"/>
                  </a:lnTo>
                  <a:lnTo>
                    <a:pt x="585336" y="351518"/>
                  </a:lnTo>
                  <a:lnTo>
                    <a:pt x="567922" y="317550"/>
                  </a:lnTo>
                  <a:lnTo>
                    <a:pt x="532958" y="253101"/>
                  </a:lnTo>
                  <a:lnTo>
                    <a:pt x="497829" y="193485"/>
                  </a:lnTo>
                  <a:lnTo>
                    <a:pt x="462551" y="138925"/>
                  </a:lnTo>
                  <a:lnTo>
                    <a:pt x="412428" y="101934"/>
                  </a:lnTo>
                  <a:lnTo>
                    <a:pt x="336479" y="78849"/>
                  </a:lnTo>
                  <a:lnTo>
                    <a:pt x="281463" y="69880"/>
                  </a:lnTo>
                  <a:lnTo>
                    <a:pt x="213186" y="63560"/>
                  </a:lnTo>
                  <a:lnTo>
                    <a:pt x="130220" y="60590"/>
                  </a:lnTo>
                  <a:lnTo>
                    <a:pt x="31139" y="61669"/>
                  </a:lnTo>
                  <a:lnTo>
                    <a:pt x="19312" y="59660"/>
                  </a:lnTo>
                  <a:lnTo>
                    <a:pt x="9511" y="53486"/>
                  </a:lnTo>
                  <a:lnTo>
                    <a:pt x="2739" y="44086"/>
                  </a:lnTo>
                  <a:lnTo>
                    <a:pt x="0" y="32397"/>
                  </a:lnTo>
                  <a:lnTo>
                    <a:pt x="2000" y="20572"/>
                  </a:lnTo>
                  <a:lnTo>
                    <a:pt x="8160" y="10775"/>
                  </a:lnTo>
                  <a:lnTo>
                    <a:pt x="17558" y="4004"/>
                  </a:lnTo>
                  <a:lnTo>
                    <a:pt x="29271" y="1258"/>
                  </a:lnTo>
                  <a:lnTo>
                    <a:pt x="107468" y="0"/>
                  </a:lnTo>
                  <a:lnTo>
                    <a:pt x="178882" y="1293"/>
                  </a:lnTo>
                  <a:lnTo>
                    <a:pt x="243567" y="5151"/>
                  </a:lnTo>
                  <a:lnTo>
                    <a:pt x="301579" y="11584"/>
                  </a:lnTo>
                  <a:lnTo>
                    <a:pt x="352972" y="20605"/>
                  </a:lnTo>
                  <a:lnTo>
                    <a:pt x="397799" y="32225"/>
                  </a:lnTo>
                  <a:lnTo>
                    <a:pt x="436115" y="46455"/>
                  </a:lnTo>
                  <a:lnTo>
                    <a:pt x="493431" y="82794"/>
                  </a:lnTo>
                  <a:lnTo>
                    <a:pt x="530232" y="131599"/>
                  </a:lnTo>
                  <a:lnTo>
                    <a:pt x="565497" y="188703"/>
                  </a:lnTo>
                  <a:lnTo>
                    <a:pt x="600594" y="250638"/>
                  </a:lnTo>
                  <a:lnTo>
                    <a:pt x="635505" y="317189"/>
                  </a:lnTo>
                  <a:lnTo>
                    <a:pt x="652886" y="352128"/>
                  </a:lnTo>
                  <a:lnTo>
                    <a:pt x="670215" y="388141"/>
                  </a:lnTo>
                  <a:lnTo>
                    <a:pt x="687490" y="425200"/>
                  </a:lnTo>
                  <a:lnTo>
                    <a:pt x="704709" y="463279"/>
                  </a:lnTo>
                  <a:lnTo>
                    <a:pt x="721869" y="502351"/>
                  </a:lnTo>
                  <a:lnTo>
                    <a:pt x="738970" y="542388"/>
                  </a:lnTo>
                  <a:lnTo>
                    <a:pt x="756008" y="583364"/>
                  </a:lnTo>
                  <a:lnTo>
                    <a:pt x="789891" y="668026"/>
                  </a:lnTo>
                  <a:lnTo>
                    <a:pt x="823502" y="756122"/>
                  </a:lnTo>
                  <a:lnTo>
                    <a:pt x="856825" y="847435"/>
                  </a:lnTo>
                  <a:lnTo>
                    <a:pt x="889845" y="941751"/>
                  </a:lnTo>
                  <a:lnTo>
                    <a:pt x="922546" y="1038856"/>
                  </a:lnTo>
                  <a:lnTo>
                    <a:pt x="954912" y="1138533"/>
                  </a:lnTo>
                  <a:lnTo>
                    <a:pt x="986928" y="1240568"/>
                  </a:lnTo>
                  <a:lnTo>
                    <a:pt x="1018577" y="1344746"/>
                  </a:lnTo>
                  <a:lnTo>
                    <a:pt x="1049844" y="1450852"/>
                  </a:lnTo>
                  <a:lnTo>
                    <a:pt x="1080713" y="1558671"/>
                  </a:lnTo>
                  <a:lnTo>
                    <a:pt x="1126236" y="1723140"/>
                  </a:lnTo>
                  <a:lnTo>
                    <a:pt x="1170776" y="1890252"/>
                  </a:lnTo>
                  <a:lnTo>
                    <a:pt x="1214278" y="2059283"/>
                  </a:lnTo>
                  <a:lnTo>
                    <a:pt x="1256691" y="2229506"/>
                  </a:lnTo>
                  <a:lnTo>
                    <a:pt x="1311453" y="2457070"/>
                  </a:lnTo>
                  <a:lnTo>
                    <a:pt x="1364056" y="2683742"/>
                  </a:lnTo>
                  <a:lnTo>
                    <a:pt x="1426584" y="2963208"/>
                  </a:lnTo>
                  <a:lnTo>
                    <a:pt x="1496558" y="3288449"/>
                  </a:lnTo>
                  <a:lnTo>
                    <a:pt x="1590286" y="3743516"/>
                  </a:lnTo>
                  <a:lnTo>
                    <a:pt x="1702737" y="4313406"/>
                  </a:lnTo>
                  <a:close/>
                </a:path>
              </a:pathLst>
            </a:custGeom>
            <a:solidFill>
              <a:srgbClr val="4042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6319102"/>
              <a:ext cx="3241040" cy="3968115"/>
            </a:xfrm>
            <a:custGeom>
              <a:avLst/>
              <a:gdLst/>
              <a:ahLst/>
              <a:cxnLst/>
              <a:rect l="l" t="t" r="r" b="b"/>
              <a:pathLst>
                <a:path w="3241040" h="3968115">
                  <a:moveTo>
                    <a:pt x="3240828" y="3967896"/>
                  </a:moveTo>
                  <a:lnTo>
                    <a:pt x="0" y="3967896"/>
                  </a:lnTo>
                  <a:lnTo>
                    <a:pt x="0" y="318795"/>
                  </a:lnTo>
                  <a:lnTo>
                    <a:pt x="175045" y="271646"/>
                  </a:lnTo>
                  <a:lnTo>
                    <a:pt x="232924" y="256774"/>
                  </a:lnTo>
                  <a:lnTo>
                    <a:pt x="288629" y="242775"/>
                  </a:lnTo>
                  <a:lnTo>
                    <a:pt x="476369" y="197684"/>
                  </a:lnTo>
                  <a:lnTo>
                    <a:pt x="537454" y="183727"/>
                  </a:lnTo>
                  <a:lnTo>
                    <a:pt x="537902" y="183614"/>
                  </a:lnTo>
                  <a:lnTo>
                    <a:pt x="730079" y="141991"/>
                  </a:lnTo>
                  <a:lnTo>
                    <a:pt x="919467" y="104530"/>
                  </a:lnTo>
                  <a:lnTo>
                    <a:pt x="1043827" y="82031"/>
                  </a:lnTo>
                  <a:lnTo>
                    <a:pt x="1165750" y="61775"/>
                  </a:lnTo>
                  <a:lnTo>
                    <a:pt x="1284452" y="43989"/>
                  </a:lnTo>
                  <a:lnTo>
                    <a:pt x="1399146" y="28898"/>
                  </a:lnTo>
                  <a:lnTo>
                    <a:pt x="1454744" y="22433"/>
                  </a:lnTo>
                  <a:lnTo>
                    <a:pt x="1509046" y="16727"/>
                  </a:lnTo>
                  <a:lnTo>
                    <a:pt x="1561953" y="11808"/>
                  </a:lnTo>
                  <a:lnTo>
                    <a:pt x="1613367" y="7704"/>
                  </a:lnTo>
                  <a:lnTo>
                    <a:pt x="1663190" y="4442"/>
                  </a:lnTo>
                  <a:lnTo>
                    <a:pt x="1711324" y="2053"/>
                  </a:lnTo>
                  <a:lnTo>
                    <a:pt x="1757670" y="562"/>
                  </a:lnTo>
                  <a:lnTo>
                    <a:pt x="1802130" y="0"/>
                  </a:lnTo>
                  <a:lnTo>
                    <a:pt x="1844606" y="393"/>
                  </a:lnTo>
                  <a:lnTo>
                    <a:pt x="1884999" y="1771"/>
                  </a:lnTo>
                  <a:lnTo>
                    <a:pt x="1923212" y="4161"/>
                  </a:lnTo>
                  <a:lnTo>
                    <a:pt x="1992704" y="12091"/>
                  </a:lnTo>
                  <a:lnTo>
                    <a:pt x="2052295" y="24410"/>
                  </a:lnTo>
                  <a:lnTo>
                    <a:pt x="2101199" y="41343"/>
                  </a:lnTo>
                  <a:lnTo>
                    <a:pt x="2138631" y="63116"/>
                  </a:lnTo>
                  <a:lnTo>
                    <a:pt x="2182371" y="119923"/>
                  </a:lnTo>
                  <a:lnTo>
                    <a:pt x="2219463" y="184940"/>
                  </a:lnTo>
                  <a:lnTo>
                    <a:pt x="2237980" y="219899"/>
                  </a:lnTo>
                  <a:lnTo>
                    <a:pt x="2256473" y="256433"/>
                  </a:lnTo>
                  <a:lnTo>
                    <a:pt x="2274938" y="294495"/>
                  </a:lnTo>
                  <a:lnTo>
                    <a:pt x="2293371" y="334040"/>
                  </a:lnTo>
                  <a:lnTo>
                    <a:pt x="2311767" y="375025"/>
                  </a:lnTo>
                  <a:lnTo>
                    <a:pt x="2330123" y="417402"/>
                  </a:lnTo>
                  <a:lnTo>
                    <a:pt x="2348435" y="461128"/>
                  </a:lnTo>
                  <a:lnTo>
                    <a:pt x="2366699" y="506157"/>
                  </a:lnTo>
                  <a:lnTo>
                    <a:pt x="2384911" y="552444"/>
                  </a:lnTo>
                  <a:lnTo>
                    <a:pt x="2403067" y="599944"/>
                  </a:lnTo>
                  <a:lnTo>
                    <a:pt x="2421163" y="648612"/>
                  </a:lnTo>
                  <a:lnTo>
                    <a:pt x="2439195" y="698403"/>
                  </a:lnTo>
                  <a:lnTo>
                    <a:pt x="2457159" y="749271"/>
                  </a:lnTo>
                  <a:lnTo>
                    <a:pt x="2475051" y="801171"/>
                  </a:lnTo>
                  <a:lnTo>
                    <a:pt x="2492867" y="854059"/>
                  </a:lnTo>
                  <a:lnTo>
                    <a:pt x="2510604" y="907889"/>
                  </a:lnTo>
                  <a:lnTo>
                    <a:pt x="2528256" y="962616"/>
                  </a:lnTo>
                  <a:lnTo>
                    <a:pt x="2545821" y="1018195"/>
                  </a:lnTo>
                  <a:lnTo>
                    <a:pt x="2563294" y="1074581"/>
                  </a:lnTo>
                  <a:lnTo>
                    <a:pt x="2580672" y="1131729"/>
                  </a:lnTo>
                  <a:lnTo>
                    <a:pt x="2597950" y="1189593"/>
                  </a:lnTo>
                  <a:lnTo>
                    <a:pt x="2615124" y="1248129"/>
                  </a:lnTo>
                  <a:lnTo>
                    <a:pt x="2632191" y="1307291"/>
                  </a:lnTo>
                  <a:lnTo>
                    <a:pt x="2649146" y="1367034"/>
                  </a:lnTo>
                  <a:lnTo>
                    <a:pt x="2665985" y="1427314"/>
                  </a:lnTo>
                  <a:lnTo>
                    <a:pt x="2682705" y="1488084"/>
                  </a:lnTo>
                  <a:lnTo>
                    <a:pt x="2699302" y="1549300"/>
                  </a:lnTo>
                  <a:lnTo>
                    <a:pt x="2715771" y="1610918"/>
                  </a:lnTo>
                  <a:lnTo>
                    <a:pt x="2732109" y="1672890"/>
                  </a:lnTo>
                  <a:lnTo>
                    <a:pt x="2748311" y="1735174"/>
                  </a:lnTo>
                  <a:lnTo>
                    <a:pt x="2764375" y="1797723"/>
                  </a:lnTo>
                  <a:lnTo>
                    <a:pt x="2796067" y="1923436"/>
                  </a:lnTo>
                  <a:lnTo>
                    <a:pt x="2811688" y="1986510"/>
                  </a:lnTo>
                  <a:lnTo>
                    <a:pt x="2827155" y="2049670"/>
                  </a:lnTo>
                  <a:lnTo>
                    <a:pt x="2842462" y="2112869"/>
                  </a:lnTo>
                  <a:lnTo>
                    <a:pt x="2857606" y="2176062"/>
                  </a:lnTo>
                  <a:lnTo>
                    <a:pt x="2872582" y="2239206"/>
                  </a:lnTo>
                  <a:lnTo>
                    <a:pt x="2887388" y="2302254"/>
                  </a:lnTo>
                  <a:lnTo>
                    <a:pt x="2902019" y="2365161"/>
                  </a:lnTo>
                  <a:lnTo>
                    <a:pt x="2916471" y="2427882"/>
                  </a:lnTo>
                  <a:lnTo>
                    <a:pt x="2930740" y="2490373"/>
                  </a:lnTo>
                  <a:lnTo>
                    <a:pt x="2944822" y="2552587"/>
                  </a:lnTo>
                  <a:lnTo>
                    <a:pt x="2958713" y="2614481"/>
                  </a:lnTo>
                  <a:lnTo>
                    <a:pt x="2972409" y="2676008"/>
                  </a:lnTo>
                  <a:lnTo>
                    <a:pt x="2985906" y="2737124"/>
                  </a:lnTo>
                  <a:lnTo>
                    <a:pt x="2999201" y="2797783"/>
                  </a:lnTo>
                  <a:lnTo>
                    <a:pt x="3012289" y="2857941"/>
                  </a:lnTo>
                  <a:lnTo>
                    <a:pt x="3025166" y="2917552"/>
                  </a:lnTo>
                  <a:lnTo>
                    <a:pt x="3037828" y="2976571"/>
                  </a:lnTo>
                  <a:lnTo>
                    <a:pt x="3050272" y="3034953"/>
                  </a:lnTo>
                  <a:lnTo>
                    <a:pt x="3062493" y="3092653"/>
                  </a:lnTo>
                  <a:lnTo>
                    <a:pt x="3074488" y="3149626"/>
                  </a:lnTo>
                  <a:lnTo>
                    <a:pt x="3086252" y="3205827"/>
                  </a:lnTo>
                  <a:lnTo>
                    <a:pt x="3097781" y="3261210"/>
                  </a:lnTo>
                  <a:lnTo>
                    <a:pt x="3109072" y="3315731"/>
                  </a:lnTo>
                  <a:lnTo>
                    <a:pt x="3120121" y="3369344"/>
                  </a:lnTo>
                  <a:lnTo>
                    <a:pt x="3130923" y="3422004"/>
                  </a:lnTo>
                  <a:lnTo>
                    <a:pt x="3141475" y="3473666"/>
                  </a:lnTo>
                  <a:lnTo>
                    <a:pt x="3151773" y="3524286"/>
                  </a:lnTo>
                  <a:lnTo>
                    <a:pt x="3161812" y="3573817"/>
                  </a:lnTo>
                  <a:lnTo>
                    <a:pt x="3171589" y="3622215"/>
                  </a:lnTo>
                  <a:lnTo>
                    <a:pt x="3181099" y="3669434"/>
                  </a:lnTo>
                  <a:lnTo>
                    <a:pt x="3199306" y="3760157"/>
                  </a:lnTo>
                  <a:lnTo>
                    <a:pt x="3240828" y="39678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7161123"/>
              <a:ext cx="2900045" cy="3126105"/>
            </a:xfrm>
            <a:custGeom>
              <a:avLst/>
              <a:gdLst/>
              <a:ahLst/>
              <a:cxnLst/>
              <a:rect l="l" t="t" r="r" b="b"/>
              <a:pathLst>
                <a:path w="2900045" h="3126104">
                  <a:moveTo>
                    <a:pt x="470382" y="845515"/>
                  </a:moveTo>
                  <a:lnTo>
                    <a:pt x="465086" y="798969"/>
                  </a:lnTo>
                  <a:lnTo>
                    <a:pt x="452843" y="744613"/>
                  </a:lnTo>
                  <a:lnTo>
                    <a:pt x="436130" y="687400"/>
                  </a:lnTo>
                  <a:lnTo>
                    <a:pt x="417423" y="632269"/>
                  </a:lnTo>
                  <a:lnTo>
                    <a:pt x="399173" y="584149"/>
                  </a:lnTo>
                  <a:lnTo>
                    <a:pt x="383857" y="547979"/>
                  </a:lnTo>
                  <a:lnTo>
                    <a:pt x="366788" y="541147"/>
                  </a:lnTo>
                  <a:lnTo>
                    <a:pt x="332066" y="545769"/>
                  </a:lnTo>
                  <a:lnTo>
                    <a:pt x="285546" y="558190"/>
                  </a:lnTo>
                  <a:lnTo>
                    <a:pt x="180568" y="591667"/>
                  </a:lnTo>
                  <a:lnTo>
                    <a:pt x="152768" y="599821"/>
                  </a:lnTo>
                  <a:lnTo>
                    <a:pt x="130098" y="527088"/>
                  </a:lnTo>
                  <a:lnTo>
                    <a:pt x="114058" y="472249"/>
                  </a:lnTo>
                  <a:lnTo>
                    <a:pt x="97409" y="417715"/>
                  </a:lnTo>
                  <a:lnTo>
                    <a:pt x="78701" y="364058"/>
                  </a:lnTo>
                  <a:lnTo>
                    <a:pt x="66459" y="338010"/>
                  </a:lnTo>
                  <a:lnTo>
                    <a:pt x="46736" y="321551"/>
                  </a:lnTo>
                  <a:lnTo>
                    <a:pt x="11315" y="318935"/>
                  </a:lnTo>
                  <a:lnTo>
                    <a:pt x="0" y="321881"/>
                  </a:lnTo>
                  <a:lnTo>
                    <a:pt x="0" y="638721"/>
                  </a:lnTo>
                  <a:lnTo>
                    <a:pt x="0" y="1015377"/>
                  </a:lnTo>
                  <a:lnTo>
                    <a:pt x="0" y="1311668"/>
                  </a:lnTo>
                  <a:lnTo>
                    <a:pt x="11798" y="1313624"/>
                  </a:lnTo>
                  <a:lnTo>
                    <a:pt x="58547" y="1309128"/>
                  </a:lnTo>
                  <a:lnTo>
                    <a:pt x="112941" y="1297076"/>
                  </a:lnTo>
                  <a:lnTo>
                    <a:pt x="170078" y="1280071"/>
                  </a:lnTo>
                  <a:lnTo>
                    <a:pt x="225069" y="1260754"/>
                  </a:lnTo>
                  <a:lnTo>
                    <a:pt x="272999" y="1241729"/>
                  </a:lnTo>
                  <a:lnTo>
                    <a:pt x="308965" y="1225626"/>
                  </a:lnTo>
                  <a:lnTo>
                    <a:pt x="315328" y="1206627"/>
                  </a:lnTo>
                  <a:lnTo>
                    <a:pt x="309575" y="1167384"/>
                  </a:lnTo>
                  <a:lnTo>
                    <a:pt x="295592" y="1114615"/>
                  </a:lnTo>
                  <a:lnTo>
                    <a:pt x="258546" y="995375"/>
                  </a:lnTo>
                  <a:lnTo>
                    <a:pt x="246773" y="954570"/>
                  </a:lnTo>
                  <a:lnTo>
                    <a:pt x="246913" y="954532"/>
                  </a:lnTo>
                  <a:lnTo>
                    <a:pt x="300304" y="939228"/>
                  </a:lnTo>
                  <a:lnTo>
                    <a:pt x="409600" y="906627"/>
                  </a:lnTo>
                  <a:lnTo>
                    <a:pt x="450329" y="895413"/>
                  </a:lnTo>
                  <a:lnTo>
                    <a:pt x="466293" y="879309"/>
                  </a:lnTo>
                  <a:lnTo>
                    <a:pt x="470382" y="845515"/>
                  </a:lnTo>
                  <a:close/>
                </a:path>
                <a:path w="2900045" h="3126104">
                  <a:moveTo>
                    <a:pt x="2215985" y="72390"/>
                  </a:moveTo>
                  <a:lnTo>
                    <a:pt x="2206980" y="43053"/>
                  </a:lnTo>
                  <a:lnTo>
                    <a:pt x="2185162" y="17322"/>
                  </a:lnTo>
                  <a:lnTo>
                    <a:pt x="2161438" y="0"/>
                  </a:lnTo>
                  <a:lnTo>
                    <a:pt x="2149246" y="533"/>
                  </a:lnTo>
                  <a:lnTo>
                    <a:pt x="2122055" y="5791"/>
                  </a:lnTo>
                  <a:lnTo>
                    <a:pt x="2082469" y="14947"/>
                  </a:lnTo>
                  <a:lnTo>
                    <a:pt x="2033130" y="27165"/>
                  </a:lnTo>
                  <a:lnTo>
                    <a:pt x="1732191" y="105803"/>
                  </a:lnTo>
                  <a:lnTo>
                    <a:pt x="1679575" y="119303"/>
                  </a:lnTo>
                  <a:lnTo>
                    <a:pt x="1203972" y="239191"/>
                  </a:lnTo>
                  <a:lnTo>
                    <a:pt x="779373" y="350151"/>
                  </a:lnTo>
                  <a:lnTo>
                    <a:pt x="686079" y="375335"/>
                  </a:lnTo>
                  <a:lnTo>
                    <a:pt x="639737" y="388874"/>
                  </a:lnTo>
                  <a:lnTo>
                    <a:pt x="590765" y="417804"/>
                  </a:lnTo>
                  <a:lnTo>
                    <a:pt x="606259" y="467207"/>
                  </a:lnTo>
                  <a:lnTo>
                    <a:pt x="617258" y="483209"/>
                  </a:lnTo>
                  <a:lnTo>
                    <a:pt x="640892" y="488010"/>
                  </a:lnTo>
                  <a:lnTo>
                    <a:pt x="685520" y="482485"/>
                  </a:lnTo>
                  <a:lnTo>
                    <a:pt x="759460" y="467461"/>
                  </a:lnTo>
                  <a:lnTo>
                    <a:pt x="855408" y="446455"/>
                  </a:lnTo>
                  <a:lnTo>
                    <a:pt x="951484" y="424434"/>
                  </a:lnTo>
                  <a:lnTo>
                    <a:pt x="1095768" y="389890"/>
                  </a:lnTo>
                  <a:lnTo>
                    <a:pt x="1755203" y="225082"/>
                  </a:lnTo>
                  <a:lnTo>
                    <a:pt x="2151938" y="122732"/>
                  </a:lnTo>
                  <a:lnTo>
                    <a:pt x="2201278" y="100545"/>
                  </a:lnTo>
                  <a:lnTo>
                    <a:pt x="2215985" y="72390"/>
                  </a:lnTo>
                  <a:close/>
                </a:path>
                <a:path w="2900045" h="3126104">
                  <a:moveTo>
                    <a:pt x="2314016" y="462445"/>
                  </a:moveTo>
                  <a:lnTo>
                    <a:pt x="2305012" y="433108"/>
                  </a:lnTo>
                  <a:lnTo>
                    <a:pt x="2283193" y="407377"/>
                  </a:lnTo>
                  <a:lnTo>
                    <a:pt x="2259457" y="390042"/>
                  </a:lnTo>
                  <a:lnTo>
                    <a:pt x="2247277" y="390575"/>
                  </a:lnTo>
                  <a:lnTo>
                    <a:pt x="2220074" y="395833"/>
                  </a:lnTo>
                  <a:lnTo>
                    <a:pt x="2180488" y="404990"/>
                  </a:lnTo>
                  <a:lnTo>
                    <a:pt x="2131149" y="417207"/>
                  </a:lnTo>
                  <a:lnTo>
                    <a:pt x="1830209" y="495846"/>
                  </a:lnTo>
                  <a:lnTo>
                    <a:pt x="1777593" y="509346"/>
                  </a:lnTo>
                  <a:lnTo>
                    <a:pt x="1301991" y="629246"/>
                  </a:lnTo>
                  <a:lnTo>
                    <a:pt x="877404" y="740206"/>
                  </a:lnTo>
                  <a:lnTo>
                    <a:pt x="784098" y="765378"/>
                  </a:lnTo>
                  <a:lnTo>
                    <a:pt x="737755" y="778916"/>
                  </a:lnTo>
                  <a:lnTo>
                    <a:pt x="688784" y="807847"/>
                  </a:lnTo>
                  <a:lnTo>
                    <a:pt x="704291" y="857262"/>
                  </a:lnTo>
                  <a:lnTo>
                    <a:pt x="715289" y="873264"/>
                  </a:lnTo>
                  <a:lnTo>
                    <a:pt x="738924" y="878078"/>
                  </a:lnTo>
                  <a:lnTo>
                    <a:pt x="783539" y="872540"/>
                  </a:lnTo>
                  <a:lnTo>
                    <a:pt x="857478" y="857504"/>
                  </a:lnTo>
                  <a:lnTo>
                    <a:pt x="953427" y="836498"/>
                  </a:lnTo>
                  <a:lnTo>
                    <a:pt x="1049502" y="814476"/>
                  </a:lnTo>
                  <a:lnTo>
                    <a:pt x="1193787" y="779945"/>
                  </a:lnTo>
                  <a:lnTo>
                    <a:pt x="1853222" y="615137"/>
                  </a:lnTo>
                  <a:lnTo>
                    <a:pt x="2249970" y="512787"/>
                  </a:lnTo>
                  <a:lnTo>
                    <a:pt x="2299297" y="490601"/>
                  </a:lnTo>
                  <a:lnTo>
                    <a:pt x="2314016" y="462445"/>
                  </a:lnTo>
                  <a:close/>
                </a:path>
                <a:path w="2900045" h="3126104">
                  <a:moveTo>
                    <a:pt x="2412047" y="852512"/>
                  </a:moveTo>
                  <a:lnTo>
                    <a:pt x="2403043" y="823175"/>
                  </a:lnTo>
                  <a:lnTo>
                    <a:pt x="2381224" y="797445"/>
                  </a:lnTo>
                  <a:lnTo>
                    <a:pt x="2357488" y="780122"/>
                  </a:lnTo>
                  <a:lnTo>
                    <a:pt x="2345309" y="780656"/>
                  </a:lnTo>
                  <a:lnTo>
                    <a:pt x="2318105" y="785901"/>
                  </a:lnTo>
                  <a:lnTo>
                    <a:pt x="2278519" y="795045"/>
                  </a:lnTo>
                  <a:lnTo>
                    <a:pt x="2229180" y="807262"/>
                  </a:lnTo>
                  <a:lnTo>
                    <a:pt x="1928241" y="885913"/>
                  </a:lnTo>
                  <a:lnTo>
                    <a:pt x="1875624" y="899414"/>
                  </a:lnTo>
                  <a:lnTo>
                    <a:pt x="1400022" y="1019302"/>
                  </a:lnTo>
                  <a:lnTo>
                    <a:pt x="975423" y="1130261"/>
                  </a:lnTo>
                  <a:lnTo>
                    <a:pt x="882129" y="1155446"/>
                  </a:lnTo>
                  <a:lnTo>
                    <a:pt x="835787" y="1168971"/>
                  </a:lnTo>
                  <a:lnTo>
                    <a:pt x="786815" y="1197902"/>
                  </a:lnTo>
                  <a:lnTo>
                    <a:pt x="802322" y="1247330"/>
                  </a:lnTo>
                  <a:lnTo>
                    <a:pt x="813308" y="1263332"/>
                  </a:lnTo>
                  <a:lnTo>
                    <a:pt x="836942" y="1268133"/>
                  </a:lnTo>
                  <a:lnTo>
                    <a:pt x="881570" y="1262595"/>
                  </a:lnTo>
                  <a:lnTo>
                    <a:pt x="955509" y="1247571"/>
                  </a:lnTo>
                  <a:lnTo>
                    <a:pt x="1051445" y="1226553"/>
                  </a:lnTo>
                  <a:lnTo>
                    <a:pt x="1147521" y="1204531"/>
                  </a:lnTo>
                  <a:lnTo>
                    <a:pt x="1291818" y="1170000"/>
                  </a:lnTo>
                  <a:lnTo>
                    <a:pt x="1951253" y="1005205"/>
                  </a:lnTo>
                  <a:lnTo>
                    <a:pt x="2347988" y="902855"/>
                  </a:lnTo>
                  <a:lnTo>
                    <a:pt x="2397328" y="880668"/>
                  </a:lnTo>
                  <a:lnTo>
                    <a:pt x="2412047" y="852512"/>
                  </a:lnTo>
                  <a:close/>
                </a:path>
                <a:path w="2900045" h="3126104">
                  <a:moveTo>
                    <a:pt x="2507843" y="1246695"/>
                  </a:moveTo>
                  <a:lnTo>
                    <a:pt x="2495727" y="1210462"/>
                  </a:lnTo>
                  <a:lnTo>
                    <a:pt x="2452535" y="1184109"/>
                  </a:lnTo>
                  <a:lnTo>
                    <a:pt x="2429929" y="1176566"/>
                  </a:lnTo>
                  <a:lnTo>
                    <a:pt x="2421267" y="1177137"/>
                  </a:lnTo>
                  <a:lnTo>
                    <a:pt x="2376005" y="1186319"/>
                  </a:lnTo>
                  <a:lnTo>
                    <a:pt x="2299639" y="1204442"/>
                  </a:lnTo>
                  <a:lnTo>
                    <a:pt x="2142960" y="1243787"/>
                  </a:lnTo>
                  <a:lnTo>
                    <a:pt x="1602740" y="1382687"/>
                  </a:lnTo>
                  <a:lnTo>
                    <a:pt x="686054" y="1613877"/>
                  </a:lnTo>
                  <a:lnTo>
                    <a:pt x="0" y="1790585"/>
                  </a:lnTo>
                  <a:lnTo>
                    <a:pt x="0" y="1902294"/>
                  </a:lnTo>
                  <a:lnTo>
                    <a:pt x="246888" y="1844573"/>
                  </a:lnTo>
                  <a:lnTo>
                    <a:pt x="638657" y="1749031"/>
                  </a:lnTo>
                  <a:lnTo>
                    <a:pt x="1792516" y="1459509"/>
                  </a:lnTo>
                  <a:lnTo>
                    <a:pt x="2393226" y="1306144"/>
                  </a:lnTo>
                  <a:lnTo>
                    <a:pt x="2454808" y="1286675"/>
                  </a:lnTo>
                  <a:lnTo>
                    <a:pt x="2491600" y="1266596"/>
                  </a:lnTo>
                  <a:lnTo>
                    <a:pt x="2507843" y="1246695"/>
                  </a:lnTo>
                  <a:close/>
                </a:path>
                <a:path w="2900045" h="3126104">
                  <a:moveTo>
                    <a:pt x="2605875" y="1636750"/>
                  </a:moveTo>
                  <a:lnTo>
                    <a:pt x="2593759" y="1600517"/>
                  </a:lnTo>
                  <a:lnTo>
                    <a:pt x="2550566" y="1574177"/>
                  </a:lnTo>
                  <a:lnTo>
                    <a:pt x="2527960" y="1566633"/>
                  </a:lnTo>
                  <a:lnTo>
                    <a:pt x="2519299" y="1567205"/>
                  </a:lnTo>
                  <a:lnTo>
                    <a:pt x="2474023" y="1576387"/>
                  </a:lnTo>
                  <a:lnTo>
                    <a:pt x="2397658" y="1594510"/>
                  </a:lnTo>
                  <a:lnTo>
                    <a:pt x="2240991" y="1633842"/>
                  </a:lnTo>
                  <a:lnTo>
                    <a:pt x="1700758" y="1772729"/>
                  </a:lnTo>
                  <a:lnTo>
                    <a:pt x="784085" y="2003920"/>
                  </a:lnTo>
                  <a:lnTo>
                    <a:pt x="92303" y="2182126"/>
                  </a:lnTo>
                  <a:lnTo>
                    <a:pt x="0" y="2206421"/>
                  </a:lnTo>
                  <a:lnTo>
                    <a:pt x="0" y="2314359"/>
                  </a:lnTo>
                  <a:lnTo>
                    <a:pt x="149707" y="2280488"/>
                  </a:lnTo>
                  <a:lnTo>
                    <a:pt x="442722" y="2211159"/>
                  </a:lnTo>
                  <a:lnTo>
                    <a:pt x="1839074" y="1862670"/>
                  </a:lnTo>
                  <a:lnTo>
                    <a:pt x="2491244" y="1696212"/>
                  </a:lnTo>
                  <a:lnTo>
                    <a:pt x="2552839" y="1676730"/>
                  </a:lnTo>
                  <a:lnTo>
                    <a:pt x="2589631" y="1656651"/>
                  </a:lnTo>
                  <a:lnTo>
                    <a:pt x="2605875" y="1636750"/>
                  </a:lnTo>
                  <a:close/>
                </a:path>
                <a:path w="2900045" h="3126104">
                  <a:moveTo>
                    <a:pt x="2703893" y="2026818"/>
                  </a:moveTo>
                  <a:lnTo>
                    <a:pt x="2691790" y="1990585"/>
                  </a:lnTo>
                  <a:lnTo>
                    <a:pt x="2648597" y="1964232"/>
                  </a:lnTo>
                  <a:lnTo>
                    <a:pt x="2625979" y="1956689"/>
                  </a:lnTo>
                  <a:lnTo>
                    <a:pt x="2617317" y="1957260"/>
                  </a:lnTo>
                  <a:lnTo>
                    <a:pt x="2572054" y="1966429"/>
                  </a:lnTo>
                  <a:lnTo>
                    <a:pt x="2495689" y="1984565"/>
                  </a:lnTo>
                  <a:lnTo>
                    <a:pt x="2339009" y="2023897"/>
                  </a:lnTo>
                  <a:lnTo>
                    <a:pt x="1798777" y="2162772"/>
                  </a:lnTo>
                  <a:lnTo>
                    <a:pt x="882103" y="2393962"/>
                  </a:lnTo>
                  <a:lnTo>
                    <a:pt x="190334" y="2572169"/>
                  </a:lnTo>
                  <a:lnTo>
                    <a:pt x="91744" y="2598128"/>
                  </a:lnTo>
                  <a:lnTo>
                    <a:pt x="26276" y="2615920"/>
                  </a:lnTo>
                  <a:lnTo>
                    <a:pt x="0" y="2624061"/>
                  </a:lnTo>
                  <a:lnTo>
                    <a:pt x="0" y="2722791"/>
                  </a:lnTo>
                  <a:lnTo>
                    <a:pt x="42481" y="2716009"/>
                  </a:lnTo>
                  <a:lnTo>
                    <a:pt x="108458" y="2702217"/>
                  </a:lnTo>
                  <a:lnTo>
                    <a:pt x="345262" y="2647797"/>
                  </a:lnTo>
                  <a:lnTo>
                    <a:pt x="687641" y="2565450"/>
                  </a:lnTo>
                  <a:lnTo>
                    <a:pt x="1988566" y="2239632"/>
                  </a:lnTo>
                  <a:lnTo>
                    <a:pt x="2589276" y="2086267"/>
                  </a:lnTo>
                  <a:lnTo>
                    <a:pt x="2650871" y="2066798"/>
                  </a:lnTo>
                  <a:lnTo>
                    <a:pt x="2687650" y="2046719"/>
                  </a:lnTo>
                  <a:lnTo>
                    <a:pt x="2703893" y="2026818"/>
                  </a:lnTo>
                  <a:close/>
                </a:path>
                <a:path w="2900045" h="3126104">
                  <a:moveTo>
                    <a:pt x="2801912" y="2416835"/>
                  </a:moveTo>
                  <a:lnTo>
                    <a:pt x="2789809" y="2380602"/>
                  </a:lnTo>
                  <a:lnTo>
                    <a:pt x="2746603" y="2354262"/>
                  </a:lnTo>
                  <a:lnTo>
                    <a:pt x="2723997" y="2346718"/>
                  </a:lnTo>
                  <a:lnTo>
                    <a:pt x="2715336" y="2347290"/>
                  </a:lnTo>
                  <a:lnTo>
                    <a:pt x="2670073" y="2356472"/>
                  </a:lnTo>
                  <a:lnTo>
                    <a:pt x="2593708" y="2374608"/>
                  </a:lnTo>
                  <a:lnTo>
                    <a:pt x="2437041" y="2413952"/>
                  </a:lnTo>
                  <a:lnTo>
                    <a:pt x="1896808" y="2552839"/>
                  </a:lnTo>
                  <a:lnTo>
                    <a:pt x="980135" y="2784030"/>
                  </a:lnTo>
                  <a:lnTo>
                    <a:pt x="288353" y="2962224"/>
                  </a:lnTo>
                  <a:lnTo>
                    <a:pt x="189776" y="2988183"/>
                  </a:lnTo>
                  <a:lnTo>
                    <a:pt x="124294" y="3005988"/>
                  </a:lnTo>
                  <a:lnTo>
                    <a:pt x="72097" y="3022142"/>
                  </a:lnTo>
                  <a:lnTo>
                    <a:pt x="36576" y="3037370"/>
                  </a:lnTo>
                  <a:lnTo>
                    <a:pt x="21196" y="3052394"/>
                  </a:lnTo>
                  <a:lnTo>
                    <a:pt x="29387" y="3067901"/>
                  </a:lnTo>
                  <a:lnTo>
                    <a:pt x="40576" y="3097492"/>
                  </a:lnTo>
                  <a:lnTo>
                    <a:pt x="49149" y="3108883"/>
                  </a:lnTo>
                  <a:lnTo>
                    <a:pt x="65938" y="3114205"/>
                  </a:lnTo>
                  <a:lnTo>
                    <a:pt x="95021" y="3113316"/>
                  </a:lnTo>
                  <a:lnTo>
                    <a:pt x="140512" y="3106051"/>
                  </a:lnTo>
                  <a:lnTo>
                    <a:pt x="206476" y="3092259"/>
                  </a:lnTo>
                  <a:lnTo>
                    <a:pt x="443280" y="3037840"/>
                  </a:lnTo>
                  <a:lnTo>
                    <a:pt x="785660" y="2955493"/>
                  </a:lnTo>
                  <a:lnTo>
                    <a:pt x="2086584" y="2629662"/>
                  </a:lnTo>
                  <a:lnTo>
                    <a:pt x="2687294" y="2476296"/>
                  </a:lnTo>
                  <a:lnTo>
                    <a:pt x="2748877" y="2456815"/>
                  </a:lnTo>
                  <a:lnTo>
                    <a:pt x="2785668" y="2436736"/>
                  </a:lnTo>
                  <a:lnTo>
                    <a:pt x="2801912" y="2416835"/>
                  </a:lnTo>
                  <a:close/>
                </a:path>
                <a:path w="2900045" h="3126104">
                  <a:moveTo>
                    <a:pt x="2899943" y="2806916"/>
                  </a:moveTo>
                  <a:lnTo>
                    <a:pt x="2887840" y="2770682"/>
                  </a:lnTo>
                  <a:lnTo>
                    <a:pt x="2844635" y="2744343"/>
                  </a:lnTo>
                  <a:lnTo>
                    <a:pt x="2822029" y="2736799"/>
                  </a:lnTo>
                  <a:lnTo>
                    <a:pt x="2813367" y="2737370"/>
                  </a:lnTo>
                  <a:lnTo>
                    <a:pt x="2768104" y="2746540"/>
                  </a:lnTo>
                  <a:lnTo>
                    <a:pt x="2691739" y="2764663"/>
                  </a:lnTo>
                  <a:lnTo>
                    <a:pt x="2535059" y="2803995"/>
                  </a:lnTo>
                  <a:lnTo>
                    <a:pt x="1994827" y="2942894"/>
                  </a:lnTo>
                  <a:lnTo>
                    <a:pt x="1267167" y="3125876"/>
                  </a:lnTo>
                  <a:lnTo>
                    <a:pt x="1761185" y="3125876"/>
                  </a:lnTo>
                  <a:lnTo>
                    <a:pt x="2184616" y="3019742"/>
                  </a:lnTo>
                  <a:lnTo>
                    <a:pt x="2785326" y="2866377"/>
                  </a:lnTo>
                  <a:lnTo>
                    <a:pt x="2846921" y="2846895"/>
                  </a:lnTo>
                  <a:lnTo>
                    <a:pt x="2883700" y="2826829"/>
                  </a:lnTo>
                  <a:lnTo>
                    <a:pt x="2899943" y="2806916"/>
                  </a:lnTo>
                  <a:close/>
                </a:path>
              </a:pathLst>
            </a:custGeom>
            <a:solidFill>
              <a:srgbClr val="2D8B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5438977"/>
              <a:ext cx="1885950" cy="1398270"/>
            </a:xfrm>
            <a:custGeom>
              <a:avLst/>
              <a:gdLst/>
              <a:ahLst/>
              <a:cxnLst/>
              <a:rect l="l" t="t" r="r" b="b"/>
              <a:pathLst>
                <a:path w="1885950" h="1398270">
                  <a:moveTo>
                    <a:pt x="1885518" y="711962"/>
                  </a:moveTo>
                  <a:lnTo>
                    <a:pt x="1884070" y="663194"/>
                  </a:lnTo>
                  <a:lnTo>
                    <a:pt x="1879269" y="614870"/>
                  </a:lnTo>
                  <a:lnTo>
                    <a:pt x="1871421" y="568045"/>
                  </a:lnTo>
                  <a:lnTo>
                    <a:pt x="1860829" y="523786"/>
                  </a:lnTo>
                  <a:lnTo>
                    <a:pt x="1847811" y="483146"/>
                  </a:lnTo>
                  <a:lnTo>
                    <a:pt x="1832673" y="447179"/>
                  </a:lnTo>
                  <a:lnTo>
                    <a:pt x="1797253" y="393484"/>
                  </a:lnTo>
                  <a:lnTo>
                    <a:pt x="1757057" y="371170"/>
                  </a:lnTo>
                  <a:lnTo>
                    <a:pt x="1703260" y="368617"/>
                  </a:lnTo>
                  <a:lnTo>
                    <a:pt x="1671840" y="368617"/>
                  </a:lnTo>
                  <a:lnTo>
                    <a:pt x="1600581" y="371068"/>
                  </a:lnTo>
                  <a:lnTo>
                    <a:pt x="1561007" y="373468"/>
                  </a:lnTo>
                  <a:lnTo>
                    <a:pt x="1518983" y="376618"/>
                  </a:lnTo>
                  <a:lnTo>
                    <a:pt x="1474622" y="380492"/>
                  </a:lnTo>
                  <a:lnTo>
                    <a:pt x="1428051" y="385076"/>
                  </a:lnTo>
                  <a:lnTo>
                    <a:pt x="1379423" y="390321"/>
                  </a:lnTo>
                  <a:lnTo>
                    <a:pt x="1328839" y="396227"/>
                  </a:lnTo>
                  <a:lnTo>
                    <a:pt x="1222362" y="409905"/>
                  </a:lnTo>
                  <a:lnTo>
                    <a:pt x="1109649" y="425881"/>
                  </a:lnTo>
                  <a:lnTo>
                    <a:pt x="991755" y="443979"/>
                  </a:lnTo>
                  <a:lnTo>
                    <a:pt x="960374" y="449135"/>
                  </a:lnTo>
                  <a:lnTo>
                    <a:pt x="959777" y="442442"/>
                  </a:lnTo>
                  <a:lnTo>
                    <a:pt x="952373" y="399224"/>
                  </a:lnTo>
                  <a:lnTo>
                    <a:pt x="941387" y="356222"/>
                  </a:lnTo>
                  <a:lnTo>
                    <a:pt x="926731" y="313601"/>
                  </a:lnTo>
                  <a:lnTo>
                    <a:pt x="908316" y="271551"/>
                  </a:lnTo>
                  <a:lnTo>
                    <a:pt x="886320" y="233667"/>
                  </a:lnTo>
                  <a:lnTo>
                    <a:pt x="858901" y="198361"/>
                  </a:lnTo>
                  <a:lnTo>
                    <a:pt x="826643" y="165709"/>
                  </a:lnTo>
                  <a:lnTo>
                    <a:pt x="790130" y="135775"/>
                  </a:lnTo>
                  <a:lnTo>
                    <a:pt x="749973" y="108635"/>
                  </a:lnTo>
                  <a:lnTo>
                    <a:pt x="706742" y="84340"/>
                  </a:lnTo>
                  <a:lnTo>
                    <a:pt x="661035" y="62979"/>
                  </a:lnTo>
                  <a:lnTo>
                    <a:pt x="613448" y="44602"/>
                  </a:lnTo>
                  <a:lnTo>
                    <a:pt x="564565" y="29286"/>
                  </a:lnTo>
                  <a:lnTo>
                    <a:pt x="514985" y="17106"/>
                  </a:lnTo>
                  <a:lnTo>
                    <a:pt x="465289" y="8115"/>
                  </a:lnTo>
                  <a:lnTo>
                    <a:pt x="416064" y="2387"/>
                  </a:lnTo>
                  <a:lnTo>
                    <a:pt x="367919" y="0"/>
                  </a:lnTo>
                  <a:lnTo>
                    <a:pt x="317728" y="1536"/>
                  </a:lnTo>
                  <a:lnTo>
                    <a:pt x="267614" y="7620"/>
                  </a:lnTo>
                  <a:lnTo>
                    <a:pt x="218097" y="18211"/>
                  </a:lnTo>
                  <a:lnTo>
                    <a:pt x="169684" y="33248"/>
                  </a:lnTo>
                  <a:lnTo>
                    <a:pt x="122923" y="52705"/>
                  </a:lnTo>
                  <a:lnTo>
                    <a:pt x="78320" y="76542"/>
                  </a:lnTo>
                  <a:lnTo>
                    <a:pt x="36410" y="104711"/>
                  </a:lnTo>
                  <a:lnTo>
                    <a:pt x="0" y="135267"/>
                  </a:lnTo>
                  <a:lnTo>
                    <a:pt x="0" y="638187"/>
                  </a:lnTo>
                  <a:lnTo>
                    <a:pt x="0" y="898994"/>
                  </a:lnTo>
                  <a:lnTo>
                    <a:pt x="0" y="1397673"/>
                  </a:lnTo>
                  <a:lnTo>
                    <a:pt x="1358379" y="1083056"/>
                  </a:lnTo>
                  <a:lnTo>
                    <a:pt x="1673491" y="1007656"/>
                  </a:lnTo>
                  <a:lnTo>
                    <a:pt x="1739099" y="991387"/>
                  </a:lnTo>
                  <a:lnTo>
                    <a:pt x="1775650" y="977087"/>
                  </a:lnTo>
                  <a:lnTo>
                    <a:pt x="1831555" y="925525"/>
                  </a:lnTo>
                  <a:lnTo>
                    <a:pt x="1851533" y="890371"/>
                  </a:lnTo>
                  <a:lnTo>
                    <a:pt x="1866607" y="850392"/>
                  </a:lnTo>
                  <a:lnTo>
                    <a:pt x="1877098" y="806615"/>
                  </a:lnTo>
                  <a:lnTo>
                    <a:pt x="1883295" y="760120"/>
                  </a:lnTo>
                  <a:lnTo>
                    <a:pt x="1885518" y="711962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6706" y="5770800"/>
              <a:ext cx="422909" cy="408940"/>
            </a:xfrm>
            <a:custGeom>
              <a:avLst/>
              <a:gdLst/>
              <a:ahLst/>
              <a:cxnLst/>
              <a:rect l="l" t="t" r="r" b="b"/>
              <a:pathLst>
                <a:path w="422909" h="408939">
                  <a:moveTo>
                    <a:pt x="244886" y="405808"/>
                  </a:moveTo>
                  <a:lnTo>
                    <a:pt x="201772" y="408618"/>
                  </a:lnTo>
                  <a:lnTo>
                    <a:pt x="161113" y="402577"/>
                  </a:lnTo>
                  <a:lnTo>
                    <a:pt x="123561" y="388712"/>
                  </a:lnTo>
                  <a:lnTo>
                    <a:pt x="89768" y="368047"/>
                  </a:lnTo>
                  <a:lnTo>
                    <a:pt x="60385" y="341611"/>
                  </a:lnTo>
                  <a:lnTo>
                    <a:pt x="36065" y="310429"/>
                  </a:lnTo>
                  <a:lnTo>
                    <a:pt x="17460" y="275529"/>
                  </a:lnTo>
                  <a:lnTo>
                    <a:pt x="5221" y="237936"/>
                  </a:lnTo>
                  <a:lnTo>
                    <a:pt x="0" y="198678"/>
                  </a:lnTo>
                  <a:lnTo>
                    <a:pt x="2448" y="158781"/>
                  </a:lnTo>
                  <a:lnTo>
                    <a:pt x="13219" y="119271"/>
                  </a:lnTo>
                  <a:lnTo>
                    <a:pt x="32963" y="81176"/>
                  </a:lnTo>
                  <a:lnTo>
                    <a:pt x="64906" y="45504"/>
                  </a:lnTo>
                  <a:lnTo>
                    <a:pt x="105063" y="19922"/>
                  </a:lnTo>
                  <a:lnTo>
                    <a:pt x="150332" y="4672"/>
                  </a:lnTo>
                  <a:lnTo>
                    <a:pt x="197613" y="0"/>
                  </a:lnTo>
                  <a:lnTo>
                    <a:pt x="245651" y="4961"/>
                  </a:lnTo>
                  <a:lnTo>
                    <a:pt x="294005" y="18152"/>
                  </a:lnTo>
                  <a:lnTo>
                    <a:pt x="338754" y="39122"/>
                  </a:lnTo>
                  <a:lnTo>
                    <a:pt x="375978" y="67418"/>
                  </a:lnTo>
                  <a:lnTo>
                    <a:pt x="401758" y="102590"/>
                  </a:lnTo>
                  <a:lnTo>
                    <a:pt x="417172" y="145388"/>
                  </a:lnTo>
                  <a:lnTo>
                    <a:pt x="422883" y="188907"/>
                  </a:lnTo>
                  <a:lnTo>
                    <a:pt x="419529" y="231861"/>
                  </a:lnTo>
                  <a:lnTo>
                    <a:pt x="407751" y="272966"/>
                  </a:lnTo>
                  <a:lnTo>
                    <a:pt x="388189" y="310938"/>
                  </a:lnTo>
                  <a:lnTo>
                    <a:pt x="361481" y="344492"/>
                  </a:lnTo>
                  <a:lnTo>
                    <a:pt x="328268" y="372345"/>
                  </a:lnTo>
                  <a:lnTo>
                    <a:pt x="289190" y="393211"/>
                  </a:lnTo>
                  <a:lnTo>
                    <a:pt x="244886" y="4058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2300507" y="8943964"/>
            <a:ext cx="2409825" cy="1343660"/>
            <a:chOff x="12300507" y="8943964"/>
            <a:chExt cx="2409825" cy="1343660"/>
          </a:xfrm>
        </p:grpSpPr>
        <p:sp>
          <p:nvSpPr>
            <p:cNvPr id="12" name="object 12"/>
            <p:cNvSpPr/>
            <p:nvPr/>
          </p:nvSpPr>
          <p:spPr>
            <a:xfrm>
              <a:off x="12300496" y="8943974"/>
              <a:ext cx="2409825" cy="1343025"/>
            </a:xfrm>
            <a:custGeom>
              <a:avLst/>
              <a:gdLst/>
              <a:ahLst/>
              <a:cxnLst/>
              <a:rect l="l" t="t" r="r" b="b"/>
              <a:pathLst>
                <a:path w="2409825" h="1343025">
                  <a:moveTo>
                    <a:pt x="2409279" y="943749"/>
                  </a:moveTo>
                  <a:lnTo>
                    <a:pt x="2398661" y="871080"/>
                  </a:lnTo>
                  <a:lnTo>
                    <a:pt x="2384183" y="830084"/>
                  </a:lnTo>
                  <a:lnTo>
                    <a:pt x="2364727" y="786955"/>
                  </a:lnTo>
                  <a:lnTo>
                    <a:pt x="2341143" y="742480"/>
                  </a:lnTo>
                  <a:lnTo>
                    <a:pt x="2314257" y="697382"/>
                  </a:lnTo>
                  <a:lnTo>
                    <a:pt x="2284946" y="652424"/>
                  </a:lnTo>
                  <a:lnTo>
                    <a:pt x="2254046" y="608342"/>
                  </a:lnTo>
                  <a:lnTo>
                    <a:pt x="2222398" y="565886"/>
                  </a:lnTo>
                  <a:lnTo>
                    <a:pt x="2190851" y="525818"/>
                  </a:lnTo>
                  <a:lnTo>
                    <a:pt x="2160270" y="488886"/>
                  </a:lnTo>
                  <a:lnTo>
                    <a:pt x="2131491" y="455828"/>
                  </a:lnTo>
                  <a:lnTo>
                    <a:pt x="2105355" y="427393"/>
                  </a:lnTo>
                  <a:lnTo>
                    <a:pt x="2070785" y="400253"/>
                  </a:lnTo>
                  <a:lnTo>
                    <a:pt x="2051329" y="402996"/>
                  </a:lnTo>
                  <a:lnTo>
                    <a:pt x="1992985" y="426199"/>
                  </a:lnTo>
                  <a:lnTo>
                    <a:pt x="1955634" y="445262"/>
                  </a:lnTo>
                  <a:lnTo>
                    <a:pt x="1913890" y="468401"/>
                  </a:lnTo>
                  <a:lnTo>
                    <a:pt x="1868512" y="494893"/>
                  </a:lnTo>
                  <a:lnTo>
                    <a:pt x="1820278" y="524065"/>
                  </a:lnTo>
                  <a:lnTo>
                    <a:pt x="1769960" y="555205"/>
                  </a:lnTo>
                  <a:lnTo>
                    <a:pt x="1718335" y="587641"/>
                  </a:lnTo>
                  <a:lnTo>
                    <a:pt x="1563420" y="685711"/>
                  </a:lnTo>
                  <a:lnTo>
                    <a:pt x="1562023" y="686587"/>
                  </a:lnTo>
                  <a:lnTo>
                    <a:pt x="1561998" y="684872"/>
                  </a:lnTo>
                  <a:lnTo>
                    <a:pt x="1560804" y="630275"/>
                  </a:lnTo>
                  <a:lnTo>
                    <a:pt x="1557756" y="515708"/>
                  </a:lnTo>
                  <a:lnTo>
                    <a:pt x="1551165" y="289801"/>
                  </a:lnTo>
                  <a:lnTo>
                    <a:pt x="1549869" y="239128"/>
                  </a:lnTo>
                  <a:lnTo>
                    <a:pt x="1548879" y="192532"/>
                  </a:lnTo>
                  <a:lnTo>
                    <a:pt x="1548257" y="150901"/>
                  </a:lnTo>
                  <a:lnTo>
                    <a:pt x="1548079" y="115112"/>
                  </a:lnTo>
                  <a:lnTo>
                    <a:pt x="1542961" y="85471"/>
                  </a:lnTo>
                  <a:lnTo>
                    <a:pt x="1504772" y="41084"/>
                  </a:lnTo>
                  <a:lnTo>
                    <a:pt x="1436458" y="14122"/>
                  </a:lnTo>
                  <a:lnTo>
                    <a:pt x="1393698" y="6261"/>
                  </a:lnTo>
                  <a:lnTo>
                    <a:pt x="1346606" y="1676"/>
                  </a:lnTo>
                  <a:lnTo>
                    <a:pt x="1296289" y="0"/>
                  </a:lnTo>
                  <a:lnTo>
                    <a:pt x="1243799" y="850"/>
                  </a:lnTo>
                  <a:lnTo>
                    <a:pt x="1190205" y="3898"/>
                  </a:lnTo>
                  <a:lnTo>
                    <a:pt x="1136586" y="8763"/>
                  </a:lnTo>
                  <a:lnTo>
                    <a:pt x="1084021" y="15074"/>
                  </a:lnTo>
                  <a:lnTo>
                    <a:pt x="1033564" y="22479"/>
                  </a:lnTo>
                  <a:lnTo>
                    <a:pt x="986307" y="30619"/>
                  </a:lnTo>
                  <a:lnTo>
                    <a:pt x="943317" y="39128"/>
                  </a:lnTo>
                  <a:lnTo>
                    <a:pt x="905649" y="47637"/>
                  </a:lnTo>
                  <a:lnTo>
                    <a:pt x="864895" y="64122"/>
                  </a:lnTo>
                  <a:lnTo>
                    <a:pt x="852246" y="109499"/>
                  </a:lnTo>
                  <a:lnTo>
                    <a:pt x="846620" y="186410"/>
                  </a:lnTo>
                  <a:lnTo>
                    <a:pt x="845896" y="234137"/>
                  </a:lnTo>
                  <a:lnTo>
                    <a:pt x="846289" y="286677"/>
                  </a:lnTo>
                  <a:lnTo>
                    <a:pt x="847572" y="343039"/>
                  </a:lnTo>
                  <a:lnTo>
                    <a:pt x="849541" y="402183"/>
                  </a:lnTo>
                  <a:lnTo>
                    <a:pt x="851966" y="463092"/>
                  </a:lnTo>
                  <a:lnTo>
                    <a:pt x="859917" y="646277"/>
                  </a:lnTo>
                  <a:lnTo>
                    <a:pt x="861758" y="695655"/>
                  </a:lnTo>
                  <a:lnTo>
                    <a:pt x="845858" y="685711"/>
                  </a:lnTo>
                  <a:lnTo>
                    <a:pt x="690943" y="587641"/>
                  </a:lnTo>
                  <a:lnTo>
                    <a:pt x="639330" y="555205"/>
                  </a:lnTo>
                  <a:lnTo>
                    <a:pt x="589013" y="524065"/>
                  </a:lnTo>
                  <a:lnTo>
                    <a:pt x="540778" y="494893"/>
                  </a:lnTo>
                  <a:lnTo>
                    <a:pt x="495401" y="468401"/>
                  </a:lnTo>
                  <a:lnTo>
                    <a:pt x="453644" y="445262"/>
                  </a:lnTo>
                  <a:lnTo>
                    <a:pt x="416306" y="426199"/>
                  </a:lnTo>
                  <a:lnTo>
                    <a:pt x="357949" y="402996"/>
                  </a:lnTo>
                  <a:lnTo>
                    <a:pt x="338493" y="400253"/>
                  </a:lnTo>
                  <a:lnTo>
                    <a:pt x="326542" y="404342"/>
                  </a:lnTo>
                  <a:lnTo>
                    <a:pt x="277774" y="455828"/>
                  </a:lnTo>
                  <a:lnTo>
                    <a:pt x="248996" y="488886"/>
                  </a:lnTo>
                  <a:lnTo>
                    <a:pt x="218414" y="525818"/>
                  </a:lnTo>
                  <a:lnTo>
                    <a:pt x="186867" y="565886"/>
                  </a:lnTo>
                  <a:lnTo>
                    <a:pt x="155232" y="608342"/>
                  </a:lnTo>
                  <a:lnTo>
                    <a:pt x="124320" y="652424"/>
                  </a:lnTo>
                  <a:lnTo>
                    <a:pt x="95008" y="697382"/>
                  </a:lnTo>
                  <a:lnTo>
                    <a:pt x="68135" y="742480"/>
                  </a:lnTo>
                  <a:lnTo>
                    <a:pt x="44538" y="786955"/>
                  </a:lnTo>
                  <a:lnTo>
                    <a:pt x="25082" y="830084"/>
                  </a:lnTo>
                  <a:lnTo>
                    <a:pt x="10617" y="871080"/>
                  </a:lnTo>
                  <a:lnTo>
                    <a:pt x="1968" y="909218"/>
                  </a:lnTo>
                  <a:lnTo>
                    <a:pt x="0" y="943749"/>
                  </a:lnTo>
                  <a:lnTo>
                    <a:pt x="5562" y="973912"/>
                  </a:lnTo>
                  <a:lnTo>
                    <a:pt x="19507" y="998969"/>
                  </a:lnTo>
                  <a:lnTo>
                    <a:pt x="42659" y="1018159"/>
                  </a:lnTo>
                  <a:lnTo>
                    <a:pt x="73621" y="1036116"/>
                  </a:lnTo>
                  <a:lnTo>
                    <a:pt x="109410" y="1057389"/>
                  </a:lnTo>
                  <a:lnTo>
                    <a:pt x="149326" y="1081443"/>
                  </a:lnTo>
                  <a:lnTo>
                    <a:pt x="192633" y="1107795"/>
                  </a:lnTo>
                  <a:lnTo>
                    <a:pt x="385279" y="1225956"/>
                  </a:lnTo>
                  <a:lnTo>
                    <a:pt x="483120" y="1285633"/>
                  </a:lnTo>
                  <a:lnTo>
                    <a:pt x="518337" y="1306893"/>
                  </a:lnTo>
                  <a:lnTo>
                    <a:pt x="508419" y="1313116"/>
                  </a:lnTo>
                  <a:lnTo>
                    <a:pt x="460044" y="1343025"/>
                  </a:lnTo>
                  <a:lnTo>
                    <a:pt x="578878" y="1343025"/>
                  </a:lnTo>
                  <a:lnTo>
                    <a:pt x="863866" y="1343025"/>
                  </a:lnTo>
                  <a:lnTo>
                    <a:pt x="1560385" y="1343025"/>
                  </a:lnTo>
                  <a:lnTo>
                    <a:pt x="1830400" y="1343025"/>
                  </a:lnTo>
                  <a:lnTo>
                    <a:pt x="1949234" y="1343025"/>
                  </a:lnTo>
                  <a:lnTo>
                    <a:pt x="1900847" y="1313116"/>
                  </a:lnTo>
                  <a:lnTo>
                    <a:pt x="1890915" y="1306893"/>
                  </a:lnTo>
                  <a:lnTo>
                    <a:pt x="1926170" y="1285633"/>
                  </a:lnTo>
                  <a:lnTo>
                    <a:pt x="2024011" y="1225956"/>
                  </a:lnTo>
                  <a:lnTo>
                    <a:pt x="2216658" y="1107795"/>
                  </a:lnTo>
                  <a:lnTo>
                    <a:pt x="2259965" y="1081443"/>
                  </a:lnTo>
                  <a:lnTo>
                    <a:pt x="2299881" y="1057389"/>
                  </a:lnTo>
                  <a:lnTo>
                    <a:pt x="2335669" y="1036116"/>
                  </a:lnTo>
                  <a:lnTo>
                    <a:pt x="2366619" y="1018159"/>
                  </a:lnTo>
                  <a:lnTo>
                    <a:pt x="2389784" y="998969"/>
                  </a:lnTo>
                  <a:lnTo>
                    <a:pt x="2403716" y="973912"/>
                  </a:lnTo>
                  <a:lnTo>
                    <a:pt x="2409279" y="943749"/>
                  </a:lnTo>
                  <a:close/>
                </a:path>
              </a:pathLst>
            </a:custGeom>
            <a:solidFill>
              <a:srgbClr val="2D8BB9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463132" y="9760062"/>
              <a:ext cx="84455" cy="527050"/>
            </a:xfrm>
            <a:custGeom>
              <a:avLst/>
              <a:gdLst/>
              <a:ahLst/>
              <a:cxnLst/>
              <a:rect l="l" t="t" r="r" b="b"/>
              <a:pathLst>
                <a:path w="84455" h="527050">
                  <a:moveTo>
                    <a:pt x="83636" y="526937"/>
                  </a:moveTo>
                  <a:lnTo>
                    <a:pt x="2087" y="526937"/>
                  </a:lnTo>
                  <a:lnTo>
                    <a:pt x="2123" y="389192"/>
                  </a:lnTo>
                  <a:lnTo>
                    <a:pt x="1793" y="331022"/>
                  </a:lnTo>
                  <a:lnTo>
                    <a:pt x="431" y="197670"/>
                  </a:lnTo>
                  <a:lnTo>
                    <a:pt x="0" y="134194"/>
                  </a:lnTo>
                  <a:lnTo>
                    <a:pt x="135" y="80652"/>
                  </a:lnTo>
                  <a:lnTo>
                    <a:pt x="1137" y="42900"/>
                  </a:lnTo>
                  <a:lnTo>
                    <a:pt x="3306" y="26788"/>
                  </a:lnTo>
                  <a:lnTo>
                    <a:pt x="23410" y="9826"/>
                  </a:lnTo>
                  <a:lnTo>
                    <a:pt x="49698" y="0"/>
                  </a:lnTo>
                  <a:lnTo>
                    <a:pt x="72528" y="10704"/>
                  </a:lnTo>
                  <a:lnTo>
                    <a:pt x="82254" y="55337"/>
                  </a:lnTo>
                  <a:lnTo>
                    <a:pt x="82360" y="95672"/>
                  </a:lnTo>
                  <a:lnTo>
                    <a:pt x="84035" y="374297"/>
                  </a:lnTo>
                  <a:lnTo>
                    <a:pt x="83636" y="526937"/>
                  </a:lnTo>
                  <a:close/>
                </a:path>
              </a:pathLst>
            </a:custGeom>
            <a:solidFill>
              <a:srgbClr val="FFFFF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00874" y="9432774"/>
              <a:ext cx="206325" cy="20362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2413704" y="9029826"/>
              <a:ext cx="2223770" cy="1257300"/>
            </a:xfrm>
            <a:custGeom>
              <a:avLst/>
              <a:gdLst/>
              <a:ahLst/>
              <a:cxnLst/>
              <a:rect l="l" t="t" r="r" b="b"/>
              <a:pathLst>
                <a:path w="2223769" h="1257300">
                  <a:moveTo>
                    <a:pt x="281063" y="399605"/>
                  </a:moveTo>
                  <a:lnTo>
                    <a:pt x="280250" y="391452"/>
                  </a:lnTo>
                  <a:lnTo>
                    <a:pt x="269189" y="382397"/>
                  </a:lnTo>
                  <a:lnTo>
                    <a:pt x="261010" y="383209"/>
                  </a:lnTo>
                  <a:lnTo>
                    <a:pt x="246113" y="401358"/>
                  </a:lnTo>
                  <a:lnTo>
                    <a:pt x="184594" y="474472"/>
                  </a:lnTo>
                  <a:lnTo>
                    <a:pt x="155486" y="509981"/>
                  </a:lnTo>
                  <a:lnTo>
                    <a:pt x="126961" y="546709"/>
                  </a:lnTo>
                  <a:lnTo>
                    <a:pt x="99695" y="584809"/>
                  </a:lnTo>
                  <a:lnTo>
                    <a:pt x="74358" y="624446"/>
                  </a:lnTo>
                  <a:lnTo>
                    <a:pt x="51638" y="665759"/>
                  </a:lnTo>
                  <a:lnTo>
                    <a:pt x="32207" y="708914"/>
                  </a:lnTo>
                  <a:lnTo>
                    <a:pt x="16725" y="754049"/>
                  </a:lnTo>
                  <a:lnTo>
                    <a:pt x="5892" y="801344"/>
                  </a:lnTo>
                  <a:lnTo>
                    <a:pt x="368" y="850950"/>
                  </a:lnTo>
                  <a:lnTo>
                    <a:pt x="0" y="858088"/>
                  </a:lnTo>
                  <a:lnTo>
                    <a:pt x="5486" y="864184"/>
                  </a:lnTo>
                  <a:lnTo>
                    <a:pt x="13309" y="864565"/>
                  </a:lnTo>
                  <a:lnTo>
                    <a:pt x="20154" y="864565"/>
                  </a:lnTo>
                  <a:lnTo>
                    <a:pt x="25869" y="859205"/>
                  </a:lnTo>
                  <a:lnTo>
                    <a:pt x="26225" y="852297"/>
                  </a:lnTo>
                  <a:lnTo>
                    <a:pt x="32473" y="800049"/>
                  </a:lnTo>
                  <a:lnTo>
                    <a:pt x="45008" y="750290"/>
                  </a:lnTo>
                  <a:lnTo>
                    <a:pt x="62953" y="702830"/>
                  </a:lnTo>
                  <a:lnTo>
                    <a:pt x="85382" y="657504"/>
                  </a:lnTo>
                  <a:lnTo>
                    <a:pt x="111404" y="614133"/>
                  </a:lnTo>
                  <a:lnTo>
                    <a:pt x="140119" y="572541"/>
                  </a:lnTo>
                  <a:lnTo>
                    <a:pt x="170624" y="532561"/>
                  </a:lnTo>
                  <a:lnTo>
                    <a:pt x="202006" y="494030"/>
                  </a:lnTo>
                  <a:lnTo>
                    <a:pt x="255422" y="430631"/>
                  </a:lnTo>
                  <a:lnTo>
                    <a:pt x="281063" y="399605"/>
                  </a:lnTo>
                  <a:close/>
                </a:path>
                <a:path w="2223769" h="1257300">
                  <a:moveTo>
                    <a:pt x="1168107" y="1257173"/>
                  </a:moveTo>
                  <a:lnTo>
                    <a:pt x="1163027" y="1251877"/>
                  </a:lnTo>
                  <a:lnTo>
                    <a:pt x="1154836" y="1251699"/>
                  </a:lnTo>
                  <a:lnTo>
                    <a:pt x="1149121" y="1257173"/>
                  </a:lnTo>
                  <a:lnTo>
                    <a:pt x="1168107" y="1257173"/>
                  </a:lnTo>
                  <a:close/>
                </a:path>
                <a:path w="2223769" h="1257300">
                  <a:moveTo>
                    <a:pt x="1212062" y="666432"/>
                  </a:moveTo>
                  <a:lnTo>
                    <a:pt x="1206449" y="660463"/>
                  </a:lnTo>
                  <a:lnTo>
                    <a:pt x="1199299" y="660260"/>
                  </a:lnTo>
                  <a:lnTo>
                    <a:pt x="1141793" y="661898"/>
                  </a:lnTo>
                  <a:lnTo>
                    <a:pt x="1089533" y="670191"/>
                  </a:lnTo>
                  <a:lnTo>
                    <a:pt x="1042822" y="684961"/>
                  </a:lnTo>
                  <a:lnTo>
                    <a:pt x="1002004" y="706056"/>
                  </a:lnTo>
                  <a:lnTo>
                    <a:pt x="967371" y="733310"/>
                  </a:lnTo>
                  <a:lnTo>
                    <a:pt x="939253" y="766546"/>
                  </a:lnTo>
                  <a:lnTo>
                    <a:pt x="917956" y="805611"/>
                  </a:lnTo>
                  <a:lnTo>
                    <a:pt x="904176" y="849744"/>
                  </a:lnTo>
                  <a:lnTo>
                    <a:pt x="898486" y="896810"/>
                  </a:lnTo>
                  <a:lnTo>
                    <a:pt x="900582" y="945705"/>
                  </a:lnTo>
                  <a:lnTo>
                    <a:pt x="910158" y="995260"/>
                  </a:lnTo>
                  <a:lnTo>
                    <a:pt x="926922" y="1044359"/>
                  </a:lnTo>
                  <a:lnTo>
                    <a:pt x="950556" y="1091844"/>
                  </a:lnTo>
                  <a:lnTo>
                    <a:pt x="980744" y="1136586"/>
                  </a:lnTo>
                  <a:lnTo>
                    <a:pt x="1017206" y="1177429"/>
                  </a:lnTo>
                  <a:lnTo>
                    <a:pt x="1022997" y="1181112"/>
                  </a:lnTo>
                  <a:lnTo>
                    <a:pt x="1026261" y="1181112"/>
                  </a:lnTo>
                  <a:lnTo>
                    <a:pt x="1029614" y="1181112"/>
                  </a:lnTo>
                  <a:lnTo>
                    <a:pt x="1032992" y="1179791"/>
                  </a:lnTo>
                  <a:lnTo>
                    <a:pt x="1040523" y="1172083"/>
                  </a:lnTo>
                  <a:lnTo>
                    <a:pt x="1040422" y="1163891"/>
                  </a:lnTo>
                  <a:lnTo>
                    <a:pt x="1035304" y="1158900"/>
                  </a:lnTo>
                  <a:lnTo>
                    <a:pt x="1001356" y="1120940"/>
                  </a:lnTo>
                  <a:lnTo>
                    <a:pt x="973201" y="1079474"/>
                  </a:lnTo>
                  <a:lnTo>
                    <a:pt x="951115" y="1035545"/>
                  </a:lnTo>
                  <a:lnTo>
                    <a:pt x="935380" y="990193"/>
                  </a:lnTo>
                  <a:lnTo>
                    <a:pt x="926299" y="944499"/>
                  </a:lnTo>
                  <a:lnTo>
                    <a:pt x="924153" y="899477"/>
                  </a:lnTo>
                  <a:lnTo>
                    <a:pt x="929220" y="856208"/>
                  </a:lnTo>
                  <a:lnTo>
                    <a:pt x="941793" y="815733"/>
                  </a:lnTo>
                  <a:lnTo>
                    <a:pt x="964742" y="775550"/>
                  </a:lnTo>
                  <a:lnTo>
                    <a:pt x="996226" y="742467"/>
                  </a:lnTo>
                  <a:lnTo>
                    <a:pt x="1035812" y="716749"/>
                  </a:lnTo>
                  <a:lnTo>
                    <a:pt x="1083043" y="698627"/>
                  </a:lnTo>
                  <a:lnTo>
                    <a:pt x="1137437" y="688340"/>
                  </a:lnTo>
                  <a:lnTo>
                    <a:pt x="1198537" y="686155"/>
                  </a:lnTo>
                  <a:lnTo>
                    <a:pt x="1205585" y="686384"/>
                  </a:lnTo>
                  <a:lnTo>
                    <a:pt x="1211656" y="680732"/>
                  </a:lnTo>
                  <a:lnTo>
                    <a:pt x="1212062" y="666432"/>
                  </a:lnTo>
                  <a:close/>
                </a:path>
                <a:path w="2223769" h="1257300">
                  <a:moveTo>
                    <a:pt x="1328750" y="39039"/>
                  </a:moveTo>
                  <a:lnTo>
                    <a:pt x="1275803" y="12496"/>
                  </a:lnTo>
                  <a:lnTo>
                    <a:pt x="1230528" y="3429"/>
                  </a:lnTo>
                  <a:lnTo>
                    <a:pt x="1183944" y="0"/>
                  </a:lnTo>
                  <a:lnTo>
                    <a:pt x="1136408" y="1066"/>
                  </a:lnTo>
                  <a:lnTo>
                    <a:pt x="1088275" y="5486"/>
                  </a:lnTo>
                  <a:lnTo>
                    <a:pt x="1039888" y="12115"/>
                  </a:lnTo>
                  <a:lnTo>
                    <a:pt x="948182" y="26784"/>
                  </a:lnTo>
                  <a:lnTo>
                    <a:pt x="905916" y="32766"/>
                  </a:lnTo>
                  <a:lnTo>
                    <a:pt x="864781" y="36995"/>
                  </a:lnTo>
                  <a:lnTo>
                    <a:pt x="824750" y="38684"/>
                  </a:lnTo>
                  <a:lnTo>
                    <a:pt x="817587" y="38709"/>
                  </a:lnTo>
                  <a:lnTo>
                    <a:pt x="811822" y="44526"/>
                  </a:lnTo>
                  <a:lnTo>
                    <a:pt x="811885" y="58826"/>
                  </a:lnTo>
                  <a:lnTo>
                    <a:pt x="817676" y="64579"/>
                  </a:lnTo>
                  <a:lnTo>
                    <a:pt x="824801" y="64579"/>
                  </a:lnTo>
                  <a:lnTo>
                    <a:pt x="866609" y="62814"/>
                  </a:lnTo>
                  <a:lnTo>
                    <a:pt x="909421" y="58407"/>
                  </a:lnTo>
                  <a:lnTo>
                    <a:pt x="952690" y="52285"/>
                  </a:lnTo>
                  <a:lnTo>
                    <a:pt x="1050188" y="36766"/>
                  </a:lnTo>
                  <a:lnTo>
                    <a:pt x="1104531" y="29756"/>
                  </a:lnTo>
                  <a:lnTo>
                    <a:pt x="1158201" y="26060"/>
                  </a:lnTo>
                  <a:lnTo>
                    <a:pt x="1210525" y="27381"/>
                  </a:lnTo>
                  <a:lnTo>
                    <a:pt x="1260868" y="35420"/>
                  </a:lnTo>
                  <a:lnTo>
                    <a:pt x="1308582" y="51892"/>
                  </a:lnTo>
                  <a:lnTo>
                    <a:pt x="1315072" y="54876"/>
                  </a:lnTo>
                  <a:lnTo>
                    <a:pt x="1322755" y="52044"/>
                  </a:lnTo>
                  <a:lnTo>
                    <a:pt x="1328750" y="39039"/>
                  </a:lnTo>
                  <a:close/>
                </a:path>
                <a:path w="2223769" h="1257300">
                  <a:moveTo>
                    <a:pt x="2223744" y="860856"/>
                  </a:moveTo>
                  <a:lnTo>
                    <a:pt x="2218055" y="818337"/>
                  </a:lnTo>
                  <a:lnTo>
                    <a:pt x="2206688" y="778040"/>
                  </a:lnTo>
                  <a:lnTo>
                    <a:pt x="2189988" y="734098"/>
                  </a:lnTo>
                  <a:lnTo>
                    <a:pt x="2168690" y="687793"/>
                  </a:lnTo>
                  <a:lnTo>
                    <a:pt x="2143569" y="640384"/>
                  </a:lnTo>
                  <a:lnTo>
                    <a:pt x="2115375" y="593128"/>
                  </a:lnTo>
                  <a:lnTo>
                    <a:pt x="2084870" y="547319"/>
                  </a:lnTo>
                  <a:lnTo>
                    <a:pt x="2052815" y="504215"/>
                  </a:lnTo>
                  <a:lnTo>
                    <a:pt x="2019947" y="465099"/>
                  </a:lnTo>
                  <a:lnTo>
                    <a:pt x="1987054" y="431215"/>
                  </a:lnTo>
                  <a:lnTo>
                    <a:pt x="1954872" y="403847"/>
                  </a:lnTo>
                  <a:lnTo>
                    <a:pt x="1949145" y="399567"/>
                  </a:lnTo>
                  <a:lnTo>
                    <a:pt x="1941029" y="400723"/>
                  </a:lnTo>
                  <a:lnTo>
                    <a:pt x="1932444" y="412153"/>
                  </a:lnTo>
                  <a:lnTo>
                    <a:pt x="1933600" y="420268"/>
                  </a:lnTo>
                  <a:lnTo>
                    <a:pt x="1939315" y="424573"/>
                  </a:lnTo>
                  <a:lnTo>
                    <a:pt x="1974913" y="455269"/>
                  </a:lnTo>
                  <a:lnTo>
                    <a:pt x="2010664" y="493344"/>
                  </a:lnTo>
                  <a:lnTo>
                    <a:pt x="2045690" y="537057"/>
                  </a:lnTo>
                  <a:lnTo>
                    <a:pt x="2079129" y="584695"/>
                  </a:lnTo>
                  <a:lnTo>
                    <a:pt x="2110105" y="634492"/>
                  </a:lnTo>
                  <a:lnTo>
                    <a:pt x="2137740" y="684720"/>
                  </a:lnTo>
                  <a:lnTo>
                    <a:pt x="2161171" y="733653"/>
                  </a:lnTo>
                  <a:lnTo>
                    <a:pt x="2179510" y="779551"/>
                  </a:lnTo>
                  <a:lnTo>
                    <a:pt x="2191893" y="820674"/>
                  </a:lnTo>
                  <a:lnTo>
                    <a:pt x="2197874" y="862139"/>
                  </a:lnTo>
                  <a:lnTo>
                    <a:pt x="2203564" y="867448"/>
                  </a:lnTo>
                  <a:lnTo>
                    <a:pt x="2210371" y="867448"/>
                  </a:lnTo>
                  <a:lnTo>
                    <a:pt x="2218309" y="866990"/>
                  </a:lnTo>
                  <a:lnTo>
                    <a:pt x="2223744" y="860856"/>
                  </a:lnTo>
                  <a:close/>
                </a:path>
              </a:pathLst>
            </a:custGeom>
            <a:solidFill>
              <a:srgbClr val="40426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3518737" y="0"/>
            <a:ext cx="14541500" cy="2680970"/>
            <a:chOff x="3518737" y="0"/>
            <a:chExt cx="14541500" cy="2680970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98121" y="59963"/>
              <a:ext cx="6061693" cy="262081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518725" y="11"/>
              <a:ext cx="2409825" cy="1248410"/>
            </a:xfrm>
            <a:custGeom>
              <a:avLst/>
              <a:gdLst/>
              <a:ahLst/>
              <a:cxnLst/>
              <a:rect l="l" t="t" r="r" b="b"/>
              <a:pathLst>
                <a:path w="2409825" h="1248410">
                  <a:moveTo>
                    <a:pt x="2409431" y="414667"/>
                  </a:moveTo>
                  <a:lnTo>
                    <a:pt x="2381046" y="351993"/>
                  </a:lnTo>
                  <a:lnTo>
                    <a:pt x="2351989" y="325704"/>
                  </a:lnTo>
                  <a:lnTo>
                    <a:pt x="2316340" y="299745"/>
                  </a:lnTo>
                  <a:lnTo>
                    <a:pt x="2276043" y="272135"/>
                  </a:lnTo>
                  <a:lnTo>
                    <a:pt x="2235276" y="245046"/>
                  </a:lnTo>
                  <a:lnTo>
                    <a:pt x="2194115" y="218414"/>
                  </a:lnTo>
                  <a:lnTo>
                    <a:pt x="2152624" y="192138"/>
                  </a:lnTo>
                  <a:lnTo>
                    <a:pt x="2110879" y="166128"/>
                  </a:lnTo>
                  <a:lnTo>
                    <a:pt x="2068969" y="140309"/>
                  </a:lnTo>
                  <a:lnTo>
                    <a:pt x="1942846" y="63080"/>
                  </a:lnTo>
                  <a:lnTo>
                    <a:pt x="1900936" y="37134"/>
                  </a:lnTo>
                  <a:lnTo>
                    <a:pt x="1890991" y="30899"/>
                  </a:lnTo>
                  <a:lnTo>
                    <a:pt x="1942122" y="0"/>
                  </a:lnTo>
                  <a:lnTo>
                    <a:pt x="1842096" y="0"/>
                  </a:lnTo>
                  <a:lnTo>
                    <a:pt x="1560182" y="0"/>
                  </a:lnTo>
                  <a:lnTo>
                    <a:pt x="863790" y="0"/>
                  </a:lnTo>
                  <a:lnTo>
                    <a:pt x="567334" y="0"/>
                  </a:lnTo>
                  <a:lnTo>
                    <a:pt x="467334" y="0"/>
                  </a:lnTo>
                  <a:lnTo>
                    <a:pt x="518439" y="30899"/>
                  </a:lnTo>
                  <a:lnTo>
                    <a:pt x="508508" y="37134"/>
                  </a:lnTo>
                  <a:lnTo>
                    <a:pt x="466598" y="63080"/>
                  </a:lnTo>
                  <a:lnTo>
                    <a:pt x="340487" y="140309"/>
                  </a:lnTo>
                  <a:lnTo>
                    <a:pt x="298564" y="166128"/>
                  </a:lnTo>
                  <a:lnTo>
                    <a:pt x="256832" y="192138"/>
                  </a:lnTo>
                  <a:lnTo>
                    <a:pt x="215341" y="218414"/>
                  </a:lnTo>
                  <a:lnTo>
                    <a:pt x="174167" y="245046"/>
                  </a:lnTo>
                  <a:lnTo>
                    <a:pt x="133400" y="272135"/>
                  </a:lnTo>
                  <a:lnTo>
                    <a:pt x="93103" y="299745"/>
                  </a:lnTo>
                  <a:lnTo>
                    <a:pt x="57442" y="325704"/>
                  </a:lnTo>
                  <a:lnTo>
                    <a:pt x="28397" y="351993"/>
                  </a:lnTo>
                  <a:lnTo>
                    <a:pt x="0" y="414667"/>
                  </a:lnTo>
                  <a:lnTo>
                    <a:pt x="5626" y="455612"/>
                  </a:lnTo>
                  <a:lnTo>
                    <a:pt x="27774" y="505993"/>
                  </a:lnTo>
                  <a:lnTo>
                    <a:pt x="68910" y="568083"/>
                  </a:lnTo>
                  <a:lnTo>
                    <a:pt x="68770" y="567728"/>
                  </a:lnTo>
                  <a:lnTo>
                    <a:pt x="89192" y="602437"/>
                  </a:lnTo>
                  <a:lnTo>
                    <a:pt x="161912" y="723785"/>
                  </a:lnTo>
                  <a:lnTo>
                    <a:pt x="194030" y="773582"/>
                  </a:lnTo>
                  <a:lnTo>
                    <a:pt x="223164" y="809777"/>
                  </a:lnTo>
                  <a:lnTo>
                    <a:pt x="281749" y="845515"/>
                  </a:lnTo>
                  <a:lnTo>
                    <a:pt x="315849" y="847153"/>
                  </a:lnTo>
                  <a:lnTo>
                    <a:pt x="356247" y="839381"/>
                  </a:lnTo>
                  <a:lnTo>
                    <a:pt x="405257" y="823239"/>
                  </a:lnTo>
                  <a:lnTo>
                    <a:pt x="465226" y="799782"/>
                  </a:lnTo>
                  <a:lnTo>
                    <a:pt x="512254" y="780364"/>
                  </a:lnTo>
                  <a:lnTo>
                    <a:pt x="559003" y="760298"/>
                  </a:lnTo>
                  <a:lnTo>
                    <a:pt x="605459" y="739622"/>
                  </a:lnTo>
                  <a:lnTo>
                    <a:pt x="651675" y="718362"/>
                  </a:lnTo>
                  <a:lnTo>
                    <a:pt x="697636" y="696569"/>
                  </a:lnTo>
                  <a:lnTo>
                    <a:pt x="743369" y="674255"/>
                  </a:lnTo>
                  <a:lnTo>
                    <a:pt x="788898" y="651484"/>
                  </a:lnTo>
                  <a:lnTo>
                    <a:pt x="834224" y="628269"/>
                  </a:lnTo>
                  <a:lnTo>
                    <a:pt x="879233" y="604723"/>
                  </a:lnTo>
                  <a:lnTo>
                    <a:pt x="880656" y="646861"/>
                  </a:lnTo>
                  <a:lnTo>
                    <a:pt x="884847" y="794677"/>
                  </a:lnTo>
                  <a:lnTo>
                    <a:pt x="886371" y="843889"/>
                  </a:lnTo>
                  <a:lnTo>
                    <a:pt x="888149" y="893038"/>
                  </a:lnTo>
                  <a:lnTo>
                    <a:pt x="890295" y="942098"/>
                  </a:lnTo>
                  <a:lnTo>
                    <a:pt x="892898" y="991057"/>
                  </a:lnTo>
                  <a:lnTo>
                    <a:pt x="896099" y="1039901"/>
                  </a:lnTo>
                  <a:lnTo>
                    <a:pt x="899985" y="1088605"/>
                  </a:lnTo>
                  <a:lnTo>
                    <a:pt x="904760" y="1132459"/>
                  </a:lnTo>
                  <a:lnTo>
                    <a:pt x="913104" y="1170749"/>
                  </a:lnTo>
                  <a:lnTo>
                    <a:pt x="953338" y="1226566"/>
                  </a:lnTo>
                  <a:lnTo>
                    <a:pt x="991641" y="1242060"/>
                  </a:lnTo>
                  <a:lnTo>
                    <a:pt x="1046353" y="1247940"/>
                  </a:lnTo>
                  <a:lnTo>
                    <a:pt x="1120686" y="1243164"/>
                  </a:lnTo>
                  <a:lnTo>
                    <a:pt x="1120292" y="1243088"/>
                  </a:lnTo>
                  <a:lnTo>
                    <a:pt x="1160564" y="1242656"/>
                  </a:lnTo>
                  <a:lnTo>
                    <a:pt x="1302004" y="1239989"/>
                  </a:lnTo>
                  <a:lnTo>
                    <a:pt x="1361198" y="1236929"/>
                  </a:lnTo>
                  <a:lnTo>
                    <a:pt x="1407083" y="1229677"/>
                  </a:lnTo>
                  <a:lnTo>
                    <a:pt x="1467243" y="1196657"/>
                  </a:lnTo>
                  <a:lnTo>
                    <a:pt x="1499019" y="1129004"/>
                  </a:lnTo>
                  <a:lnTo>
                    <a:pt x="1509407" y="1078445"/>
                  </a:lnTo>
                  <a:lnTo>
                    <a:pt x="1518907" y="1014755"/>
                  </a:lnTo>
                  <a:lnTo>
                    <a:pt x="1525485" y="964311"/>
                  </a:lnTo>
                  <a:lnTo>
                    <a:pt x="1531353" y="913777"/>
                  </a:lnTo>
                  <a:lnTo>
                    <a:pt x="1536547" y="863193"/>
                  </a:lnTo>
                  <a:lnTo>
                    <a:pt x="1541106" y="812533"/>
                  </a:lnTo>
                  <a:lnTo>
                    <a:pt x="1545069" y="761822"/>
                  </a:lnTo>
                  <a:lnTo>
                    <a:pt x="1548498" y="711047"/>
                  </a:lnTo>
                  <a:lnTo>
                    <a:pt x="1551393" y="660222"/>
                  </a:lnTo>
                  <a:lnTo>
                    <a:pt x="1553464" y="616889"/>
                  </a:lnTo>
                  <a:lnTo>
                    <a:pt x="1575244" y="628269"/>
                  </a:lnTo>
                  <a:lnTo>
                    <a:pt x="1620570" y="651484"/>
                  </a:lnTo>
                  <a:lnTo>
                    <a:pt x="1666087" y="674255"/>
                  </a:lnTo>
                  <a:lnTo>
                    <a:pt x="1711833" y="696569"/>
                  </a:lnTo>
                  <a:lnTo>
                    <a:pt x="1757794" y="718362"/>
                  </a:lnTo>
                  <a:lnTo>
                    <a:pt x="1803996" y="739622"/>
                  </a:lnTo>
                  <a:lnTo>
                    <a:pt x="1850466" y="760298"/>
                  </a:lnTo>
                  <a:lnTo>
                    <a:pt x="1897202" y="780364"/>
                  </a:lnTo>
                  <a:lnTo>
                    <a:pt x="1944230" y="799782"/>
                  </a:lnTo>
                  <a:lnTo>
                    <a:pt x="2004199" y="823239"/>
                  </a:lnTo>
                  <a:lnTo>
                    <a:pt x="2053221" y="839381"/>
                  </a:lnTo>
                  <a:lnTo>
                    <a:pt x="2093607" y="847153"/>
                  </a:lnTo>
                  <a:lnTo>
                    <a:pt x="2127707" y="845515"/>
                  </a:lnTo>
                  <a:lnTo>
                    <a:pt x="2186292" y="809777"/>
                  </a:lnTo>
                  <a:lnTo>
                    <a:pt x="2215426" y="773582"/>
                  </a:lnTo>
                  <a:lnTo>
                    <a:pt x="2247544" y="723785"/>
                  </a:lnTo>
                  <a:lnTo>
                    <a:pt x="2320252" y="602437"/>
                  </a:lnTo>
                  <a:lnTo>
                    <a:pt x="2340673" y="567728"/>
                  </a:lnTo>
                  <a:lnTo>
                    <a:pt x="2340546" y="568083"/>
                  </a:lnTo>
                  <a:lnTo>
                    <a:pt x="2381681" y="505993"/>
                  </a:lnTo>
                  <a:lnTo>
                    <a:pt x="2403818" y="455612"/>
                  </a:lnTo>
                  <a:lnTo>
                    <a:pt x="2409431" y="414667"/>
                  </a:lnTo>
                  <a:close/>
                </a:path>
              </a:pathLst>
            </a:custGeom>
            <a:solidFill>
              <a:srgbClr val="2D8BB9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683510" y="0"/>
              <a:ext cx="81915" cy="753745"/>
            </a:xfrm>
            <a:custGeom>
              <a:avLst/>
              <a:gdLst/>
              <a:ahLst/>
              <a:cxnLst/>
              <a:rect l="l" t="t" r="r" b="b"/>
              <a:pathLst>
                <a:path w="81914" h="753745">
                  <a:moveTo>
                    <a:pt x="16381" y="753217"/>
                  </a:moveTo>
                  <a:lnTo>
                    <a:pt x="5465" y="713397"/>
                  </a:lnTo>
                  <a:lnTo>
                    <a:pt x="3398" y="631246"/>
                  </a:lnTo>
                  <a:lnTo>
                    <a:pt x="2841" y="584066"/>
                  </a:lnTo>
                  <a:lnTo>
                    <a:pt x="1770" y="441867"/>
                  </a:lnTo>
                  <a:lnTo>
                    <a:pt x="701" y="342950"/>
                  </a:lnTo>
                  <a:lnTo>
                    <a:pt x="326" y="291337"/>
                  </a:lnTo>
                  <a:lnTo>
                    <a:pt x="0" y="187968"/>
                  </a:lnTo>
                  <a:lnTo>
                    <a:pt x="74" y="0"/>
                  </a:lnTo>
                  <a:lnTo>
                    <a:pt x="81707" y="0"/>
                  </a:lnTo>
                  <a:lnTo>
                    <a:pt x="81527" y="349386"/>
                  </a:lnTo>
                  <a:lnTo>
                    <a:pt x="80850" y="447508"/>
                  </a:lnTo>
                  <a:lnTo>
                    <a:pt x="80223" y="496455"/>
                  </a:lnTo>
                  <a:lnTo>
                    <a:pt x="79354" y="545304"/>
                  </a:lnTo>
                  <a:lnTo>
                    <a:pt x="78208" y="594037"/>
                  </a:lnTo>
                  <a:lnTo>
                    <a:pt x="76748" y="642638"/>
                  </a:lnTo>
                  <a:lnTo>
                    <a:pt x="74423" y="697630"/>
                  </a:lnTo>
                  <a:lnTo>
                    <a:pt x="63655" y="746090"/>
                  </a:lnTo>
                  <a:lnTo>
                    <a:pt x="34731" y="752484"/>
                  </a:lnTo>
                  <a:lnTo>
                    <a:pt x="16381" y="753217"/>
                  </a:lnTo>
                  <a:close/>
                </a:path>
              </a:pathLst>
            </a:custGeom>
            <a:solidFill>
              <a:srgbClr val="FFFFF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590493" y="61581"/>
              <a:ext cx="2222500" cy="1115060"/>
            </a:xfrm>
            <a:custGeom>
              <a:avLst/>
              <a:gdLst/>
              <a:ahLst/>
              <a:cxnLst/>
              <a:rect l="l" t="t" r="r" b="b"/>
              <a:pathLst>
                <a:path w="2222500" h="1115060">
                  <a:moveTo>
                    <a:pt x="276593" y="667867"/>
                  </a:moveTo>
                  <a:lnTo>
                    <a:pt x="272999" y="660488"/>
                  </a:lnTo>
                  <a:lnTo>
                    <a:pt x="266242" y="658164"/>
                  </a:lnTo>
                  <a:lnTo>
                    <a:pt x="242887" y="641832"/>
                  </a:lnTo>
                  <a:lnTo>
                    <a:pt x="211175" y="608622"/>
                  </a:lnTo>
                  <a:lnTo>
                    <a:pt x="174358" y="563473"/>
                  </a:lnTo>
                  <a:lnTo>
                    <a:pt x="135661" y="511365"/>
                  </a:lnTo>
                  <a:lnTo>
                    <a:pt x="98323" y="457263"/>
                  </a:lnTo>
                  <a:lnTo>
                    <a:pt x="65582" y="406133"/>
                  </a:lnTo>
                  <a:lnTo>
                    <a:pt x="40678" y="362927"/>
                  </a:lnTo>
                  <a:lnTo>
                    <a:pt x="24638" y="325805"/>
                  </a:lnTo>
                  <a:lnTo>
                    <a:pt x="17322" y="322072"/>
                  </a:lnTo>
                  <a:lnTo>
                    <a:pt x="3733" y="326504"/>
                  </a:lnTo>
                  <a:lnTo>
                    <a:pt x="0" y="333806"/>
                  </a:lnTo>
                  <a:lnTo>
                    <a:pt x="2209" y="340601"/>
                  </a:lnTo>
                  <a:lnTo>
                    <a:pt x="35420" y="405917"/>
                  </a:lnTo>
                  <a:lnTo>
                    <a:pt x="63728" y="451688"/>
                  </a:lnTo>
                  <a:lnTo>
                    <a:pt x="96875" y="501408"/>
                  </a:lnTo>
                  <a:lnTo>
                    <a:pt x="132651" y="551434"/>
                  </a:lnTo>
                  <a:lnTo>
                    <a:pt x="168846" y="598195"/>
                  </a:lnTo>
                  <a:lnTo>
                    <a:pt x="203250" y="638048"/>
                  </a:lnTo>
                  <a:lnTo>
                    <a:pt x="233641" y="667410"/>
                  </a:lnTo>
                  <a:lnTo>
                    <a:pt x="260616" y="683374"/>
                  </a:lnTo>
                  <a:lnTo>
                    <a:pt x="262013" y="683374"/>
                  </a:lnTo>
                  <a:lnTo>
                    <a:pt x="267385" y="683374"/>
                  </a:lnTo>
                  <a:lnTo>
                    <a:pt x="272415" y="679996"/>
                  </a:lnTo>
                  <a:lnTo>
                    <a:pt x="276593" y="667867"/>
                  </a:lnTo>
                  <a:close/>
                </a:path>
                <a:path w="2222500" h="1115060">
                  <a:moveTo>
                    <a:pt x="1320228" y="214122"/>
                  </a:moveTo>
                  <a:lnTo>
                    <a:pt x="1306436" y="138760"/>
                  </a:lnTo>
                  <a:lnTo>
                    <a:pt x="1284833" y="98031"/>
                  </a:lnTo>
                  <a:lnTo>
                    <a:pt x="1252715" y="53898"/>
                  </a:lnTo>
                  <a:lnTo>
                    <a:pt x="1209509" y="5346"/>
                  </a:lnTo>
                  <a:lnTo>
                    <a:pt x="1196365" y="0"/>
                  </a:lnTo>
                  <a:lnTo>
                    <a:pt x="1186027" y="9893"/>
                  </a:lnTo>
                  <a:lnTo>
                    <a:pt x="1185862" y="18097"/>
                  </a:lnTo>
                  <a:lnTo>
                    <a:pt x="1190802" y="23253"/>
                  </a:lnTo>
                  <a:lnTo>
                    <a:pt x="1239532" y="78854"/>
                  </a:lnTo>
                  <a:lnTo>
                    <a:pt x="1272387" y="127698"/>
                  </a:lnTo>
                  <a:lnTo>
                    <a:pt x="1290332" y="171627"/>
                  </a:lnTo>
                  <a:lnTo>
                    <a:pt x="1294384" y="212471"/>
                  </a:lnTo>
                  <a:lnTo>
                    <a:pt x="1285951" y="250418"/>
                  </a:lnTo>
                  <a:lnTo>
                    <a:pt x="1265199" y="289026"/>
                  </a:lnTo>
                  <a:lnTo>
                    <a:pt x="1231658" y="328980"/>
                  </a:lnTo>
                  <a:lnTo>
                    <a:pt x="1184846" y="370979"/>
                  </a:lnTo>
                  <a:lnTo>
                    <a:pt x="1139164" y="408076"/>
                  </a:lnTo>
                  <a:lnTo>
                    <a:pt x="1098003" y="444068"/>
                  </a:lnTo>
                  <a:lnTo>
                    <a:pt x="1058100" y="484124"/>
                  </a:lnTo>
                  <a:lnTo>
                    <a:pt x="1024851" y="526478"/>
                  </a:lnTo>
                  <a:lnTo>
                    <a:pt x="1003642" y="569315"/>
                  </a:lnTo>
                  <a:lnTo>
                    <a:pt x="999858" y="610870"/>
                  </a:lnTo>
                  <a:lnTo>
                    <a:pt x="1007529" y="633133"/>
                  </a:lnTo>
                  <a:lnTo>
                    <a:pt x="1045108" y="669048"/>
                  </a:lnTo>
                  <a:lnTo>
                    <a:pt x="1077823" y="683361"/>
                  </a:lnTo>
                  <a:lnTo>
                    <a:pt x="1079284" y="683361"/>
                  </a:lnTo>
                  <a:lnTo>
                    <a:pt x="1084580" y="683361"/>
                  </a:lnTo>
                  <a:lnTo>
                    <a:pt x="1089558" y="680085"/>
                  </a:lnTo>
                  <a:lnTo>
                    <a:pt x="1093901" y="668070"/>
                  </a:lnTo>
                  <a:lnTo>
                    <a:pt x="1090409" y="660654"/>
                  </a:lnTo>
                  <a:lnTo>
                    <a:pt x="1083678" y="658228"/>
                  </a:lnTo>
                  <a:lnTo>
                    <a:pt x="1060284" y="647865"/>
                  </a:lnTo>
                  <a:lnTo>
                    <a:pt x="1042733" y="635774"/>
                  </a:lnTo>
                  <a:lnTo>
                    <a:pt x="1031087" y="622007"/>
                  </a:lnTo>
                  <a:lnTo>
                    <a:pt x="1025398" y="606602"/>
                  </a:lnTo>
                  <a:lnTo>
                    <a:pt x="1030274" y="571334"/>
                  </a:lnTo>
                  <a:lnTo>
                    <a:pt x="1051991" y="532879"/>
                  </a:lnTo>
                  <a:lnTo>
                    <a:pt x="1084821" y="493776"/>
                  </a:lnTo>
                  <a:lnTo>
                    <a:pt x="1123010" y="456590"/>
                  </a:lnTo>
                  <a:lnTo>
                    <a:pt x="1160780" y="423862"/>
                  </a:lnTo>
                  <a:lnTo>
                    <a:pt x="1201115" y="391134"/>
                  </a:lnTo>
                  <a:lnTo>
                    <a:pt x="1251902" y="345274"/>
                  </a:lnTo>
                  <a:lnTo>
                    <a:pt x="1288338" y="301015"/>
                  </a:lnTo>
                  <a:lnTo>
                    <a:pt x="1310944" y="257556"/>
                  </a:lnTo>
                  <a:lnTo>
                    <a:pt x="1320228" y="214122"/>
                  </a:lnTo>
                  <a:close/>
                </a:path>
                <a:path w="2222500" h="1115060">
                  <a:moveTo>
                    <a:pt x="1334617" y="1090561"/>
                  </a:moveTo>
                  <a:lnTo>
                    <a:pt x="1333131" y="1076325"/>
                  </a:lnTo>
                  <a:lnTo>
                    <a:pt x="1326819" y="1071181"/>
                  </a:lnTo>
                  <a:lnTo>
                    <a:pt x="1271993" y="1076515"/>
                  </a:lnTo>
                  <a:lnTo>
                    <a:pt x="1223225" y="1080389"/>
                  </a:lnTo>
                  <a:lnTo>
                    <a:pt x="1173213" y="1083551"/>
                  </a:lnTo>
                  <a:lnTo>
                    <a:pt x="1121841" y="1085989"/>
                  </a:lnTo>
                  <a:lnTo>
                    <a:pt x="1068997" y="1087729"/>
                  </a:lnTo>
                  <a:lnTo>
                    <a:pt x="1014564" y="1088771"/>
                  </a:lnTo>
                  <a:lnTo>
                    <a:pt x="951255" y="1089113"/>
                  </a:lnTo>
                  <a:lnTo>
                    <a:pt x="945451" y="1094905"/>
                  </a:lnTo>
                  <a:lnTo>
                    <a:pt x="945451" y="1109218"/>
                  </a:lnTo>
                  <a:lnTo>
                    <a:pt x="951255" y="1115009"/>
                  </a:lnTo>
                  <a:lnTo>
                    <a:pt x="958405" y="1115009"/>
                  </a:lnTo>
                  <a:lnTo>
                    <a:pt x="1014945" y="1114666"/>
                  </a:lnTo>
                  <a:lnTo>
                    <a:pt x="1069771" y="1113612"/>
                  </a:lnTo>
                  <a:lnTo>
                    <a:pt x="1123010" y="1111859"/>
                  </a:lnTo>
                  <a:lnTo>
                    <a:pt x="1174762" y="1109395"/>
                  </a:lnTo>
                  <a:lnTo>
                    <a:pt x="1225156" y="1106208"/>
                  </a:lnTo>
                  <a:lnTo>
                    <a:pt x="1274318" y="1102309"/>
                  </a:lnTo>
                  <a:lnTo>
                    <a:pt x="1329448" y="1096924"/>
                  </a:lnTo>
                  <a:lnTo>
                    <a:pt x="1334617" y="1090561"/>
                  </a:lnTo>
                  <a:close/>
                </a:path>
                <a:path w="2222500" h="1115060">
                  <a:moveTo>
                    <a:pt x="2222068" y="337464"/>
                  </a:moveTo>
                  <a:lnTo>
                    <a:pt x="2220252" y="329476"/>
                  </a:lnTo>
                  <a:lnTo>
                    <a:pt x="2208174" y="321843"/>
                  </a:lnTo>
                  <a:lnTo>
                    <a:pt x="2200173" y="323634"/>
                  </a:lnTo>
                  <a:lnTo>
                    <a:pt x="2175433" y="368935"/>
                  </a:lnTo>
                  <a:lnTo>
                    <a:pt x="2128786" y="469480"/>
                  </a:lnTo>
                  <a:lnTo>
                    <a:pt x="2104313" y="519696"/>
                  </a:lnTo>
                  <a:lnTo>
                    <a:pt x="2077935" y="568490"/>
                  </a:lnTo>
                  <a:lnTo>
                    <a:pt x="2050859" y="610412"/>
                  </a:lnTo>
                  <a:lnTo>
                    <a:pt x="2024329" y="639965"/>
                  </a:lnTo>
                  <a:lnTo>
                    <a:pt x="1992401" y="652030"/>
                  </a:lnTo>
                  <a:lnTo>
                    <a:pt x="1986864" y="658075"/>
                  </a:lnTo>
                  <a:lnTo>
                    <a:pt x="1987486" y="672185"/>
                  </a:lnTo>
                  <a:lnTo>
                    <a:pt x="1993214" y="677608"/>
                  </a:lnTo>
                  <a:lnTo>
                    <a:pt x="2000110" y="677608"/>
                  </a:lnTo>
                  <a:lnTo>
                    <a:pt x="2057514" y="643648"/>
                  </a:lnTo>
                  <a:lnTo>
                    <a:pt x="2085581" y="606044"/>
                  </a:lnTo>
                  <a:lnTo>
                    <a:pt x="2114004" y="557288"/>
                  </a:lnTo>
                  <a:lnTo>
                    <a:pt x="2143226" y="499325"/>
                  </a:lnTo>
                  <a:lnTo>
                    <a:pt x="2173668" y="434098"/>
                  </a:lnTo>
                  <a:lnTo>
                    <a:pt x="2186546" y="406069"/>
                  </a:lnTo>
                  <a:lnTo>
                    <a:pt x="2198357" y="381000"/>
                  </a:lnTo>
                  <a:lnTo>
                    <a:pt x="2208974" y="359829"/>
                  </a:lnTo>
                  <a:lnTo>
                    <a:pt x="2218258" y="343522"/>
                  </a:lnTo>
                  <a:lnTo>
                    <a:pt x="2222068" y="337464"/>
                  </a:lnTo>
                  <a:close/>
                </a:path>
              </a:pathLst>
            </a:custGeom>
            <a:solidFill>
              <a:srgbClr val="40426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89003" y="2806588"/>
            <a:ext cx="9163049" cy="203834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390476" y="6108699"/>
            <a:ext cx="5791200" cy="27717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22647" y="1402080"/>
            <a:ext cx="9131807" cy="61874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7502" rIns="0" bIns="0" rtlCol="0">
            <a:spAutoFit/>
          </a:bodyPr>
          <a:lstStyle/>
          <a:p>
            <a:pPr marL="760095">
              <a:lnSpc>
                <a:spcPct val="100000"/>
              </a:lnSpc>
              <a:spcBef>
                <a:spcPts val="130"/>
              </a:spcBef>
            </a:pPr>
            <a:r>
              <a:rPr sz="4400" spc="380" dirty="0"/>
              <a:t>Percentage</a:t>
            </a:r>
            <a:r>
              <a:rPr sz="4400" spc="-455" dirty="0"/>
              <a:t> </a:t>
            </a:r>
            <a:r>
              <a:rPr sz="4400" spc="490" dirty="0"/>
              <a:t>of</a:t>
            </a:r>
            <a:r>
              <a:rPr sz="4400" spc="-455" dirty="0"/>
              <a:t> </a:t>
            </a:r>
            <a:r>
              <a:rPr sz="4400" spc="500" dirty="0"/>
              <a:t>abnormal</a:t>
            </a:r>
            <a:r>
              <a:rPr sz="4400" spc="-455" dirty="0"/>
              <a:t> </a:t>
            </a:r>
            <a:r>
              <a:rPr sz="4400" spc="540" dirty="0"/>
              <a:t>result</a:t>
            </a:r>
            <a:endParaRPr sz="4400"/>
          </a:p>
        </p:txBody>
      </p:sp>
      <p:grpSp>
        <p:nvGrpSpPr>
          <p:cNvPr id="4" name="object 4"/>
          <p:cNvGrpSpPr/>
          <p:nvPr/>
        </p:nvGrpSpPr>
        <p:grpSpPr>
          <a:xfrm>
            <a:off x="0" y="5438967"/>
            <a:ext cx="3660775" cy="4848225"/>
            <a:chOff x="0" y="5438967"/>
            <a:chExt cx="3660775" cy="4848225"/>
          </a:xfrm>
        </p:grpSpPr>
        <p:sp>
          <p:nvSpPr>
            <p:cNvPr id="5" name="object 5"/>
            <p:cNvSpPr/>
            <p:nvPr/>
          </p:nvSpPr>
          <p:spPr>
            <a:xfrm>
              <a:off x="0" y="6003872"/>
              <a:ext cx="3630295" cy="4283710"/>
            </a:xfrm>
            <a:custGeom>
              <a:avLst/>
              <a:gdLst/>
              <a:ahLst/>
              <a:cxnLst/>
              <a:rect l="l" t="t" r="r" b="b"/>
              <a:pathLst>
                <a:path w="3630295" h="4283709">
                  <a:moveTo>
                    <a:pt x="3629788" y="4283126"/>
                  </a:moveTo>
                  <a:lnTo>
                    <a:pt x="0" y="4283126"/>
                  </a:lnTo>
                  <a:lnTo>
                    <a:pt x="0" y="353539"/>
                  </a:lnTo>
                  <a:lnTo>
                    <a:pt x="47262" y="341210"/>
                  </a:lnTo>
                  <a:lnTo>
                    <a:pt x="105771" y="326258"/>
                  </a:lnTo>
                  <a:lnTo>
                    <a:pt x="161887" y="312155"/>
                  </a:lnTo>
                  <a:lnTo>
                    <a:pt x="281878" y="282700"/>
                  </a:lnTo>
                  <a:lnTo>
                    <a:pt x="544046" y="221884"/>
                  </a:lnTo>
                  <a:lnTo>
                    <a:pt x="801063" y="166979"/>
                  </a:lnTo>
                  <a:lnTo>
                    <a:pt x="991870" y="129461"/>
                  </a:lnTo>
                  <a:lnTo>
                    <a:pt x="1178937" y="95666"/>
                  </a:lnTo>
                  <a:lnTo>
                    <a:pt x="1360403" y="66124"/>
                  </a:lnTo>
                  <a:lnTo>
                    <a:pt x="1477351" y="49052"/>
                  </a:lnTo>
                  <a:lnTo>
                    <a:pt x="1590433" y="34261"/>
                  </a:lnTo>
                  <a:lnTo>
                    <a:pt x="1699098" y="21908"/>
                  </a:lnTo>
                  <a:lnTo>
                    <a:pt x="1751603" y="16694"/>
                  </a:lnTo>
                  <a:lnTo>
                    <a:pt x="1802796" y="12149"/>
                  </a:lnTo>
                  <a:lnTo>
                    <a:pt x="1852610" y="8291"/>
                  </a:lnTo>
                  <a:lnTo>
                    <a:pt x="1900975" y="5140"/>
                  </a:lnTo>
                  <a:lnTo>
                    <a:pt x="1947823" y="2716"/>
                  </a:lnTo>
                  <a:lnTo>
                    <a:pt x="1993085" y="1038"/>
                  </a:lnTo>
                  <a:lnTo>
                    <a:pt x="2036692" y="126"/>
                  </a:lnTo>
                  <a:lnTo>
                    <a:pt x="2078575" y="0"/>
                  </a:lnTo>
                  <a:lnTo>
                    <a:pt x="2118665" y="678"/>
                  </a:lnTo>
                  <a:lnTo>
                    <a:pt x="2156894" y="2181"/>
                  </a:lnTo>
                  <a:lnTo>
                    <a:pt x="2227491" y="7739"/>
                  </a:lnTo>
                  <a:lnTo>
                    <a:pt x="2289815" y="16830"/>
                  </a:lnTo>
                  <a:lnTo>
                    <a:pt x="2343316" y="29610"/>
                  </a:lnTo>
                  <a:lnTo>
                    <a:pt x="2387443" y="46236"/>
                  </a:lnTo>
                  <a:lnTo>
                    <a:pt x="2421644" y="66864"/>
                  </a:lnTo>
                  <a:lnTo>
                    <a:pt x="2464870" y="121129"/>
                  </a:lnTo>
                  <a:lnTo>
                    <a:pt x="2503724" y="184666"/>
                  </a:lnTo>
                  <a:lnTo>
                    <a:pt x="2523073" y="218653"/>
                  </a:lnTo>
                  <a:lnTo>
                    <a:pt x="2542367" y="254070"/>
                  </a:lnTo>
                  <a:lnTo>
                    <a:pt x="2561604" y="290881"/>
                  </a:lnTo>
                  <a:lnTo>
                    <a:pt x="2580780" y="329050"/>
                  </a:lnTo>
                  <a:lnTo>
                    <a:pt x="2599892" y="368540"/>
                  </a:lnTo>
                  <a:lnTo>
                    <a:pt x="2618939" y="409316"/>
                  </a:lnTo>
                  <a:lnTo>
                    <a:pt x="2637918" y="451341"/>
                  </a:lnTo>
                  <a:lnTo>
                    <a:pt x="2656825" y="494579"/>
                  </a:lnTo>
                  <a:lnTo>
                    <a:pt x="2675659" y="538993"/>
                  </a:lnTo>
                  <a:lnTo>
                    <a:pt x="2694417" y="584547"/>
                  </a:lnTo>
                  <a:lnTo>
                    <a:pt x="2713096" y="631206"/>
                  </a:lnTo>
                  <a:lnTo>
                    <a:pt x="2731693" y="678932"/>
                  </a:lnTo>
                  <a:lnTo>
                    <a:pt x="2750206" y="727690"/>
                  </a:lnTo>
                  <a:lnTo>
                    <a:pt x="2768633" y="777443"/>
                  </a:lnTo>
                  <a:lnTo>
                    <a:pt x="2786970" y="828154"/>
                  </a:lnTo>
                  <a:lnTo>
                    <a:pt x="2805215" y="879789"/>
                  </a:lnTo>
                  <a:lnTo>
                    <a:pt x="2823365" y="932310"/>
                  </a:lnTo>
                  <a:lnTo>
                    <a:pt x="2841418" y="985681"/>
                  </a:lnTo>
                  <a:lnTo>
                    <a:pt x="2859371" y="1039866"/>
                  </a:lnTo>
                  <a:lnTo>
                    <a:pt x="2877222" y="1094829"/>
                  </a:lnTo>
                  <a:lnTo>
                    <a:pt x="2894967" y="1150533"/>
                  </a:lnTo>
                  <a:lnTo>
                    <a:pt x="2912605" y="1206943"/>
                  </a:lnTo>
                  <a:lnTo>
                    <a:pt x="2930132" y="1264021"/>
                  </a:lnTo>
                  <a:lnTo>
                    <a:pt x="2947546" y="1321732"/>
                  </a:lnTo>
                  <a:lnTo>
                    <a:pt x="2964844" y="1380039"/>
                  </a:lnTo>
                  <a:lnTo>
                    <a:pt x="2982024" y="1438906"/>
                  </a:lnTo>
                  <a:lnTo>
                    <a:pt x="2999084" y="1498297"/>
                  </a:lnTo>
                  <a:lnTo>
                    <a:pt x="3016019" y="1558176"/>
                  </a:lnTo>
                  <a:lnTo>
                    <a:pt x="3032829" y="1618505"/>
                  </a:lnTo>
                  <a:lnTo>
                    <a:pt x="3049509" y="1679250"/>
                  </a:lnTo>
                  <a:lnTo>
                    <a:pt x="3066058" y="1740374"/>
                  </a:lnTo>
                  <a:lnTo>
                    <a:pt x="3082473" y="1801840"/>
                  </a:lnTo>
                  <a:lnTo>
                    <a:pt x="3098752" y="1863613"/>
                  </a:lnTo>
                  <a:lnTo>
                    <a:pt x="3114891" y="1925655"/>
                  </a:lnTo>
                  <a:lnTo>
                    <a:pt x="3130888" y="1987932"/>
                  </a:lnTo>
                  <a:lnTo>
                    <a:pt x="3162445" y="2113040"/>
                  </a:lnTo>
                  <a:lnTo>
                    <a:pt x="3178001" y="2175800"/>
                  </a:lnTo>
                  <a:lnTo>
                    <a:pt x="3193404" y="2238649"/>
                  </a:lnTo>
                  <a:lnTo>
                    <a:pt x="3208652" y="2301550"/>
                  </a:lnTo>
                  <a:lnTo>
                    <a:pt x="3223742" y="2364467"/>
                  </a:lnTo>
                  <a:lnTo>
                    <a:pt x="3238671" y="2427364"/>
                  </a:lnTo>
                  <a:lnTo>
                    <a:pt x="3253438" y="2490204"/>
                  </a:lnTo>
                  <a:lnTo>
                    <a:pt x="3268039" y="2552953"/>
                  </a:lnTo>
                  <a:lnTo>
                    <a:pt x="3282472" y="2615572"/>
                  </a:lnTo>
                  <a:lnTo>
                    <a:pt x="3296734" y="2678026"/>
                  </a:lnTo>
                  <a:lnTo>
                    <a:pt x="3310822" y="2740278"/>
                  </a:lnTo>
                  <a:lnTo>
                    <a:pt x="3324735" y="2802293"/>
                  </a:lnTo>
                  <a:lnTo>
                    <a:pt x="3338468" y="2864034"/>
                  </a:lnTo>
                  <a:lnTo>
                    <a:pt x="3352020" y="2925465"/>
                  </a:lnTo>
                  <a:lnTo>
                    <a:pt x="3365389" y="2986550"/>
                  </a:lnTo>
                  <a:lnTo>
                    <a:pt x="3378570" y="3047251"/>
                  </a:lnTo>
                  <a:lnTo>
                    <a:pt x="3391562" y="3107534"/>
                  </a:lnTo>
                  <a:lnTo>
                    <a:pt x="3404363" y="3167362"/>
                  </a:lnTo>
                  <a:lnTo>
                    <a:pt x="3416969" y="3226698"/>
                  </a:lnTo>
                  <a:lnTo>
                    <a:pt x="3429377" y="3285506"/>
                  </a:lnTo>
                  <a:lnTo>
                    <a:pt x="3441586" y="3343750"/>
                  </a:lnTo>
                  <a:lnTo>
                    <a:pt x="3453593" y="3401394"/>
                  </a:lnTo>
                  <a:lnTo>
                    <a:pt x="3465394" y="3458402"/>
                  </a:lnTo>
                  <a:lnTo>
                    <a:pt x="3476988" y="3514736"/>
                  </a:lnTo>
                  <a:lnTo>
                    <a:pt x="3488371" y="3570362"/>
                  </a:lnTo>
                  <a:lnTo>
                    <a:pt x="3499542" y="3625242"/>
                  </a:lnTo>
                  <a:lnTo>
                    <a:pt x="3510497" y="3679341"/>
                  </a:lnTo>
                  <a:lnTo>
                    <a:pt x="3521234" y="3732621"/>
                  </a:lnTo>
                  <a:lnTo>
                    <a:pt x="3531750" y="3785048"/>
                  </a:lnTo>
                  <a:lnTo>
                    <a:pt x="3542042" y="3836585"/>
                  </a:lnTo>
                  <a:lnTo>
                    <a:pt x="3552109" y="3887194"/>
                  </a:lnTo>
                  <a:lnTo>
                    <a:pt x="3561946" y="3936841"/>
                  </a:lnTo>
                  <a:lnTo>
                    <a:pt x="3571553" y="3985489"/>
                  </a:lnTo>
                  <a:lnTo>
                    <a:pt x="3580925" y="4033101"/>
                  </a:lnTo>
                  <a:lnTo>
                    <a:pt x="3590061" y="4079641"/>
                  </a:lnTo>
                  <a:lnTo>
                    <a:pt x="3607613" y="4169363"/>
                  </a:lnTo>
                  <a:lnTo>
                    <a:pt x="3629788" y="4283126"/>
                  </a:lnTo>
                  <a:close/>
                </a:path>
              </a:pathLst>
            </a:custGeom>
            <a:solidFill>
              <a:srgbClr val="2D8B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57844" y="5973592"/>
              <a:ext cx="1703070" cy="4313555"/>
            </a:xfrm>
            <a:custGeom>
              <a:avLst/>
              <a:gdLst/>
              <a:ahLst/>
              <a:cxnLst/>
              <a:rect l="l" t="t" r="r" b="b"/>
              <a:pathLst>
                <a:path w="1703070" h="4313555">
                  <a:moveTo>
                    <a:pt x="1702737" y="4313406"/>
                  </a:moveTo>
                  <a:lnTo>
                    <a:pt x="1641159" y="4313406"/>
                  </a:lnTo>
                  <a:lnTo>
                    <a:pt x="1520026" y="3700885"/>
                  </a:lnTo>
                  <a:lnTo>
                    <a:pt x="1446328" y="3343110"/>
                  </a:lnTo>
                  <a:lnTo>
                    <a:pt x="1376573" y="3017096"/>
                  </a:lnTo>
                  <a:lnTo>
                    <a:pt x="1314146" y="2736361"/>
                  </a:lnTo>
                  <a:lnTo>
                    <a:pt x="1261576" y="2508344"/>
                  </a:lnTo>
                  <a:lnTo>
                    <a:pt x="1206815" y="2279208"/>
                  </a:lnTo>
                  <a:lnTo>
                    <a:pt x="1164386" y="2107691"/>
                  </a:lnTo>
                  <a:lnTo>
                    <a:pt x="1120855" y="1937295"/>
                  </a:lnTo>
                  <a:lnTo>
                    <a:pt x="1076278" y="1768770"/>
                  </a:lnTo>
                  <a:lnTo>
                    <a:pt x="1030712" y="1602866"/>
                  </a:lnTo>
                  <a:lnTo>
                    <a:pt x="999813" y="1494091"/>
                  </a:lnTo>
                  <a:lnTo>
                    <a:pt x="968515" y="1387037"/>
                  </a:lnTo>
                  <a:lnTo>
                    <a:pt x="936835" y="1281926"/>
                  </a:lnTo>
                  <a:lnTo>
                    <a:pt x="904791" y="1178981"/>
                  </a:lnTo>
                  <a:lnTo>
                    <a:pt x="872397" y="1078423"/>
                  </a:lnTo>
                  <a:lnTo>
                    <a:pt x="839673" y="980476"/>
                  </a:lnTo>
                  <a:lnTo>
                    <a:pt x="806632" y="885362"/>
                  </a:lnTo>
                  <a:lnTo>
                    <a:pt x="773294" y="793302"/>
                  </a:lnTo>
                  <a:lnTo>
                    <a:pt x="739673" y="704520"/>
                  </a:lnTo>
                  <a:lnTo>
                    <a:pt x="705787" y="619237"/>
                  </a:lnTo>
                  <a:lnTo>
                    <a:pt x="688750" y="577978"/>
                  </a:lnTo>
                  <a:lnTo>
                    <a:pt x="671652" y="537677"/>
                  </a:lnTo>
                  <a:lnTo>
                    <a:pt x="654497" y="498362"/>
                  </a:lnTo>
                  <a:lnTo>
                    <a:pt x="637285" y="460060"/>
                  </a:lnTo>
                  <a:lnTo>
                    <a:pt x="620020" y="422801"/>
                  </a:lnTo>
                  <a:lnTo>
                    <a:pt x="602703" y="386611"/>
                  </a:lnTo>
                  <a:lnTo>
                    <a:pt x="585336" y="351518"/>
                  </a:lnTo>
                  <a:lnTo>
                    <a:pt x="567922" y="317550"/>
                  </a:lnTo>
                  <a:lnTo>
                    <a:pt x="532958" y="253101"/>
                  </a:lnTo>
                  <a:lnTo>
                    <a:pt x="497829" y="193485"/>
                  </a:lnTo>
                  <a:lnTo>
                    <a:pt x="462551" y="138925"/>
                  </a:lnTo>
                  <a:lnTo>
                    <a:pt x="412428" y="101934"/>
                  </a:lnTo>
                  <a:lnTo>
                    <a:pt x="336479" y="78849"/>
                  </a:lnTo>
                  <a:lnTo>
                    <a:pt x="281463" y="69880"/>
                  </a:lnTo>
                  <a:lnTo>
                    <a:pt x="213186" y="63560"/>
                  </a:lnTo>
                  <a:lnTo>
                    <a:pt x="130220" y="60590"/>
                  </a:lnTo>
                  <a:lnTo>
                    <a:pt x="31139" y="61669"/>
                  </a:lnTo>
                  <a:lnTo>
                    <a:pt x="19312" y="59660"/>
                  </a:lnTo>
                  <a:lnTo>
                    <a:pt x="9511" y="53486"/>
                  </a:lnTo>
                  <a:lnTo>
                    <a:pt x="2739" y="44086"/>
                  </a:lnTo>
                  <a:lnTo>
                    <a:pt x="0" y="32397"/>
                  </a:lnTo>
                  <a:lnTo>
                    <a:pt x="2000" y="20572"/>
                  </a:lnTo>
                  <a:lnTo>
                    <a:pt x="8160" y="10775"/>
                  </a:lnTo>
                  <a:lnTo>
                    <a:pt x="17558" y="4004"/>
                  </a:lnTo>
                  <a:lnTo>
                    <a:pt x="29271" y="1258"/>
                  </a:lnTo>
                  <a:lnTo>
                    <a:pt x="107468" y="0"/>
                  </a:lnTo>
                  <a:lnTo>
                    <a:pt x="178882" y="1293"/>
                  </a:lnTo>
                  <a:lnTo>
                    <a:pt x="243567" y="5151"/>
                  </a:lnTo>
                  <a:lnTo>
                    <a:pt x="301579" y="11584"/>
                  </a:lnTo>
                  <a:lnTo>
                    <a:pt x="352972" y="20605"/>
                  </a:lnTo>
                  <a:lnTo>
                    <a:pt x="397799" y="32225"/>
                  </a:lnTo>
                  <a:lnTo>
                    <a:pt x="436115" y="46455"/>
                  </a:lnTo>
                  <a:lnTo>
                    <a:pt x="493431" y="82794"/>
                  </a:lnTo>
                  <a:lnTo>
                    <a:pt x="530232" y="131599"/>
                  </a:lnTo>
                  <a:lnTo>
                    <a:pt x="565497" y="188703"/>
                  </a:lnTo>
                  <a:lnTo>
                    <a:pt x="600594" y="250638"/>
                  </a:lnTo>
                  <a:lnTo>
                    <a:pt x="635505" y="317189"/>
                  </a:lnTo>
                  <a:lnTo>
                    <a:pt x="652886" y="352128"/>
                  </a:lnTo>
                  <a:lnTo>
                    <a:pt x="670215" y="388141"/>
                  </a:lnTo>
                  <a:lnTo>
                    <a:pt x="687490" y="425200"/>
                  </a:lnTo>
                  <a:lnTo>
                    <a:pt x="704709" y="463279"/>
                  </a:lnTo>
                  <a:lnTo>
                    <a:pt x="721869" y="502351"/>
                  </a:lnTo>
                  <a:lnTo>
                    <a:pt x="738970" y="542388"/>
                  </a:lnTo>
                  <a:lnTo>
                    <a:pt x="756008" y="583364"/>
                  </a:lnTo>
                  <a:lnTo>
                    <a:pt x="789891" y="668026"/>
                  </a:lnTo>
                  <a:lnTo>
                    <a:pt x="823502" y="756122"/>
                  </a:lnTo>
                  <a:lnTo>
                    <a:pt x="856825" y="847435"/>
                  </a:lnTo>
                  <a:lnTo>
                    <a:pt x="889845" y="941751"/>
                  </a:lnTo>
                  <a:lnTo>
                    <a:pt x="922546" y="1038856"/>
                  </a:lnTo>
                  <a:lnTo>
                    <a:pt x="954912" y="1138533"/>
                  </a:lnTo>
                  <a:lnTo>
                    <a:pt x="986928" y="1240568"/>
                  </a:lnTo>
                  <a:lnTo>
                    <a:pt x="1018577" y="1344746"/>
                  </a:lnTo>
                  <a:lnTo>
                    <a:pt x="1049844" y="1450852"/>
                  </a:lnTo>
                  <a:lnTo>
                    <a:pt x="1080713" y="1558671"/>
                  </a:lnTo>
                  <a:lnTo>
                    <a:pt x="1126236" y="1723140"/>
                  </a:lnTo>
                  <a:lnTo>
                    <a:pt x="1170776" y="1890252"/>
                  </a:lnTo>
                  <a:lnTo>
                    <a:pt x="1214278" y="2059283"/>
                  </a:lnTo>
                  <a:lnTo>
                    <a:pt x="1256691" y="2229506"/>
                  </a:lnTo>
                  <a:lnTo>
                    <a:pt x="1311453" y="2457070"/>
                  </a:lnTo>
                  <a:lnTo>
                    <a:pt x="1364056" y="2683742"/>
                  </a:lnTo>
                  <a:lnTo>
                    <a:pt x="1426584" y="2963208"/>
                  </a:lnTo>
                  <a:lnTo>
                    <a:pt x="1496558" y="3288449"/>
                  </a:lnTo>
                  <a:lnTo>
                    <a:pt x="1590286" y="3743516"/>
                  </a:lnTo>
                  <a:lnTo>
                    <a:pt x="1702737" y="4313406"/>
                  </a:lnTo>
                  <a:close/>
                </a:path>
              </a:pathLst>
            </a:custGeom>
            <a:solidFill>
              <a:srgbClr val="4042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6319102"/>
              <a:ext cx="3241040" cy="3968115"/>
            </a:xfrm>
            <a:custGeom>
              <a:avLst/>
              <a:gdLst/>
              <a:ahLst/>
              <a:cxnLst/>
              <a:rect l="l" t="t" r="r" b="b"/>
              <a:pathLst>
                <a:path w="3241040" h="3968115">
                  <a:moveTo>
                    <a:pt x="3240828" y="3967896"/>
                  </a:moveTo>
                  <a:lnTo>
                    <a:pt x="0" y="3967896"/>
                  </a:lnTo>
                  <a:lnTo>
                    <a:pt x="0" y="318795"/>
                  </a:lnTo>
                  <a:lnTo>
                    <a:pt x="175045" y="271646"/>
                  </a:lnTo>
                  <a:lnTo>
                    <a:pt x="232924" y="256774"/>
                  </a:lnTo>
                  <a:lnTo>
                    <a:pt x="288629" y="242775"/>
                  </a:lnTo>
                  <a:lnTo>
                    <a:pt x="476369" y="197684"/>
                  </a:lnTo>
                  <a:lnTo>
                    <a:pt x="537454" y="183727"/>
                  </a:lnTo>
                  <a:lnTo>
                    <a:pt x="537902" y="183614"/>
                  </a:lnTo>
                  <a:lnTo>
                    <a:pt x="730079" y="141991"/>
                  </a:lnTo>
                  <a:lnTo>
                    <a:pt x="919467" y="104530"/>
                  </a:lnTo>
                  <a:lnTo>
                    <a:pt x="1043827" y="82031"/>
                  </a:lnTo>
                  <a:lnTo>
                    <a:pt x="1165750" y="61775"/>
                  </a:lnTo>
                  <a:lnTo>
                    <a:pt x="1284452" y="43989"/>
                  </a:lnTo>
                  <a:lnTo>
                    <a:pt x="1399146" y="28898"/>
                  </a:lnTo>
                  <a:lnTo>
                    <a:pt x="1454744" y="22433"/>
                  </a:lnTo>
                  <a:lnTo>
                    <a:pt x="1509046" y="16727"/>
                  </a:lnTo>
                  <a:lnTo>
                    <a:pt x="1561953" y="11808"/>
                  </a:lnTo>
                  <a:lnTo>
                    <a:pt x="1613367" y="7704"/>
                  </a:lnTo>
                  <a:lnTo>
                    <a:pt x="1663190" y="4442"/>
                  </a:lnTo>
                  <a:lnTo>
                    <a:pt x="1711324" y="2053"/>
                  </a:lnTo>
                  <a:lnTo>
                    <a:pt x="1757670" y="562"/>
                  </a:lnTo>
                  <a:lnTo>
                    <a:pt x="1802130" y="0"/>
                  </a:lnTo>
                  <a:lnTo>
                    <a:pt x="1844606" y="393"/>
                  </a:lnTo>
                  <a:lnTo>
                    <a:pt x="1884999" y="1771"/>
                  </a:lnTo>
                  <a:lnTo>
                    <a:pt x="1923212" y="4161"/>
                  </a:lnTo>
                  <a:lnTo>
                    <a:pt x="1992704" y="12091"/>
                  </a:lnTo>
                  <a:lnTo>
                    <a:pt x="2052295" y="24410"/>
                  </a:lnTo>
                  <a:lnTo>
                    <a:pt x="2101199" y="41343"/>
                  </a:lnTo>
                  <a:lnTo>
                    <a:pt x="2138631" y="63116"/>
                  </a:lnTo>
                  <a:lnTo>
                    <a:pt x="2182371" y="119923"/>
                  </a:lnTo>
                  <a:lnTo>
                    <a:pt x="2219463" y="184940"/>
                  </a:lnTo>
                  <a:lnTo>
                    <a:pt x="2237980" y="219899"/>
                  </a:lnTo>
                  <a:lnTo>
                    <a:pt x="2256473" y="256433"/>
                  </a:lnTo>
                  <a:lnTo>
                    <a:pt x="2274938" y="294495"/>
                  </a:lnTo>
                  <a:lnTo>
                    <a:pt x="2293371" y="334040"/>
                  </a:lnTo>
                  <a:lnTo>
                    <a:pt x="2311767" y="375025"/>
                  </a:lnTo>
                  <a:lnTo>
                    <a:pt x="2330123" y="417402"/>
                  </a:lnTo>
                  <a:lnTo>
                    <a:pt x="2348435" y="461128"/>
                  </a:lnTo>
                  <a:lnTo>
                    <a:pt x="2366699" y="506157"/>
                  </a:lnTo>
                  <a:lnTo>
                    <a:pt x="2384911" y="552444"/>
                  </a:lnTo>
                  <a:lnTo>
                    <a:pt x="2403067" y="599944"/>
                  </a:lnTo>
                  <a:lnTo>
                    <a:pt x="2421163" y="648612"/>
                  </a:lnTo>
                  <a:lnTo>
                    <a:pt x="2439195" y="698403"/>
                  </a:lnTo>
                  <a:lnTo>
                    <a:pt x="2457159" y="749271"/>
                  </a:lnTo>
                  <a:lnTo>
                    <a:pt x="2475051" y="801171"/>
                  </a:lnTo>
                  <a:lnTo>
                    <a:pt x="2492867" y="854059"/>
                  </a:lnTo>
                  <a:lnTo>
                    <a:pt x="2510604" y="907889"/>
                  </a:lnTo>
                  <a:lnTo>
                    <a:pt x="2528256" y="962616"/>
                  </a:lnTo>
                  <a:lnTo>
                    <a:pt x="2545821" y="1018195"/>
                  </a:lnTo>
                  <a:lnTo>
                    <a:pt x="2563294" y="1074581"/>
                  </a:lnTo>
                  <a:lnTo>
                    <a:pt x="2580672" y="1131729"/>
                  </a:lnTo>
                  <a:lnTo>
                    <a:pt x="2597950" y="1189593"/>
                  </a:lnTo>
                  <a:lnTo>
                    <a:pt x="2615124" y="1248129"/>
                  </a:lnTo>
                  <a:lnTo>
                    <a:pt x="2632191" y="1307291"/>
                  </a:lnTo>
                  <a:lnTo>
                    <a:pt x="2649146" y="1367034"/>
                  </a:lnTo>
                  <a:lnTo>
                    <a:pt x="2665985" y="1427314"/>
                  </a:lnTo>
                  <a:lnTo>
                    <a:pt x="2682705" y="1488084"/>
                  </a:lnTo>
                  <a:lnTo>
                    <a:pt x="2699302" y="1549300"/>
                  </a:lnTo>
                  <a:lnTo>
                    <a:pt x="2715771" y="1610918"/>
                  </a:lnTo>
                  <a:lnTo>
                    <a:pt x="2732109" y="1672890"/>
                  </a:lnTo>
                  <a:lnTo>
                    <a:pt x="2748311" y="1735174"/>
                  </a:lnTo>
                  <a:lnTo>
                    <a:pt x="2764375" y="1797723"/>
                  </a:lnTo>
                  <a:lnTo>
                    <a:pt x="2796067" y="1923436"/>
                  </a:lnTo>
                  <a:lnTo>
                    <a:pt x="2811688" y="1986510"/>
                  </a:lnTo>
                  <a:lnTo>
                    <a:pt x="2827155" y="2049670"/>
                  </a:lnTo>
                  <a:lnTo>
                    <a:pt x="2842462" y="2112869"/>
                  </a:lnTo>
                  <a:lnTo>
                    <a:pt x="2857606" y="2176062"/>
                  </a:lnTo>
                  <a:lnTo>
                    <a:pt x="2872582" y="2239206"/>
                  </a:lnTo>
                  <a:lnTo>
                    <a:pt x="2887388" y="2302254"/>
                  </a:lnTo>
                  <a:lnTo>
                    <a:pt x="2902019" y="2365161"/>
                  </a:lnTo>
                  <a:lnTo>
                    <a:pt x="2916471" y="2427882"/>
                  </a:lnTo>
                  <a:lnTo>
                    <a:pt x="2930740" y="2490373"/>
                  </a:lnTo>
                  <a:lnTo>
                    <a:pt x="2944822" y="2552587"/>
                  </a:lnTo>
                  <a:lnTo>
                    <a:pt x="2958713" y="2614481"/>
                  </a:lnTo>
                  <a:lnTo>
                    <a:pt x="2972409" y="2676008"/>
                  </a:lnTo>
                  <a:lnTo>
                    <a:pt x="2985906" y="2737124"/>
                  </a:lnTo>
                  <a:lnTo>
                    <a:pt x="2999201" y="2797783"/>
                  </a:lnTo>
                  <a:lnTo>
                    <a:pt x="3012289" y="2857941"/>
                  </a:lnTo>
                  <a:lnTo>
                    <a:pt x="3025166" y="2917552"/>
                  </a:lnTo>
                  <a:lnTo>
                    <a:pt x="3037828" y="2976571"/>
                  </a:lnTo>
                  <a:lnTo>
                    <a:pt x="3050272" y="3034953"/>
                  </a:lnTo>
                  <a:lnTo>
                    <a:pt x="3062493" y="3092653"/>
                  </a:lnTo>
                  <a:lnTo>
                    <a:pt x="3074488" y="3149626"/>
                  </a:lnTo>
                  <a:lnTo>
                    <a:pt x="3086252" y="3205827"/>
                  </a:lnTo>
                  <a:lnTo>
                    <a:pt x="3097781" y="3261210"/>
                  </a:lnTo>
                  <a:lnTo>
                    <a:pt x="3109072" y="3315731"/>
                  </a:lnTo>
                  <a:lnTo>
                    <a:pt x="3120121" y="3369344"/>
                  </a:lnTo>
                  <a:lnTo>
                    <a:pt x="3130923" y="3422004"/>
                  </a:lnTo>
                  <a:lnTo>
                    <a:pt x="3141475" y="3473666"/>
                  </a:lnTo>
                  <a:lnTo>
                    <a:pt x="3151773" y="3524286"/>
                  </a:lnTo>
                  <a:lnTo>
                    <a:pt x="3161812" y="3573817"/>
                  </a:lnTo>
                  <a:lnTo>
                    <a:pt x="3171589" y="3622215"/>
                  </a:lnTo>
                  <a:lnTo>
                    <a:pt x="3181099" y="3669434"/>
                  </a:lnTo>
                  <a:lnTo>
                    <a:pt x="3199306" y="3760157"/>
                  </a:lnTo>
                  <a:lnTo>
                    <a:pt x="3240828" y="39678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7161123"/>
              <a:ext cx="2900045" cy="3126105"/>
            </a:xfrm>
            <a:custGeom>
              <a:avLst/>
              <a:gdLst/>
              <a:ahLst/>
              <a:cxnLst/>
              <a:rect l="l" t="t" r="r" b="b"/>
              <a:pathLst>
                <a:path w="2900045" h="3126104">
                  <a:moveTo>
                    <a:pt x="470382" y="845515"/>
                  </a:moveTo>
                  <a:lnTo>
                    <a:pt x="465086" y="798969"/>
                  </a:lnTo>
                  <a:lnTo>
                    <a:pt x="452843" y="744613"/>
                  </a:lnTo>
                  <a:lnTo>
                    <a:pt x="436130" y="687400"/>
                  </a:lnTo>
                  <a:lnTo>
                    <a:pt x="417423" y="632269"/>
                  </a:lnTo>
                  <a:lnTo>
                    <a:pt x="399173" y="584149"/>
                  </a:lnTo>
                  <a:lnTo>
                    <a:pt x="383857" y="547979"/>
                  </a:lnTo>
                  <a:lnTo>
                    <a:pt x="366788" y="541147"/>
                  </a:lnTo>
                  <a:lnTo>
                    <a:pt x="332066" y="545769"/>
                  </a:lnTo>
                  <a:lnTo>
                    <a:pt x="285546" y="558190"/>
                  </a:lnTo>
                  <a:lnTo>
                    <a:pt x="180568" y="591667"/>
                  </a:lnTo>
                  <a:lnTo>
                    <a:pt x="152768" y="599821"/>
                  </a:lnTo>
                  <a:lnTo>
                    <a:pt x="130098" y="527088"/>
                  </a:lnTo>
                  <a:lnTo>
                    <a:pt x="114058" y="472249"/>
                  </a:lnTo>
                  <a:lnTo>
                    <a:pt x="97409" y="417715"/>
                  </a:lnTo>
                  <a:lnTo>
                    <a:pt x="78701" y="364058"/>
                  </a:lnTo>
                  <a:lnTo>
                    <a:pt x="66459" y="338010"/>
                  </a:lnTo>
                  <a:lnTo>
                    <a:pt x="46736" y="321551"/>
                  </a:lnTo>
                  <a:lnTo>
                    <a:pt x="11315" y="318935"/>
                  </a:lnTo>
                  <a:lnTo>
                    <a:pt x="0" y="321881"/>
                  </a:lnTo>
                  <a:lnTo>
                    <a:pt x="0" y="638721"/>
                  </a:lnTo>
                  <a:lnTo>
                    <a:pt x="0" y="1015377"/>
                  </a:lnTo>
                  <a:lnTo>
                    <a:pt x="0" y="1311668"/>
                  </a:lnTo>
                  <a:lnTo>
                    <a:pt x="11798" y="1313624"/>
                  </a:lnTo>
                  <a:lnTo>
                    <a:pt x="58547" y="1309128"/>
                  </a:lnTo>
                  <a:lnTo>
                    <a:pt x="112941" y="1297076"/>
                  </a:lnTo>
                  <a:lnTo>
                    <a:pt x="170078" y="1280071"/>
                  </a:lnTo>
                  <a:lnTo>
                    <a:pt x="225069" y="1260754"/>
                  </a:lnTo>
                  <a:lnTo>
                    <a:pt x="272999" y="1241729"/>
                  </a:lnTo>
                  <a:lnTo>
                    <a:pt x="308965" y="1225626"/>
                  </a:lnTo>
                  <a:lnTo>
                    <a:pt x="315328" y="1206627"/>
                  </a:lnTo>
                  <a:lnTo>
                    <a:pt x="309575" y="1167384"/>
                  </a:lnTo>
                  <a:lnTo>
                    <a:pt x="295592" y="1114615"/>
                  </a:lnTo>
                  <a:lnTo>
                    <a:pt x="258546" y="995375"/>
                  </a:lnTo>
                  <a:lnTo>
                    <a:pt x="246773" y="954570"/>
                  </a:lnTo>
                  <a:lnTo>
                    <a:pt x="246913" y="954532"/>
                  </a:lnTo>
                  <a:lnTo>
                    <a:pt x="300304" y="939228"/>
                  </a:lnTo>
                  <a:lnTo>
                    <a:pt x="409600" y="906627"/>
                  </a:lnTo>
                  <a:lnTo>
                    <a:pt x="450329" y="895413"/>
                  </a:lnTo>
                  <a:lnTo>
                    <a:pt x="466293" y="879309"/>
                  </a:lnTo>
                  <a:lnTo>
                    <a:pt x="470382" y="845515"/>
                  </a:lnTo>
                  <a:close/>
                </a:path>
                <a:path w="2900045" h="3126104">
                  <a:moveTo>
                    <a:pt x="2215985" y="72390"/>
                  </a:moveTo>
                  <a:lnTo>
                    <a:pt x="2206980" y="43053"/>
                  </a:lnTo>
                  <a:lnTo>
                    <a:pt x="2185162" y="17322"/>
                  </a:lnTo>
                  <a:lnTo>
                    <a:pt x="2161438" y="0"/>
                  </a:lnTo>
                  <a:lnTo>
                    <a:pt x="2149246" y="533"/>
                  </a:lnTo>
                  <a:lnTo>
                    <a:pt x="2122055" y="5791"/>
                  </a:lnTo>
                  <a:lnTo>
                    <a:pt x="2082469" y="14947"/>
                  </a:lnTo>
                  <a:lnTo>
                    <a:pt x="2033130" y="27165"/>
                  </a:lnTo>
                  <a:lnTo>
                    <a:pt x="1732191" y="105803"/>
                  </a:lnTo>
                  <a:lnTo>
                    <a:pt x="1679575" y="119303"/>
                  </a:lnTo>
                  <a:lnTo>
                    <a:pt x="1203972" y="239191"/>
                  </a:lnTo>
                  <a:lnTo>
                    <a:pt x="779373" y="350151"/>
                  </a:lnTo>
                  <a:lnTo>
                    <a:pt x="686079" y="375335"/>
                  </a:lnTo>
                  <a:lnTo>
                    <a:pt x="639737" y="388874"/>
                  </a:lnTo>
                  <a:lnTo>
                    <a:pt x="590765" y="417804"/>
                  </a:lnTo>
                  <a:lnTo>
                    <a:pt x="606259" y="467207"/>
                  </a:lnTo>
                  <a:lnTo>
                    <a:pt x="617258" y="483209"/>
                  </a:lnTo>
                  <a:lnTo>
                    <a:pt x="640892" y="488010"/>
                  </a:lnTo>
                  <a:lnTo>
                    <a:pt x="685520" y="482485"/>
                  </a:lnTo>
                  <a:lnTo>
                    <a:pt x="759460" y="467461"/>
                  </a:lnTo>
                  <a:lnTo>
                    <a:pt x="855408" y="446455"/>
                  </a:lnTo>
                  <a:lnTo>
                    <a:pt x="951484" y="424434"/>
                  </a:lnTo>
                  <a:lnTo>
                    <a:pt x="1095768" y="389890"/>
                  </a:lnTo>
                  <a:lnTo>
                    <a:pt x="1755203" y="225082"/>
                  </a:lnTo>
                  <a:lnTo>
                    <a:pt x="2151938" y="122732"/>
                  </a:lnTo>
                  <a:lnTo>
                    <a:pt x="2201278" y="100545"/>
                  </a:lnTo>
                  <a:lnTo>
                    <a:pt x="2215985" y="72390"/>
                  </a:lnTo>
                  <a:close/>
                </a:path>
                <a:path w="2900045" h="3126104">
                  <a:moveTo>
                    <a:pt x="2314016" y="462445"/>
                  </a:moveTo>
                  <a:lnTo>
                    <a:pt x="2305012" y="433108"/>
                  </a:lnTo>
                  <a:lnTo>
                    <a:pt x="2283193" y="407377"/>
                  </a:lnTo>
                  <a:lnTo>
                    <a:pt x="2259457" y="390042"/>
                  </a:lnTo>
                  <a:lnTo>
                    <a:pt x="2247277" y="390575"/>
                  </a:lnTo>
                  <a:lnTo>
                    <a:pt x="2220074" y="395833"/>
                  </a:lnTo>
                  <a:lnTo>
                    <a:pt x="2180488" y="404990"/>
                  </a:lnTo>
                  <a:lnTo>
                    <a:pt x="2131149" y="417207"/>
                  </a:lnTo>
                  <a:lnTo>
                    <a:pt x="1830209" y="495846"/>
                  </a:lnTo>
                  <a:lnTo>
                    <a:pt x="1777593" y="509346"/>
                  </a:lnTo>
                  <a:lnTo>
                    <a:pt x="1301991" y="629246"/>
                  </a:lnTo>
                  <a:lnTo>
                    <a:pt x="877404" y="740206"/>
                  </a:lnTo>
                  <a:lnTo>
                    <a:pt x="784098" y="765378"/>
                  </a:lnTo>
                  <a:lnTo>
                    <a:pt x="737755" y="778916"/>
                  </a:lnTo>
                  <a:lnTo>
                    <a:pt x="688784" y="807847"/>
                  </a:lnTo>
                  <a:lnTo>
                    <a:pt x="704291" y="857262"/>
                  </a:lnTo>
                  <a:lnTo>
                    <a:pt x="715289" y="873264"/>
                  </a:lnTo>
                  <a:lnTo>
                    <a:pt x="738924" y="878078"/>
                  </a:lnTo>
                  <a:lnTo>
                    <a:pt x="783539" y="872540"/>
                  </a:lnTo>
                  <a:lnTo>
                    <a:pt x="857478" y="857504"/>
                  </a:lnTo>
                  <a:lnTo>
                    <a:pt x="953427" y="836498"/>
                  </a:lnTo>
                  <a:lnTo>
                    <a:pt x="1049502" y="814476"/>
                  </a:lnTo>
                  <a:lnTo>
                    <a:pt x="1193787" y="779945"/>
                  </a:lnTo>
                  <a:lnTo>
                    <a:pt x="1853222" y="615137"/>
                  </a:lnTo>
                  <a:lnTo>
                    <a:pt x="2249970" y="512787"/>
                  </a:lnTo>
                  <a:lnTo>
                    <a:pt x="2299297" y="490601"/>
                  </a:lnTo>
                  <a:lnTo>
                    <a:pt x="2314016" y="462445"/>
                  </a:lnTo>
                  <a:close/>
                </a:path>
                <a:path w="2900045" h="3126104">
                  <a:moveTo>
                    <a:pt x="2412047" y="852512"/>
                  </a:moveTo>
                  <a:lnTo>
                    <a:pt x="2403043" y="823175"/>
                  </a:lnTo>
                  <a:lnTo>
                    <a:pt x="2381224" y="797445"/>
                  </a:lnTo>
                  <a:lnTo>
                    <a:pt x="2357488" y="780122"/>
                  </a:lnTo>
                  <a:lnTo>
                    <a:pt x="2345309" y="780656"/>
                  </a:lnTo>
                  <a:lnTo>
                    <a:pt x="2318105" y="785901"/>
                  </a:lnTo>
                  <a:lnTo>
                    <a:pt x="2278519" y="795045"/>
                  </a:lnTo>
                  <a:lnTo>
                    <a:pt x="2229180" y="807262"/>
                  </a:lnTo>
                  <a:lnTo>
                    <a:pt x="1928241" y="885913"/>
                  </a:lnTo>
                  <a:lnTo>
                    <a:pt x="1875624" y="899414"/>
                  </a:lnTo>
                  <a:lnTo>
                    <a:pt x="1400022" y="1019302"/>
                  </a:lnTo>
                  <a:lnTo>
                    <a:pt x="975423" y="1130261"/>
                  </a:lnTo>
                  <a:lnTo>
                    <a:pt x="882129" y="1155446"/>
                  </a:lnTo>
                  <a:lnTo>
                    <a:pt x="835787" y="1168971"/>
                  </a:lnTo>
                  <a:lnTo>
                    <a:pt x="786815" y="1197902"/>
                  </a:lnTo>
                  <a:lnTo>
                    <a:pt x="802322" y="1247330"/>
                  </a:lnTo>
                  <a:lnTo>
                    <a:pt x="813308" y="1263332"/>
                  </a:lnTo>
                  <a:lnTo>
                    <a:pt x="836942" y="1268133"/>
                  </a:lnTo>
                  <a:lnTo>
                    <a:pt x="881570" y="1262595"/>
                  </a:lnTo>
                  <a:lnTo>
                    <a:pt x="955509" y="1247571"/>
                  </a:lnTo>
                  <a:lnTo>
                    <a:pt x="1051445" y="1226553"/>
                  </a:lnTo>
                  <a:lnTo>
                    <a:pt x="1147521" y="1204531"/>
                  </a:lnTo>
                  <a:lnTo>
                    <a:pt x="1291818" y="1170000"/>
                  </a:lnTo>
                  <a:lnTo>
                    <a:pt x="1951253" y="1005205"/>
                  </a:lnTo>
                  <a:lnTo>
                    <a:pt x="2347988" y="902855"/>
                  </a:lnTo>
                  <a:lnTo>
                    <a:pt x="2397328" y="880668"/>
                  </a:lnTo>
                  <a:lnTo>
                    <a:pt x="2412047" y="852512"/>
                  </a:lnTo>
                  <a:close/>
                </a:path>
                <a:path w="2900045" h="3126104">
                  <a:moveTo>
                    <a:pt x="2507843" y="1246695"/>
                  </a:moveTo>
                  <a:lnTo>
                    <a:pt x="2495727" y="1210462"/>
                  </a:lnTo>
                  <a:lnTo>
                    <a:pt x="2452535" y="1184109"/>
                  </a:lnTo>
                  <a:lnTo>
                    <a:pt x="2429929" y="1176566"/>
                  </a:lnTo>
                  <a:lnTo>
                    <a:pt x="2421267" y="1177137"/>
                  </a:lnTo>
                  <a:lnTo>
                    <a:pt x="2376005" y="1186319"/>
                  </a:lnTo>
                  <a:lnTo>
                    <a:pt x="2299639" y="1204442"/>
                  </a:lnTo>
                  <a:lnTo>
                    <a:pt x="2142960" y="1243787"/>
                  </a:lnTo>
                  <a:lnTo>
                    <a:pt x="1602740" y="1382687"/>
                  </a:lnTo>
                  <a:lnTo>
                    <a:pt x="686054" y="1613877"/>
                  </a:lnTo>
                  <a:lnTo>
                    <a:pt x="0" y="1790585"/>
                  </a:lnTo>
                  <a:lnTo>
                    <a:pt x="0" y="1902294"/>
                  </a:lnTo>
                  <a:lnTo>
                    <a:pt x="246888" y="1844573"/>
                  </a:lnTo>
                  <a:lnTo>
                    <a:pt x="638657" y="1749031"/>
                  </a:lnTo>
                  <a:lnTo>
                    <a:pt x="1792516" y="1459509"/>
                  </a:lnTo>
                  <a:lnTo>
                    <a:pt x="2393226" y="1306144"/>
                  </a:lnTo>
                  <a:lnTo>
                    <a:pt x="2454808" y="1286675"/>
                  </a:lnTo>
                  <a:lnTo>
                    <a:pt x="2491600" y="1266596"/>
                  </a:lnTo>
                  <a:lnTo>
                    <a:pt x="2507843" y="1246695"/>
                  </a:lnTo>
                  <a:close/>
                </a:path>
                <a:path w="2900045" h="3126104">
                  <a:moveTo>
                    <a:pt x="2605875" y="1636750"/>
                  </a:moveTo>
                  <a:lnTo>
                    <a:pt x="2593759" y="1600517"/>
                  </a:lnTo>
                  <a:lnTo>
                    <a:pt x="2550566" y="1574177"/>
                  </a:lnTo>
                  <a:lnTo>
                    <a:pt x="2527960" y="1566633"/>
                  </a:lnTo>
                  <a:lnTo>
                    <a:pt x="2519299" y="1567205"/>
                  </a:lnTo>
                  <a:lnTo>
                    <a:pt x="2474023" y="1576387"/>
                  </a:lnTo>
                  <a:lnTo>
                    <a:pt x="2397658" y="1594510"/>
                  </a:lnTo>
                  <a:lnTo>
                    <a:pt x="2240991" y="1633842"/>
                  </a:lnTo>
                  <a:lnTo>
                    <a:pt x="1700758" y="1772729"/>
                  </a:lnTo>
                  <a:lnTo>
                    <a:pt x="784085" y="2003920"/>
                  </a:lnTo>
                  <a:lnTo>
                    <a:pt x="92303" y="2182126"/>
                  </a:lnTo>
                  <a:lnTo>
                    <a:pt x="0" y="2206421"/>
                  </a:lnTo>
                  <a:lnTo>
                    <a:pt x="0" y="2314359"/>
                  </a:lnTo>
                  <a:lnTo>
                    <a:pt x="149707" y="2280488"/>
                  </a:lnTo>
                  <a:lnTo>
                    <a:pt x="442722" y="2211159"/>
                  </a:lnTo>
                  <a:lnTo>
                    <a:pt x="1839074" y="1862670"/>
                  </a:lnTo>
                  <a:lnTo>
                    <a:pt x="2491244" y="1696212"/>
                  </a:lnTo>
                  <a:lnTo>
                    <a:pt x="2552839" y="1676730"/>
                  </a:lnTo>
                  <a:lnTo>
                    <a:pt x="2589631" y="1656651"/>
                  </a:lnTo>
                  <a:lnTo>
                    <a:pt x="2605875" y="1636750"/>
                  </a:lnTo>
                  <a:close/>
                </a:path>
                <a:path w="2900045" h="3126104">
                  <a:moveTo>
                    <a:pt x="2703893" y="2026818"/>
                  </a:moveTo>
                  <a:lnTo>
                    <a:pt x="2691790" y="1990585"/>
                  </a:lnTo>
                  <a:lnTo>
                    <a:pt x="2648597" y="1964232"/>
                  </a:lnTo>
                  <a:lnTo>
                    <a:pt x="2625979" y="1956689"/>
                  </a:lnTo>
                  <a:lnTo>
                    <a:pt x="2617317" y="1957260"/>
                  </a:lnTo>
                  <a:lnTo>
                    <a:pt x="2572054" y="1966429"/>
                  </a:lnTo>
                  <a:lnTo>
                    <a:pt x="2495689" y="1984565"/>
                  </a:lnTo>
                  <a:lnTo>
                    <a:pt x="2339009" y="2023897"/>
                  </a:lnTo>
                  <a:lnTo>
                    <a:pt x="1798777" y="2162772"/>
                  </a:lnTo>
                  <a:lnTo>
                    <a:pt x="882103" y="2393962"/>
                  </a:lnTo>
                  <a:lnTo>
                    <a:pt x="190334" y="2572169"/>
                  </a:lnTo>
                  <a:lnTo>
                    <a:pt x="91744" y="2598128"/>
                  </a:lnTo>
                  <a:lnTo>
                    <a:pt x="26276" y="2615920"/>
                  </a:lnTo>
                  <a:lnTo>
                    <a:pt x="0" y="2624061"/>
                  </a:lnTo>
                  <a:lnTo>
                    <a:pt x="0" y="2722791"/>
                  </a:lnTo>
                  <a:lnTo>
                    <a:pt x="42481" y="2716009"/>
                  </a:lnTo>
                  <a:lnTo>
                    <a:pt x="108458" y="2702217"/>
                  </a:lnTo>
                  <a:lnTo>
                    <a:pt x="345262" y="2647797"/>
                  </a:lnTo>
                  <a:lnTo>
                    <a:pt x="687641" y="2565450"/>
                  </a:lnTo>
                  <a:lnTo>
                    <a:pt x="1988566" y="2239632"/>
                  </a:lnTo>
                  <a:lnTo>
                    <a:pt x="2589276" y="2086267"/>
                  </a:lnTo>
                  <a:lnTo>
                    <a:pt x="2650871" y="2066798"/>
                  </a:lnTo>
                  <a:lnTo>
                    <a:pt x="2687650" y="2046719"/>
                  </a:lnTo>
                  <a:lnTo>
                    <a:pt x="2703893" y="2026818"/>
                  </a:lnTo>
                  <a:close/>
                </a:path>
                <a:path w="2900045" h="3126104">
                  <a:moveTo>
                    <a:pt x="2801912" y="2416835"/>
                  </a:moveTo>
                  <a:lnTo>
                    <a:pt x="2789809" y="2380602"/>
                  </a:lnTo>
                  <a:lnTo>
                    <a:pt x="2746603" y="2354262"/>
                  </a:lnTo>
                  <a:lnTo>
                    <a:pt x="2723997" y="2346718"/>
                  </a:lnTo>
                  <a:lnTo>
                    <a:pt x="2715336" y="2347290"/>
                  </a:lnTo>
                  <a:lnTo>
                    <a:pt x="2670073" y="2356472"/>
                  </a:lnTo>
                  <a:lnTo>
                    <a:pt x="2593708" y="2374608"/>
                  </a:lnTo>
                  <a:lnTo>
                    <a:pt x="2437041" y="2413952"/>
                  </a:lnTo>
                  <a:lnTo>
                    <a:pt x="1896808" y="2552839"/>
                  </a:lnTo>
                  <a:lnTo>
                    <a:pt x="980135" y="2784030"/>
                  </a:lnTo>
                  <a:lnTo>
                    <a:pt x="288353" y="2962224"/>
                  </a:lnTo>
                  <a:lnTo>
                    <a:pt x="189776" y="2988183"/>
                  </a:lnTo>
                  <a:lnTo>
                    <a:pt x="124294" y="3005988"/>
                  </a:lnTo>
                  <a:lnTo>
                    <a:pt x="72097" y="3022142"/>
                  </a:lnTo>
                  <a:lnTo>
                    <a:pt x="36576" y="3037370"/>
                  </a:lnTo>
                  <a:lnTo>
                    <a:pt x="21196" y="3052394"/>
                  </a:lnTo>
                  <a:lnTo>
                    <a:pt x="29387" y="3067901"/>
                  </a:lnTo>
                  <a:lnTo>
                    <a:pt x="40576" y="3097492"/>
                  </a:lnTo>
                  <a:lnTo>
                    <a:pt x="49149" y="3108883"/>
                  </a:lnTo>
                  <a:lnTo>
                    <a:pt x="65938" y="3114205"/>
                  </a:lnTo>
                  <a:lnTo>
                    <a:pt x="95021" y="3113316"/>
                  </a:lnTo>
                  <a:lnTo>
                    <a:pt x="140512" y="3106051"/>
                  </a:lnTo>
                  <a:lnTo>
                    <a:pt x="206476" y="3092259"/>
                  </a:lnTo>
                  <a:lnTo>
                    <a:pt x="443280" y="3037840"/>
                  </a:lnTo>
                  <a:lnTo>
                    <a:pt x="785660" y="2955493"/>
                  </a:lnTo>
                  <a:lnTo>
                    <a:pt x="2086584" y="2629662"/>
                  </a:lnTo>
                  <a:lnTo>
                    <a:pt x="2687294" y="2476296"/>
                  </a:lnTo>
                  <a:lnTo>
                    <a:pt x="2748877" y="2456815"/>
                  </a:lnTo>
                  <a:lnTo>
                    <a:pt x="2785668" y="2436736"/>
                  </a:lnTo>
                  <a:lnTo>
                    <a:pt x="2801912" y="2416835"/>
                  </a:lnTo>
                  <a:close/>
                </a:path>
                <a:path w="2900045" h="3126104">
                  <a:moveTo>
                    <a:pt x="2899943" y="2806916"/>
                  </a:moveTo>
                  <a:lnTo>
                    <a:pt x="2887840" y="2770682"/>
                  </a:lnTo>
                  <a:lnTo>
                    <a:pt x="2844635" y="2744343"/>
                  </a:lnTo>
                  <a:lnTo>
                    <a:pt x="2822029" y="2736799"/>
                  </a:lnTo>
                  <a:lnTo>
                    <a:pt x="2813367" y="2737370"/>
                  </a:lnTo>
                  <a:lnTo>
                    <a:pt x="2768104" y="2746540"/>
                  </a:lnTo>
                  <a:lnTo>
                    <a:pt x="2691739" y="2764663"/>
                  </a:lnTo>
                  <a:lnTo>
                    <a:pt x="2535059" y="2803995"/>
                  </a:lnTo>
                  <a:lnTo>
                    <a:pt x="1994827" y="2942894"/>
                  </a:lnTo>
                  <a:lnTo>
                    <a:pt x="1267167" y="3125876"/>
                  </a:lnTo>
                  <a:lnTo>
                    <a:pt x="1761185" y="3125876"/>
                  </a:lnTo>
                  <a:lnTo>
                    <a:pt x="2184616" y="3019742"/>
                  </a:lnTo>
                  <a:lnTo>
                    <a:pt x="2785326" y="2866377"/>
                  </a:lnTo>
                  <a:lnTo>
                    <a:pt x="2846921" y="2846895"/>
                  </a:lnTo>
                  <a:lnTo>
                    <a:pt x="2883700" y="2826829"/>
                  </a:lnTo>
                  <a:lnTo>
                    <a:pt x="2899943" y="2806916"/>
                  </a:lnTo>
                  <a:close/>
                </a:path>
              </a:pathLst>
            </a:custGeom>
            <a:solidFill>
              <a:srgbClr val="2D8B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5438977"/>
              <a:ext cx="1885950" cy="1398270"/>
            </a:xfrm>
            <a:custGeom>
              <a:avLst/>
              <a:gdLst/>
              <a:ahLst/>
              <a:cxnLst/>
              <a:rect l="l" t="t" r="r" b="b"/>
              <a:pathLst>
                <a:path w="1885950" h="1398270">
                  <a:moveTo>
                    <a:pt x="1885518" y="711962"/>
                  </a:moveTo>
                  <a:lnTo>
                    <a:pt x="1884070" y="663194"/>
                  </a:lnTo>
                  <a:lnTo>
                    <a:pt x="1879269" y="614870"/>
                  </a:lnTo>
                  <a:lnTo>
                    <a:pt x="1871421" y="568045"/>
                  </a:lnTo>
                  <a:lnTo>
                    <a:pt x="1860829" y="523786"/>
                  </a:lnTo>
                  <a:lnTo>
                    <a:pt x="1847811" y="483146"/>
                  </a:lnTo>
                  <a:lnTo>
                    <a:pt x="1832673" y="447179"/>
                  </a:lnTo>
                  <a:lnTo>
                    <a:pt x="1797253" y="393484"/>
                  </a:lnTo>
                  <a:lnTo>
                    <a:pt x="1757057" y="371170"/>
                  </a:lnTo>
                  <a:lnTo>
                    <a:pt x="1703260" y="368617"/>
                  </a:lnTo>
                  <a:lnTo>
                    <a:pt x="1671840" y="368617"/>
                  </a:lnTo>
                  <a:lnTo>
                    <a:pt x="1600581" y="371068"/>
                  </a:lnTo>
                  <a:lnTo>
                    <a:pt x="1561007" y="373468"/>
                  </a:lnTo>
                  <a:lnTo>
                    <a:pt x="1518983" y="376618"/>
                  </a:lnTo>
                  <a:lnTo>
                    <a:pt x="1474622" y="380492"/>
                  </a:lnTo>
                  <a:lnTo>
                    <a:pt x="1428051" y="385076"/>
                  </a:lnTo>
                  <a:lnTo>
                    <a:pt x="1379423" y="390321"/>
                  </a:lnTo>
                  <a:lnTo>
                    <a:pt x="1328839" y="396227"/>
                  </a:lnTo>
                  <a:lnTo>
                    <a:pt x="1222362" y="409905"/>
                  </a:lnTo>
                  <a:lnTo>
                    <a:pt x="1109649" y="425881"/>
                  </a:lnTo>
                  <a:lnTo>
                    <a:pt x="991755" y="443979"/>
                  </a:lnTo>
                  <a:lnTo>
                    <a:pt x="960374" y="449135"/>
                  </a:lnTo>
                  <a:lnTo>
                    <a:pt x="959777" y="442442"/>
                  </a:lnTo>
                  <a:lnTo>
                    <a:pt x="952373" y="399224"/>
                  </a:lnTo>
                  <a:lnTo>
                    <a:pt x="941387" y="356222"/>
                  </a:lnTo>
                  <a:lnTo>
                    <a:pt x="926731" y="313601"/>
                  </a:lnTo>
                  <a:lnTo>
                    <a:pt x="908316" y="271551"/>
                  </a:lnTo>
                  <a:lnTo>
                    <a:pt x="886320" y="233667"/>
                  </a:lnTo>
                  <a:lnTo>
                    <a:pt x="858901" y="198361"/>
                  </a:lnTo>
                  <a:lnTo>
                    <a:pt x="826643" y="165709"/>
                  </a:lnTo>
                  <a:lnTo>
                    <a:pt x="790130" y="135775"/>
                  </a:lnTo>
                  <a:lnTo>
                    <a:pt x="749973" y="108635"/>
                  </a:lnTo>
                  <a:lnTo>
                    <a:pt x="706742" y="84340"/>
                  </a:lnTo>
                  <a:lnTo>
                    <a:pt x="661035" y="62979"/>
                  </a:lnTo>
                  <a:lnTo>
                    <a:pt x="613448" y="44602"/>
                  </a:lnTo>
                  <a:lnTo>
                    <a:pt x="564565" y="29286"/>
                  </a:lnTo>
                  <a:lnTo>
                    <a:pt x="514985" y="17106"/>
                  </a:lnTo>
                  <a:lnTo>
                    <a:pt x="465289" y="8115"/>
                  </a:lnTo>
                  <a:lnTo>
                    <a:pt x="416064" y="2387"/>
                  </a:lnTo>
                  <a:lnTo>
                    <a:pt x="367919" y="0"/>
                  </a:lnTo>
                  <a:lnTo>
                    <a:pt x="317728" y="1536"/>
                  </a:lnTo>
                  <a:lnTo>
                    <a:pt x="267614" y="7620"/>
                  </a:lnTo>
                  <a:lnTo>
                    <a:pt x="218097" y="18211"/>
                  </a:lnTo>
                  <a:lnTo>
                    <a:pt x="169684" y="33248"/>
                  </a:lnTo>
                  <a:lnTo>
                    <a:pt x="122923" y="52705"/>
                  </a:lnTo>
                  <a:lnTo>
                    <a:pt x="78320" y="76542"/>
                  </a:lnTo>
                  <a:lnTo>
                    <a:pt x="36410" y="104711"/>
                  </a:lnTo>
                  <a:lnTo>
                    <a:pt x="0" y="135267"/>
                  </a:lnTo>
                  <a:lnTo>
                    <a:pt x="0" y="638187"/>
                  </a:lnTo>
                  <a:lnTo>
                    <a:pt x="0" y="898994"/>
                  </a:lnTo>
                  <a:lnTo>
                    <a:pt x="0" y="1397673"/>
                  </a:lnTo>
                  <a:lnTo>
                    <a:pt x="1358379" y="1083056"/>
                  </a:lnTo>
                  <a:lnTo>
                    <a:pt x="1673491" y="1007656"/>
                  </a:lnTo>
                  <a:lnTo>
                    <a:pt x="1739099" y="991387"/>
                  </a:lnTo>
                  <a:lnTo>
                    <a:pt x="1775650" y="977087"/>
                  </a:lnTo>
                  <a:lnTo>
                    <a:pt x="1831555" y="925525"/>
                  </a:lnTo>
                  <a:lnTo>
                    <a:pt x="1851533" y="890371"/>
                  </a:lnTo>
                  <a:lnTo>
                    <a:pt x="1866607" y="850392"/>
                  </a:lnTo>
                  <a:lnTo>
                    <a:pt x="1877098" y="806615"/>
                  </a:lnTo>
                  <a:lnTo>
                    <a:pt x="1883295" y="760120"/>
                  </a:lnTo>
                  <a:lnTo>
                    <a:pt x="1885518" y="711962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6706" y="5770800"/>
              <a:ext cx="422909" cy="408940"/>
            </a:xfrm>
            <a:custGeom>
              <a:avLst/>
              <a:gdLst/>
              <a:ahLst/>
              <a:cxnLst/>
              <a:rect l="l" t="t" r="r" b="b"/>
              <a:pathLst>
                <a:path w="422909" h="408939">
                  <a:moveTo>
                    <a:pt x="244886" y="405808"/>
                  </a:moveTo>
                  <a:lnTo>
                    <a:pt x="201772" y="408618"/>
                  </a:lnTo>
                  <a:lnTo>
                    <a:pt x="161113" y="402577"/>
                  </a:lnTo>
                  <a:lnTo>
                    <a:pt x="123561" y="388712"/>
                  </a:lnTo>
                  <a:lnTo>
                    <a:pt x="89768" y="368047"/>
                  </a:lnTo>
                  <a:lnTo>
                    <a:pt x="60385" y="341611"/>
                  </a:lnTo>
                  <a:lnTo>
                    <a:pt x="36065" y="310429"/>
                  </a:lnTo>
                  <a:lnTo>
                    <a:pt x="17460" y="275529"/>
                  </a:lnTo>
                  <a:lnTo>
                    <a:pt x="5221" y="237936"/>
                  </a:lnTo>
                  <a:lnTo>
                    <a:pt x="0" y="198678"/>
                  </a:lnTo>
                  <a:lnTo>
                    <a:pt x="2448" y="158781"/>
                  </a:lnTo>
                  <a:lnTo>
                    <a:pt x="13219" y="119271"/>
                  </a:lnTo>
                  <a:lnTo>
                    <a:pt x="32963" y="81176"/>
                  </a:lnTo>
                  <a:lnTo>
                    <a:pt x="64906" y="45504"/>
                  </a:lnTo>
                  <a:lnTo>
                    <a:pt x="105063" y="19922"/>
                  </a:lnTo>
                  <a:lnTo>
                    <a:pt x="150332" y="4672"/>
                  </a:lnTo>
                  <a:lnTo>
                    <a:pt x="197613" y="0"/>
                  </a:lnTo>
                  <a:lnTo>
                    <a:pt x="245651" y="4961"/>
                  </a:lnTo>
                  <a:lnTo>
                    <a:pt x="294005" y="18152"/>
                  </a:lnTo>
                  <a:lnTo>
                    <a:pt x="338754" y="39122"/>
                  </a:lnTo>
                  <a:lnTo>
                    <a:pt x="375978" y="67418"/>
                  </a:lnTo>
                  <a:lnTo>
                    <a:pt x="401758" y="102590"/>
                  </a:lnTo>
                  <a:lnTo>
                    <a:pt x="417172" y="145388"/>
                  </a:lnTo>
                  <a:lnTo>
                    <a:pt x="422883" y="188907"/>
                  </a:lnTo>
                  <a:lnTo>
                    <a:pt x="419529" y="231861"/>
                  </a:lnTo>
                  <a:lnTo>
                    <a:pt x="407751" y="272966"/>
                  </a:lnTo>
                  <a:lnTo>
                    <a:pt x="388189" y="310938"/>
                  </a:lnTo>
                  <a:lnTo>
                    <a:pt x="361481" y="344492"/>
                  </a:lnTo>
                  <a:lnTo>
                    <a:pt x="328268" y="372345"/>
                  </a:lnTo>
                  <a:lnTo>
                    <a:pt x="289190" y="393211"/>
                  </a:lnTo>
                  <a:lnTo>
                    <a:pt x="244886" y="4058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2300507" y="8943964"/>
            <a:ext cx="2409825" cy="1343660"/>
            <a:chOff x="12300507" y="8943964"/>
            <a:chExt cx="2409825" cy="1343660"/>
          </a:xfrm>
        </p:grpSpPr>
        <p:sp>
          <p:nvSpPr>
            <p:cNvPr id="12" name="object 12"/>
            <p:cNvSpPr/>
            <p:nvPr/>
          </p:nvSpPr>
          <p:spPr>
            <a:xfrm>
              <a:off x="12300496" y="8943974"/>
              <a:ext cx="2409825" cy="1343025"/>
            </a:xfrm>
            <a:custGeom>
              <a:avLst/>
              <a:gdLst/>
              <a:ahLst/>
              <a:cxnLst/>
              <a:rect l="l" t="t" r="r" b="b"/>
              <a:pathLst>
                <a:path w="2409825" h="1343025">
                  <a:moveTo>
                    <a:pt x="2409279" y="943749"/>
                  </a:moveTo>
                  <a:lnTo>
                    <a:pt x="2398661" y="871080"/>
                  </a:lnTo>
                  <a:lnTo>
                    <a:pt x="2384183" y="830084"/>
                  </a:lnTo>
                  <a:lnTo>
                    <a:pt x="2364727" y="786955"/>
                  </a:lnTo>
                  <a:lnTo>
                    <a:pt x="2341143" y="742480"/>
                  </a:lnTo>
                  <a:lnTo>
                    <a:pt x="2314257" y="697382"/>
                  </a:lnTo>
                  <a:lnTo>
                    <a:pt x="2284946" y="652424"/>
                  </a:lnTo>
                  <a:lnTo>
                    <a:pt x="2254046" y="608342"/>
                  </a:lnTo>
                  <a:lnTo>
                    <a:pt x="2222398" y="565886"/>
                  </a:lnTo>
                  <a:lnTo>
                    <a:pt x="2190851" y="525818"/>
                  </a:lnTo>
                  <a:lnTo>
                    <a:pt x="2160270" y="488886"/>
                  </a:lnTo>
                  <a:lnTo>
                    <a:pt x="2131491" y="455828"/>
                  </a:lnTo>
                  <a:lnTo>
                    <a:pt x="2105355" y="427393"/>
                  </a:lnTo>
                  <a:lnTo>
                    <a:pt x="2070785" y="400253"/>
                  </a:lnTo>
                  <a:lnTo>
                    <a:pt x="2051329" y="402996"/>
                  </a:lnTo>
                  <a:lnTo>
                    <a:pt x="1992985" y="426199"/>
                  </a:lnTo>
                  <a:lnTo>
                    <a:pt x="1955634" y="445262"/>
                  </a:lnTo>
                  <a:lnTo>
                    <a:pt x="1913890" y="468401"/>
                  </a:lnTo>
                  <a:lnTo>
                    <a:pt x="1868512" y="494893"/>
                  </a:lnTo>
                  <a:lnTo>
                    <a:pt x="1820278" y="524065"/>
                  </a:lnTo>
                  <a:lnTo>
                    <a:pt x="1769960" y="555205"/>
                  </a:lnTo>
                  <a:lnTo>
                    <a:pt x="1718335" y="587641"/>
                  </a:lnTo>
                  <a:lnTo>
                    <a:pt x="1563420" y="685711"/>
                  </a:lnTo>
                  <a:lnTo>
                    <a:pt x="1562023" y="686587"/>
                  </a:lnTo>
                  <a:lnTo>
                    <a:pt x="1561998" y="684872"/>
                  </a:lnTo>
                  <a:lnTo>
                    <a:pt x="1560804" y="630275"/>
                  </a:lnTo>
                  <a:lnTo>
                    <a:pt x="1557756" y="515708"/>
                  </a:lnTo>
                  <a:lnTo>
                    <a:pt x="1551165" y="289801"/>
                  </a:lnTo>
                  <a:lnTo>
                    <a:pt x="1549869" y="239128"/>
                  </a:lnTo>
                  <a:lnTo>
                    <a:pt x="1548879" y="192532"/>
                  </a:lnTo>
                  <a:lnTo>
                    <a:pt x="1548257" y="150901"/>
                  </a:lnTo>
                  <a:lnTo>
                    <a:pt x="1548079" y="115112"/>
                  </a:lnTo>
                  <a:lnTo>
                    <a:pt x="1542961" y="85471"/>
                  </a:lnTo>
                  <a:lnTo>
                    <a:pt x="1504772" y="41084"/>
                  </a:lnTo>
                  <a:lnTo>
                    <a:pt x="1436458" y="14122"/>
                  </a:lnTo>
                  <a:lnTo>
                    <a:pt x="1393698" y="6261"/>
                  </a:lnTo>
                  <a:lnTo>
                    <a:pt x="1346606" y="1676"/>
                  </a:lnTo>
                  <a:lnTo>
                    <a:pt x="1296289" y="0"/>
                  </a:lnTo>
                  <a:lnTo>
                    <a:pt x="1243799" y="850"/>
                  </a:lnTo>
                  <a:lnTo>
                    <a:pt x="1190205" y="3898"/>
                  </a:lnTo>
                  <a:lnTo>
                    <a:pt x="1136586" y="8763"/>
                  </a:lnTo>
                  <a:lnTo>
                    <a:pt x="1084021" y="15074"/>
                  </a:lnTo>
                  <a:lnTo>
                    <a:pt x="1033564" y="22479"/>
                  </a:lnTo>
                  <a:lnTo>
                    <a:pt x="986307" y="30619"/>
                  </a:lnTo>
                  <a:lnTo>
                    <a:pt x="943317" y="39128"/>
                  </a:lnTo>
                  <a:lnTo>
                    <a:pt x="905649" y="47637"/>
                  </a:lnTo>
                  <a:lnTo>
                    <a:pt x="864895" y="64122"/>
                  </a:lnTo>
                  <a:lnTo>
                    <a:pt x="852246" y="109499"/>
                  </a:lnTo>
                  <a:lnTo>
                    <a:pt x="846620" y="186410"/>
                  </a:lnTo>
                  <a:lnTo>
                    <a:pt x="845896" y="234137"/>
                  </a:lnTo>
                  <a:lnTo>
                    <a:pt x="846289" y="286677"/>
                  </a:lnTo>
                  <a:lnTo>
                    <a:pt x="847572" y="343039"/>
                  </a:lnTo>
                  <a:lnTo>
                    <a:pt x="849541" y="402183"/>
                  </a:lnTo>
                  <a:lnTo>
                    <a:pt x="851966" y="463092"/>
                  </a:lnTo>
                  <a:lnTo>
                    <a:pt x="859917" y="646277"/>
                  </a:lnTo>
                  <a:lnTo>
                    <a:pt x="861758" y="695655"/>
                  </a:lnTo>
                  <a:lnTo>
                    <a:pt x="845858" y="685711"/>
                  </a:lnTo>
                  <a:lnTo>
                    <a:pt x="690943" y="587641"/>
                  </a:lnTo>
                  <a:lnTo>
                    <a:pt x="639330" y="555205"/>
                  </a:lnTo>
                  <a:lnTo>
                    <a:pt x="589013" y="524065"/>
                  </a:lnTo>
                  <a:lnTo>
                    <a:pt x="540778" y="494893"/>
                  </a:lnTo>
                  <a:lnTo>
                    <a:pt x="495401" y="468401"/>
                  </a:lnTo>
                  <a:lnTo>
                    <a:pt x="453644" y="445262"/>
                  </a:lnTo>
                  <a:lnTo>
                    <a:pt x="416306" y="426199"/>
                  </a:lnTo>
                  <a:lnTo>
                    <a:pt x="357949" y="402996"/>
                  </a:lnTo>
                  <a:lnTo>
                    <a:pt x="338493" y="400253"/>
                  </a:lnTo>
                  <a:lnTo>
                    <a:pt x="326542" y="404342"/>
                  </a:lnTo>
                  <a:lnTo>
                    <a:pt x="277774" y="455828"/>
                  </a:lnTo>
                  <a:lnTo>
                    <a:pt x="248996" y="488886"/>
                  </a:lnTo>
                  <a:lnTo>
                    <a:pt x="218414" y="525818"/>
                  </a:lnTo>
                  <a:lnTo>
                    <a:pt x="186867" y="565886"/>
                  </a:lnTo>
                  <a:lnTo>
                    <a:pt x="155232" y="608342"/>
                  </a:lnTo>
                  <a:lnTo>
                    <a:pt x="124320" y="652424"/>
                  </a:lnTo>
                  <a:lnTo>
                    <a:pt x="95008" y="697382"/>
                  </a:lnTo>
                  <a:lnTo>
                    <a:pt x="68135" y="742480"/>
                  </a:lnTo>
                  <a:lnTo>
                    <a:pt x="44538" y="786955"/>
                  </a:lnTo>
                  <a:lnTo>
                    <a:pt x="25082" y="830084"/>
                  </a:lnTo>
                  <a:lnTo>
                    <a:pt x="10617" y="871080"/>
                  </a:lnTo>
                  <a:lnTo>
                    <a:pt x="1968" y="909218"/>
                  </a:lnTo>
                  <a:lnTo>
                    <a:pt x="0" y="943749"/>
                  </a:lnTo>
                  <a:lnTo>
                    <a:pt x="5562" y="973912"/>
                  </a:lnTo>
                  <a:lnTo>
                    <a:pt x="19507" y="998969"/>
                  </a:lnTo>
                  <a:lnTo>
                    <a:pt x="42659" y="1018159"/>
                  </a:lnTo>
                  <a:lnTo>
                    <a:pt x="73621" y="1036116"/>
                  </a:lnTo>
                  <a:lnTo>
                    <a:pt x="109410" y="1057389"/>
                  </a:lnTo>
                  <a:lnTo>
                    <a:pt x="149326" y="1081443"/>
                  </a:lnTo>
                  <a:lnTo>
                    <a:pt x="192633" y="1107795"/>
                  </a:lnTo>
                  <a:lnTo>
                    <a:pt x="385279" y="1225956"/>
                  </a:lnTo>
                  <a:lnTo>
                    <a:pt x="483120" y="1285633"/>
                  </a:lnTo>
                  <a:lnTo>
                    <a:pt x="518337" y="1306893"/>
                  </a:lnTo>
                  <a:lnTo>
                    <a:pt x="508419" y="1313116"/>
                  </a:lnTo>
                  <a:lnTo>
                    <a:pt x="460044" y="1343025"/>
                  </a:lnTo>
                  <a:lnTo>
                    <a:pt x="578878" y="1343025"/>
                  </a:lnTo>
                  <a:lnTo>
                    <a:pt x="863866" y="1343025"/>
                  </a:lnTo>
                  <a:lnTo>
                    <a:pt x="1560385" y="1343025"/>
                  </a:lnTo>
                  <a:lnTo>
                    <a:pt x="1830400" y="1343025"/>
                  </a:lnTo>
                  <a:lnTo>
                    <a:pt x="1949234" y="1343025"/>
                  </a:lnTo>
                  <a:lnTo>
                    <a:pt x="1900847" y="1313116"/>
                  </a:lnTo>
                  <a:lnTo>
                    <a:pt x="1890915" y="1306893"/>
                  </a:lnTo>
                  <a:lnTo>
                    <a:pt x="1926170" y="1285633"/>
                  </a:lnTo>
                  <a:lnTo>
                    <a:pt x="2024011" y="1225956"/>
                  </a:lnTo>
                  <a:lnTo>
                    <a:pt x="2216658" y="1107795"/>
                  </a:lnTo>
                  <a:lnTo>
                    <a:pt x="2259965" y="1081443"/>
                  </a:lnTo>
                  <a:lnTo>
                    <a:pt x="2299881" y="1057389"/>
                  </a:lnTo>
                  <a:lnTo>
                    <a:pt x="2335669" y="1036116"/>
                  </a:lnTo>
                  <a:lnTo>
                    <a:pt x="2366619" y="1018159"/>
                  </a:lnTo>
                  <a:lnTo>
                    <a:pt x="2389784" y="998969"/>
                  </a:lnTo>
                  <a:lnTo>
                    <a:pt x="2403716" y="973912"/>
                  </a:lnTo>
                  <a:lnTo>
                    <a:pt x="2409279" y="943749"/>
                  </a:lnTo>
                  <a:close/>
                </a:path>
              </a:pathLst>
            </a:custGeom>
            <a:solidFill>
              <a:srgbClr val="2D8BB9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463132" y="9760062"/>
              <a:ext cx="84455" cy="527050"/>
            </a:xfrm>
            <a:custGeom>
              <a:avLst/>
              <a:gdLst/>
              <a:ahLst/>
              <a:cxnLst/>
              <a:rect l="l" t="t" r="r" b="b"/>
              <a:pathLst>
                <a:path w="84455" h="527050">
                  <a:moveTo>
                    <a:pt x="83636" y="526937"/>
                  </a:moveTo>
                  <a:lnTo>
                    <a:pt x="2087" y="526937"/>
                  </a:lnTo>
                  <a:lnTo>
                    <a:pt x="2123" y="389192"/>
                  </a:lnTo>
                  <a:lnTo>
                    <a:pt x="1793" y="331022"/>
                  </a:lnTo>
                  <a:lnTo>
                    <a:pt x="431" y="197670"/>
                  </a:lnTo>
                  <a:lnTo>
                    <a:pt x="0" y="134194"/>
                  </a:lnTo>
                  <a:lnTo>
                    <a:pt x="135" y="80652"/>
                  </a:lnTo>
                  <a:lnTo>
                    <a:pt x="1137" y="42900"/>
                  </a:lnTo>
                  <a:lnTo>
                    <a:pt x="3306" y="26788"/>
                  </a:lnTo>
                  <a:lnTo>
                    <a:pt x="23410" y="9826"/>
                  </a:lnTo>
                  <a:lnTo>
                    <a:pt x="49698" y="0"/>
                  </a:lnTo>
                  <a:lnTo>
                    <a:pt x="72528" y="10704"/>
                  </a:lnTo>
                  <a:lnTo>
                    <a:pt x="82254" y="55337"/>
                  </a:lnTo>
                  <a:lnTo>
                    <a:pt x="82360" y="95672"/>
                  </a:lnTo>
                  <a:lnTo>
                    <a:pt x="84035" y="374297"/>
                  </a:lnTo>
                  <a:lnTo>
                    <a:pt x="83636" y="526937"/>
                  </a:lnTo>
                  <a:close/>
                </a:path>
              </a:pathLst>
            </a:custGeom>
            <a:solidFill>
              <a:srgbClr val="FFFFF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00874" y="9432774"/>
              <a:ext cx="206325" cy="20362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2413704" y="9029826"/>
              <a:ext cx="2223770" cy="1257300"/>
            </a:xfrm>
            <a:custGeom>
              <a:avLst/>
              <a:gdLst/>
              <a:ahLst/>
              <a:cxnLst/>
              <a:rect l="l" t="t" r="r" b="b"/>
              <a:pathLst>
                <a:path w="2223769" h="1257300">
                  <a:moveTo>
                    <a:pt x="281063" y="399605"/>
                  </a:moveTo>
                  <a:lnTo>
                    <a:pt x="280250" y="391452"/>
                  </a:lnTo>
                  <a:lnTo>
                    <a:pt x="269189" y="382397"/>
                  </a:lnTo>
                  <a:lnTo>
                    <a:pt x="261010" y="383209"/>
                  </a:lnTo>
                  <a:lnTo>
                    <a:pt x="246113" y="401358"/>
                  </a:lnTo>
                  <a:lnTo>
                    <a:pt x="184594" y="474472"/>
                  </a:lnTo>
                  <a:lnTo>
                    <a:pt x="155486" y="509981"/>
                  </a:lnTo>
                  <a:lnTo>
                    <a:pt x="126961" y="546709"/>
                  </a:lnTo>
                  <a:lnTo>
                    <a:pt x="99695" y="584809"/>
                  </a:lnTo>
                  <a:lnTo>
                    <a:pt x="74358" y="624446"/>
                  </a:lnTo>
                  <a:lnTo>
                    <a:pt x="51638" y="665759"/>
                  </a:lnTo>
                  <a:lnTo>
                    <a:pt x="32207" y="708914"/>
                  </a:lnTo>
                  <a:lnTo>
                    <a:pt x="16725" y="754049"/>
                  </a:lnTo>
                  <a:lnTo>
                    <a:pt x="5892" y="801344"/>
                  </a:lnTo>
                  <a:lnTo>
                    <a:pt x="368" y="850950"/>
                  </a:lnTo>
                  <a:lnTo>
                    <a:pt x="0" y="858088"/>
                  </a:lnTo>
                  <a:lnTo>
                    <a:pt x="5486" y="864184"/>
                  </a:lnTo>
                  <a:lnTo>
                    <a:pt x="13309" y="864565"/>
                  </a:lnTo>
                  <a:lnTo>
                    <a:pt x="20154" y="864565"/>
                  </a:lnTo>
                  <a:lnTo>
                    <a:pt x="25869" y="859205"/>
                  </a:lnTo>
                  <a:lnTo>
                    <a:pt x="26225" y="852297"/>
                  </a:lnTo>
                  <a:lnTo>
                    <a:pt x="32473" y="800049"/>
                  </a:lnTo>
                  <a:lnTo>
                    <a:pt x="45008" y="750290"/>
                  </a:lnTo>
                  <a:lnTo>
                    <a:pt x="62953" y="702830"/>
                  </a:lnTo>
                  <a:lnTo>
                    <a:pt x="85382" y="657504"/>
                  </a:lnTo>
                  <a:lnTo>
                    <a:pt x="111404" y="614133"/>
                  </a:lnTo>
                  <a:lnTo>
                    <a:pt x="140119" y="572541"/>
                  </a:lnTo>
                  <a:lnTo>
                    <a:pt x="170624" y="532561"/>
                  </a:lnTo>
                  <a:lnTo>
                    <a:pt x="202006" y="494030"/>
                  </a:lnTo>
                  <a:lnTo>
                    <a:pt x="255422" y="430631"/>
                  </a:lnTo>
                  <a:lnTo>
                    <a:pt x="281063" y="399605"/>
                  </a:lnTo>
                  <a:close/>
                </a:path>
                <a:path w="2223769" h="1257300">
                  <a:moveTo>
                    <a:pt x="1168107" y="1257173"/>
                  </a:moveTo>
                  <a:lnTo>
                    <a:pt x="1163027" y="1251877"/>
                  </a:lnTo>
                  <a:lnTo>
                    <a:pt x="1154836" y="1251699"/>
                  </a:lnTo>
                  <a:lnTo>
                    <a:pt x="1149121" y="1257173"/>
                  </a:lnTo>
                  <a:lnTo>
                    <a:pt x="1168107" y="1257173"/>
                  </a:lnTo>
                  <a:close/>
                </a:path>
                <a:path w="2223769" h="1257300">
                  <a:moveTo>
                    <a:pt x="1212062" y="666432"/>
                  </a:moveTo>
                  <a:lnTo>
                    <a:pt x="1206449" y="660463"/>
                  </a:lnTo>
                  <a:lnTo>
                    <a:pt x="1199299" y="660260"/>
                  </a:lnTo>
                  <a:lnTo>
                    <a:pt x="1141793" y="661898"/>
                  </a:lnTo>
                  <a:lnTo>
                    <a:pt x="1089533" y="670191"/>
                  </a:lnTo>
                  <a:lnTo>
                    <a:pt x="1042822" y="684961"/>
                  </a:lnTo>
                  <a:lnTo>
                    <a:pt x="1002004" y="706056"/>
                  </a:lnTo>
                  <a:lnTo>
                    <a:pt x="967371" y="733310"/>
                  </a:lnTo>
                  <a:lnTo>
                    <a:pt x="939253" y="766546"/>
                  </a:lnTo>
                  <a:lnTo>
                    <a:pt x="917956" y="805611"/>
                  </a:lnTo>
                  <a:lnTo>
                    <a:pt x="904176" y="849744"/>
                  </a:lnTo>
                  <a:lnTo>
                    <a:pt x="898486" y="896810"/>
                  </a:lnTo>
                  <a:lnTo>
                    <a:pt x="900582" y="945705"/>
                  </a:lnTo>
                  <a:lnTo>
                    <a:pt x="910158" y="995260"/>
                  </a:lnTo>
                  <a:lnTo>
                    <a:pt x="926922" y="1044359"/>
                  </a:lnTo>
                  <a:lnTo>
                    <a:pt x="950556" y="1091844"/>
                  </a:lnTo>
                  <a:lnTo>
                    <a:pt x="980744" y="1136586"/>
                  </a:lnTo>
                  <a:lnTo>
                    <a:pt x="1017206" y="1177429"/>
                  </a:lnTo>
                  <a:lnTo>
                    <a:pt x="1022997" y="1181112"/>
                  </a:lnTo>
                  <a:lnTo>
                    <a:pt x="1026261" y="1181112"/>
                  </a:lnTo>
                  <a:lnTo>
                    <a:pt x="1029614" y="1181112"/>
                  </a:lnTo>
                  <a:lnTo>
                    <a:pt x="1032992" y="1179791"/>
                  </a:lnTo>
                  <a:lnTo>
                    <a:pt x="1040523" y="1172083"/>
                  </a:lnTo>
                  <a:lnTo>
                    <a:pt x="1040422" y="1163891"/>
                  </a:lnTo>
                  <a:lnTo>
                    <a:pt x="1035304" y="1158900"/>
                  </a:lnTo>
                  <a:lnTo>
                    <a:pt x="1001356" y="1120940"/>
                  </a:lnTo>
                  <a:lnTo>
                    <a:pt x="973201" y="1079474"/>
                  </a:lnTo>
                  <a:lnTo>
                    <a:pt x="951115" y="1035545"/>
                  </a:lnTo>
                  <a:lnTo>
                    <a:pt x="935380" y="990193"/>
                  </a:lnTo>
                  <a:lnTo>
                    <a:pt x="926299" y="944499"/>
                  </a:lnTo>
                  <a:lnTo>
                    <a:pt x="924153" y="899477"/>
                  </a:lnTo>
                  <a:lnTo>
                    <a:pt x="929220" y="856208"/>
                  </a:lnTo>
                  <a:lnTo>
                    <a:pt x="941793" y="815733"/>
                  </a:lnTo>
                  <a:lnTo>
                    <a:pt x="964742" y="775550"/>
                  </a:lnTo>
                  <a:lnTo>
                    <a:pt x="996226" y="742467"/>
                  </a:lnTo>
                  <a:lnTo>
                    <a:pt x="1035812" y="716749"/>
                  </a:lnTo>
                  <a:lnTo>
                    <a:pt x="1083043" y="698627"/>
                  </a:lnTo>
                  <a:lnTo>
                    <a:pt x="1137437" y="688340"/>
                  </a:lnTo>
                  <a:lnTo>
                    <a:pt x="1198537" y="686155"/>
                  </a:lnTo>
                  <a:lnTo>
                    <a:pt x="1205585" y="686384"/>
                  </a:lnTo>
                  <a:lnTo>
                    <a:pt x="1211656" y="680732"/>
                  </a:lnTo>
                  <a:lnTo>
                    <a:pt x="1212062" y="666432"/>
                  </a:lnTo>
                  <a:close/>
                </a:path>
                <a:path w="2223769" h="1257300">
                  <a:moveTo>
                    <a:pt x="1328750" y="39039"/>
                  </a:moveTo>
                  <a:lnTo>
                    <a:pt x="1275803" y="12496"/>
                  </a:lnTo>
                  <a:lnTo>
                    <a:pt x="1230528" y="3429"/>
                  </a:lnTo>
                  <a:lnTo>
                    <a:pt x="1183944" y="0"/>
                  </a:lnTo>
                  <a:lnTo>
                    <a:pt x="1136408" y="1066"/>
                  </a:lnTo>
                  <a:lnTo>
                    <a:pt x="1088275" y="5486"/>
                  </a:lnTo>
                  <a:lnTo>
                    <a:pt x="1039888" y="12115"/>
                  </a:lnTo>
                  <a:lnTo>
                    <a:pt x="948182" y="26784"/>
                  </a:lnTo>
                  <a:lnTo>
                    <a:pt x="905916" y="32766"/>
                  </a:lnTo>
                  <a:lnTo>
                    <a:pt x="864781" y="36995"/>
                  </a:lnTo>
                  <a:lnTo>
                    <a:pt x="824750" y="38684"/>
                  </a:lnTo>
                  <a:lnTo>
                    <a:pt x="817587" y="38709"/>
                  </a:lnTo>
                  <a:lnTo>
                    <a:pt x="811822" y="44526"/>
                  </a:lnTo>
                  <a:lnTo>
                    <a:pt x="811885" y="58826"/>
                  </a:lnTo>
                  <a:lnTo>
                    <a:pt x="817676" y="64579"/>
                  </a:lnTo>
                  <a:lnTo>
                    <a:pt x="824801" y="64579"/>
                  </a:lnTo>
                  <a:lnTo>
                    <a:pt x="866609" y="62814"/>
                  </a:lnTo>
                  <a:lnTo>
                    <a:pt x="909421" y="58407"/>
                  </a:lnTo>
                  <a:lnTo>
                    <a:pt x="952690" y="52285"/>
                  </a:lnTo>
                  <a:lnTo>
                    <a:pt x="1050188" y="36766"/>
                  </a:lnTo>
                  <a:lnTo>
                    <a:pt x="1104531" y="29756"/>
                  </a:lnTo>
                  <a:lnTo>
                    <a:pt x="1158201" y="26060"/>
                  </a:lnTo>
                  <a:lnTo>
                    <a:pt x="1210525" y="27381"/>
                  </a:lnTo>
                  <a:lnTo>
                    <a:pt x="1260868" y="35420"/>
                  </a:lnTo>
                  <a:lnTo>
                    <a:pt x="1308582" y="51892"/>
                  </a:lnTo>
                  <a:lnTo>
                    <a:pt x="1315072" y="54876"/>
                  </a:lnTo>
                  <a:lnTo>
                    <a:pt x="1322755" y="52044"/>
                  </a:lnTo>
                  <a:lnTo>
                    <a:pt x="1328750" y="39039"/>
                  </a:lnTo>
                  <a:close/>
                </a:path>
                <a:path w="2223769" h="1257300">
                  <a:moveTo>
                    <a:pt x="2223744" y="860856"/>
                  </a:moveTo>
                  <a:lnTo>
                    <a:pt x="2218055" y="818337"/>
                  </a:lnTo>
                  <a:lnTo>
                    <a:pt x="2206688" y="778040"/>
                  </a:lnTo>
                  <a:lnTo>
                    <a:pt x="2189988" y="734098"/>
                  </a:lnTo>
                  <a:lnTo>
                    <a:pt x="2168690" y="687793"/>
                  </a:lnTo>
                  <a:lnTo>
                    <a:pt x="2143569" y="640384"/>
                  </a:lnTo>
                  <a:lnTo>
                    <a:pt x="2115375" y="593128"/>
                  </a:lnTo>
                  <a:lnTo>
                    <a:pt x="2084870" y="547319"/>
                  </a:lnTo>
                  <a:lnTo>
                    <a:pt x="2052815" y="504215"/>
                  </a:lnTo>
                  <a:lnTo>
                    <a:pt x="2019947" y="465099"/>
                  </a:lnTo>
                  <a:lnTo>
                    <a:pt x="1987054" y="431215"/>
                  </a:lnTo>
                  <a:lnTo>
                    <a:pt x="1954872" y="403847"/>
                  </a:lnTo>
                  <a:lnTo>
                    <a:pt x="1949145" y="399567"/>
                  </a:lnTo>
                  <a:lnTo>
                    <a:pt x="1941029" y="400723"/>
                  </a:lnTo>
                  <a:lnTo>
                    <a:pt x="1932444" y="412153"/>
                  </a:lnTo>
                  <a:lnTo>
                    <a:pt x="1933600" y="420268"/>
                  </a:lnTo>
                  <a:lnTo>
                    <a:pt x="1939315" y="424573"/>
                  </a:lnTo>
                  <a:lnTo>
                    <a:pt x="1974913" y="455269"/>
                  </a:lnTo>
                  <a:lnTo>
                    <a:pt x="2010664" y="493344"/>
                  </a:lnTo>
                  <a:lnTo>
                    <a:pt x="2045690" y="537057"/>
                  </a:lnTo>
                  <a:lnTo>
                    <a:pt x="2079129" y="584695"/>
                  </a:lnTo>
                  <a:lnTo>
                    <a:pt x="2110105" y="634492"/>
                  </a:lnTo>
                  <a:lnTo>
                    <a:pt x="2137740" y="684720"/>
                  </a:lnTo>
                  <a:lnTo>
                    <a:pt x="2161171" y="733653"/>
                  </a:lnTo>
                  <a:lnTo>
                    <a:pt x="2179510" y="779551"/>
                  </a:lnTo>
                  <a:lnTo>
                    <a:pt x="2191893" y="820674"/>
                  </a:lnTo>
                  <a:lnTo>
                    <a:pt x="2197874" y="862139"/>
                  </a:lnTo>
                  <a:lnTo>
                    <a:pt x="2203564" y="867448"/>
                  </a:lnTo>
                  <a:lnTo>
                    <a:pt x="2210371" y="867448"/>
                  </a:lnTo>
                  <a:lnTo>
                    <a:pt x="2218309" y="866990"/>
                  </a:lnTo>
                  <a:lnTo>
                    <a:pt x="2223744" y="860856"/>
                  </a:lnTo>
                  <a:close/>
                </a:path>
              </a:pathLst>
            </a:custGeom>
            <a:solidFill>
              <a:srgbClr val="40426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3189003" y="0"/>
            <a:ext cx="14871065" cy="4998085"/>
            <a:chOff x="3189003" y="0"/>
            <a:chExt cx="14871065" cy="4998085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98121" y="59963"/>
              <a:ext cx="6061693" cy="262081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518725" y="11"/>
              <a:ext cx="2409825" cy="1248410"/>
            </a:xfrm>
            <a:custGeom>
              <a:avLst/>
              <a:gdLst/>
              <a:ahLst/>
              <a:cxnLst/>
              <a:rect l="l" t="t" r="r" b="b"/>
              <a:pathLst>
                <a:path w="2409825" h="1248410">
                  <a:moveTo>
                    <a:pt x="2409431" y="414667"/>
                  </a:moveTo>
                  <a:lnTo>
                    <a:pt x="2381046" y="351993"/>
                  </a:lnTo>
                  <a:lnTo>
                    <a:pt x="2351989" y="325704"/>
                  </a:lnTo>
                  <a:lnTo>
                    <a:pt x="2316340" y="299745"/>
                  </a:lnTo>
                  <a:lnTo>
                    <a:pt x="2276043" y="272135"/>
                  </a:lnTo>
                  <a:lnTo>
                    <a:pt x="2235276" y="245046"/>
                  </a:lnTo>
                  <a:lnTo>
                    <a:pt x="2194115" y="218414"/>
                  </a:lnTo>
                  <a:lnTo>
                    <a:pt x="2152624" y="192138"/>
                  </a:lnTo>
                  <a:lnTo>
                    <a:pt x="2110879" y="166128"/>
                  </a:lnTo>
                  <a:lnTo>
                    <a:pt x="2068969" y="140309"/>
                  </a:lnTo>
                  <a:lnTo>
                    <a:pt x="1942846" y="63080"/>
                  </a:lnTo>
                  <a:lnTo>
                    <a:pt x="1900936" y="37134"/>
                  </a:lnTo>
                  <a:lnTo>
                    <a:pt x="1890991" y="30899"/>
                  </a:lnTo>
                  <a:lnTo>
                    <a:pt x="1942122" y="0"/>
                  </a:lnTo>
                  <a:lnTo>
                    <a:pt x="1842096" y="0"/>
                  </a:lnTo>
                  <a:lnTo>
                    <a:pt x="1560182" y="0"/>
                  </a:lnTo>
                  <a:lnTo>
                    <a:pt x="863790" y="0"/>
                  </a:lnTo>
                  <a:lnTo>
                    <a:pt x="567334" y="0"/>
                  </a:lnTo>
                  <a:lnTo>
                    <a:pt x="467334" y="0"/>
                  </a:lnTo>
                  <a:lnTo>
                    <a:pt x="518439" y="30899"/>
                  </a:lnTo>
                  <a:lnTo>
                    <a:pt x="508508" y="37134"/>
                  </a:lnTo>
                  <a:lnTo>
                    <a:pt x="466598" y="63080"/>
                  </a:lnTo>
                  <a:lnTo>
                    <a:pt x="340487" y="140309"/>
                  </a:lnTo>
                  <a:lnTo>
                    <a:pt x="298564" y="166128"/>
                  </a:lnTo>
                  <a:lnTo>
                    <a:pt x="256832" y="192138"/>
                  </a:lnTo>
                  <a:lnTo>
                    <a:pt x="215341" y="218414"/>
                  </a:lnTo>
                  <a:lnTo>
                    <a:pt x="174167" y="245046"/>
                  </a:lnTo>
                  <a:lnTo>
                    <a:pt x="133400" y="272135"/>
                  </a:lnTo>
                  <a:lnTo>
                    <a:pt x="93103" y="299745"/>
                  </a:lnTo>
                  <a:lnTo>
                    <a:pt x="57442" y="325704"/>
                  </a:lnTo>
                  <a:lnTo>
                    <a:pt x="28397" y="351993"/>
                  </a:lnTo>
                  <a:lnTo>
                    <a:pt x="0" y="414667"/>
                  </a:lnTo>
                  <a:lnTo>
                    <a:pt x="5626" y="455612"/>
                  </a:lnTo>
                  <a:lnTo>
                    <a:pt x="27774" y="505993"/>
                  </a:lnTo>
                  <a:lnTo>
                    <a:pt x="68910" y="568083"/>
                  </a:lnTo>
                  <a:lnTo>
                    <a:pt x="68770" y="567728"/>
                  </a:lnTo>
                  <a:lnTo>
                    <a:pt x="89192" y="602437"/>
                  </a:lnTo>
                  <a:lnTo>
                    <a:pt x="161912" y="723785"/>
                  </a:lnTo>
                  <a:lnTo>
                    <a:pt x="194030" y="773582"/>
                  </a:lnTo>
                  <a:lnTo>
                    <a:pt x="223164" y="809777"/>
                  </a:lnTo>
                  <a:lnTo>
                    <a:pt x="281749" y="845515"/>
                  </a:lnTo>
                  <a:lnTo>
                    <a:pt x="315849" y="847153"/>
                  </a:lnTo>
                  <a:lnTo>
                    <a:pt x="356247" y="839381"/>
                  </a:lnTo>
                  <a:lnTo>
                    <a:pt x="405257" y="823239"/>
                  </a:lnTo>
                  <a:lnTo>
                    <a:pt x="465226" y="799782"/>
                  </a:lnTo>
                  <a:lnTo>
                    <a:pt x="512254" y="780364"/>
                  </a:lnTo>
                  <a:lnTo>
                    <a:pt x="559003" y="760298"/>
                  </a:lnTo>
                  <a:lnTo>
                    <a:pt x="605459" y="739622"/>
                  </a:lnTo>
                  <a:lnTo>
                    <a:pt x="651675" y="718362"/>
                  </a:lnTo>
                  <a:lnTo>
                    <a:pt x="697636" y="696569"/>
                  </a:lnTo>
                  <a:lnTo>
                    <a:pt x="743369" y="674255"/>
                  </a:lnTo>
                  <a:lnTo>
                    <a:pt x="788898" y="651484"/>
                  </a:lnTo>
                  <a:lnTo>
                    <a:pt x="834224" y="628269"/>
                  </a:lnTo>
                  <a:lnTo>
                    <a:pt x="879233" y="604723"/>
                  </a:lnTo>
                  <a:lnTo>
                    <a:pt x="880656" y="646861"/>
                  </a:lnTo>
                  <a:lnTo>
                    <a:pt x="884847" y="794677"/>
                  </a:lnTo>
                  <a:lnTo>
                    <a:pt x="886371" y="843889"/>
                  </a:lnTo>
                  <a:lnTo>
                    <a:pt x="888149" y="893038"/>
                  </a:lnTo>
                  <a:lnTo>
                    <a:pt x="890295" y="942098"/>
                  </a:lnTo>
                  <a:lnTo>
                    <a:pt x="892898" y="991057"/>
                  </a:lnTo>
                  <a:lnTo>
                    <a:pt x="896099" y="1039901"/>
                  </a:lnTo>
                  <a:lnTo>
                    <a:pt x="899985" y="1088605"/>
                  </a:lnTo>
                  <a:lnTo>
                    <a:pt x="904760" y="1132459"/>
                  </a:lnTo>
                  <a:lnTo>
                    <a:pt x="913104" y="1170749"/>
                  </a:lnTo>
                  <a:lnTo>
                    <a:pt x="953338" y="1226566"/>
                  </a:lnTo>
                  <a:lnTo>
                    <a:pt x="991641" y="1242060"/>
                  </a:lnTo>
                  <a:lnTo>
                    <a:pt x="1046353" y="1247940"/>
                  </a:lnTo>
                  <a:lnTo>
                    <a:pt x="1120686" y="1243164"/>
                  </a:lnTo>
                  <a:lnTo>
                    <a:pt x="1120292" y="1243088"/>
                  </a:lnTo>
                  <a:lnTo>
                    <a:pt x="1160564" y="1242656"/>
                  </a:lnTo>
                  <a:lnTo>
                    <a:pt x="1302004" y="1239989"/>
                  </a:lnTo>
                  <a:lnTo>
                    <a:pt x="1361198" y="1236929"/>
                  </a:lnTo>
                  <a:lnTo>
                    <a:pt x="1407083" y="1229677"/>
                  </a:lnTo>
                  <a:lnTo>
                    <a:pt x="1467243" y="1196657"/>
                  </a:lnTo>
                  <a:lnTo>
                    <a:pt x="1499019" y="1129004"/>
                  </a:lnTo>
                  <a:lnTo>
                    <a:pt x="1509407" y="1078445"/>
                  </a:lnTo>
                  <a:lnTo>
                    <a:pt x="1518907" y="1014755"/>
                  </a:lnTo>
                  <a:lnTo>
                    <a:pt x="1525485" y="964311"/>
                  </a:lnTo>
                  <a:lnTo>
                    <a:pt x="1531353" y="913777"/>
                  </a:lnTo>
                  <a:lnTo>
                    <a:pt x="1536547" y="863193"/>
                  </a:lnTo>
                  <a:lnTo>
                    <a:pt x="1541106" y="812533"/>
                  </a:lnTo>
                  <a:lnTo>
                    <a:pt x="1545069" y="761822"/>
                  </a:lnTo>
                  <a:lnTo>
                    <a:pt x="1548498" y="711047"/>
                  </a:lnTo>
                  <a:lnTo>
                    <a:pt x="1551393" y="660222"/>
                  </a:lnTo>
                  <a:lnTo>
                    <a:pt x="1553464" y="616889"/>
                  </a:lnTo>
                  <a:lnTo>
                    <a:pt x="1575244" y="628269"/>
                  </a:lnTo>
                  <a:lnTo>
                    <a:pt x="1620570" y="651484"/>
                  </a:lnTo>
                  <a:lnTo>
                    <a:pt x="1666087" y="674255"/>
                  </a:lnTo>
                  <a:lnTo>
                    <a:pt x="1711833" y="696569"/>
                  </a:lnTo>
                  <a:lnTo>
                    <a:pt x="1757794" y="718362"/>
                  </a:lnTo>
                  <a:lnTo>
                    <a:pt x="1803996" y="739622"/>
                  </a:lnTo>
                  <a:lnTo>
                    <a:pt x="1850466" y="760298"/>
                  </a:lnTo>
                  <a:lnTo>
                    <a:pt x="1897202" y="780364"/>
                  </a:lnTo>
                  <a:lnTo>
                    <a:pt x="1944230" y="799782"/>
                  </a:lnTo>
                  <a:lnTo>
                    <a:pt x="2004199" y="823239"/>
                  </a:lnTo>
                  <a:lnTo>
                    <a:pt x="2053221" y="839381"/>
                  </a:lnTo>
                  <a:lnTo>
                    <a:pt x="2093607" y="847153"/>
                  </a:lnTo>
                  <a:lnTo>
                    <a:pt x="2127707" y="845515"/>
                  </a:lnTo>
                  <a:lnTo>
                    <a:pt x="2186292" y="809777"/>
                  </a:lnTo>
                  <a:lnTo>
                    <a:pt x="2215426" y="773582"/>
                  </a:lnTo>
                  <a:lnTo>
                    <a:pt x="2247544" y="723785"/>
                  </a:lnTo>
                  <a:lnTo>
                    <a:pt x="2320252" y="602437"/>
                  </a:lnTo>
                  <a:lnTo>
                    <a:pt x="2340673" y="567728"/>
                  </a:lnTo>
                  <a:lnTo>
                    <a:pt x="2340546" y="568083"/>
                  </a:lnTo>
                  <a:lnTo>
                    <a:pt x="2381681" y="505993"/>
                  </a:lnTo>
                  <a:lnTo>
                    <a:pt x="2403818" y="455612"/>
                  </a:lnTo>
                  <a:lnTo>
                    <a:pt x="2409431" y="414667"/>
                  </a:lnTo>
                  <a:close/>
                </a:path>
              </a:pathLst>
            </a:custGeom>
            <a:solidFill>
              <a:srgbClr val="2D8BB9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683510" y="0"/>
              <a:ext cx="81915" cy="753745"/>
            </a:xfrm>
            <a:custGeom>
              <a:avLst/>
              <a:gdLst/>
              <a:ahLst/>
              <a:cxnLst/>
              <a:rect l="l" t="t" r="r" b="b"/>
              <a:pathLst>
                <a:path w="81914" h="753745">
                  <a:moveTo>
                    <a:pt x="16381" y="753217"/>
                  </a:moveTo>
                  <a:lnTo>
                    <a:pt x="5465" y="713397"/>
                  </a:lnTo>
                  <a:lnTo>
                    <a:pt x="3398" y="631246"/>
                  </a:lnTo>
                  <a:lnTo>
                    <a:pt x="2841" y="584066"/>
                  </a:lnTo>
                  <a:lnTo>
                    <a:pt x="1770" y="441867"/>
                  </a:lnTo>
                  <a:lnTo>
                    <a:pt x="701" y="342950"/>
                  </a:lnTo>
                  <a:lnTo>
                    <a:pt x="326" y="291337"/>
                  </a:lnTo>
                  <a:lnTo>
                    <a:pt x="0" y="187968"/>
                  </a:lnTo>
                  <a:lnTo>
                    <a:pt x="74" y="0"/>
                  </a:lnTo>
                  <a:lnTo>
                    <a:pt x="81707" y="0"/>
                  </a:lnTo>
                  <a:lnTo>
                    <a:pt x="81527" y="349386"/>
                  </a:lnTo>
                  <a:lnTo>
                    <a:pt x="80850" y="447508"/>
                  </a:lnTo>
                  <a:lnTo>
                    <a:pt x="80223" y="496455"/>
                  </a:lnTo>
                  <a:lnTo>
                    <a:pt x="79354" y="545304"/>
                  </a:lnTo>
                  <a:lnTo>
                    <a:pt x="78208" y="594037"/>
                  </a:lnTo>
                  <a:lnTo>
                    <a:pt x="76748" y="642638"/>
                  </a:lnTo>
                  <a:lnTo>
                    <a:pt x="74423" y="697630"/>
                  </a:lnTo>
                  <a:lnTo>
                    <a:pt x="63655" y="746090"/>
                  </a:lnTo>
                  <a:lnTo>
                    <a:pt x="34731" y="752484"/>
                  </a:lnTo>
                  <a:lnTo>
                    <a:pt x="16381" y="753217"/>
                  </a:lnTo>
                  <a:close/>
                </a:path>
              </a:pathLst>
            </a:custGeom>
            <a:solidFill>
              <a:srgbClr val="FFFFF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590493" y="61581"/>
              <a:ext cx="2222500" cy="1115060"/>
            </a:xfrm>
            <a:custGeom>
              <a:avLst/>
              <a:gdLst/>
              <a:ahLst/>
              <a:cxnLst/>
              <a:rect l="l" t="t" r="r" b="b"/>
              <a:pathLst>
                <a:path w="2222500" h="1115060">
                  <a:moveTo>
                    <a:pt x="276593" y="667867"/>
                  </a:moveTo>
                  <a:lnTo>
                    <a:pt x="272999" y="660488"/>
                  </a:lnTo>
                  <a:lnTo>
                    <a:pt x="266242" y="658164"/>
                  </a:lnTo>
                  <a:lnTo>
                    <a:pt x="242887" y="641832"/>
                  </a:lnTo>
                  <a:lnTo>
                    <a:pt x="211175" y="608622"/>
                  </a:lnTo>
                  <a:lnTo>
                    <a:pt x="174358" y="563473"/>
                  </a:lnTo>
                  <a:lnTo>
                    <a:pt x="135661" y="511365"/>
                  </a:lnTo>
                  <a:lnTo>
                    <a:pt x="98323" y="457263"/>
                  </a:lnTo>
                  <a:lnTo>
                    <a:pt x="65582" y="406133"/>
                  </a:lnTo>
                  <a:lnTo>
                    <a:pt x="40678" y="362927"/>
                  </a:lnTo>
                  <a:lnTo>
                    <a:pt x="24638" y="325805"/>
                  </a:lnTo>
                  <a:lnTo>
                    <a:pt x="17322" y="322072"/>
                  </a:lnTo>
                  <a:lnTo>
                    <a:pt x="3733" y="326504"/>
                  </a:lnTo>
                  <a:lnTo>
                    <a:pt x="0" y="333806"/>
                  </a:lnTo>
                  <a:lnTo>
                    <a:pt x="2209" y="340601"/>
                  </a:lnTo>
                  <a:lnTo>
                    <a:pt x="35420" y="405917"/>
                  </a:lnTo>
                  <a:lnTo>
                    <a:pt x="63728" y="451688"/>
                  </a:lnTo>
                  <a:lnTo>
                    <a:pt x="96875" y="501408"/>
                  </a:lnTo>
                  <a:lnTo>
                    <a:pt x="132651" y="551434"/>
                  </a:lnTo>
                  <a:lnTo>
                    <a:pt x="168846" y="598195"/>
                  </a:lnTo>
                  <a:lnTo>
                    <a:pt x="203250" y="638048"/>
                  </a:lnTo>
                  <a:lnTo>
                    <a:pt x="233641" y="667410"/>
                  </a:lnTo>
                  <a:lnTo>
                    <a:pt x="260616" y="683374"/>
                  </a:lnTo>
                  <a:lnTo>
                    <a:pt x="262013" y="683374"/>
                  </a:lnTo>
                  <a:lnTo>
                    <a:pt x="267385" y="683374"/>
                  </a:lnTo>
                  <a:lnTo>
                    <a:pt x="272415" y="679996"/>
                  </a:lnTo>
                  <a:lnTo>
                    <a:pt x="276593" y="667867"/>
                  </a:lnTo>
                  <a:close/>
                </a:path>
                <a:path w="2222500" h="1115060">
                  <a:moveTo>
                    <a:pt x="1320228" y="214122"/>
                  </a:moveTo>
                  <a:lnTo>
                    <a:pt x="1306436" y="138760"/>
                  </a:lnTo>
                  <a:lnTo>
                    <a:pt x="1284833" y="98031"/>
                  </a:lnTo>
                  <a:lnTo>
                    <a:pt x="1252715" y="53898"/>
                  </a:lnTo>
                  <a:lnTo>
                    <a:pt x="1209509" y="5346"/>
                  </a:lnTo>
                  <a:lnTo>
                    <a:pt x="1196365" y="0"/>
                  </a:lnTo>
                  <a:lnTo>
                    <a:pt x="1186027" y="9893"/>
                  </a:lnTo>
                  <a:lnTo>
                    <a:pt x="1185862" y="18097"/>
                  </a:lnTo>
                  <a:lnTo>
                    <a:pt x="1190802" y="23253"/>
                  </a:lnTo>
                  <a:lnTo>
                    <a:pt x="1239532" y="78854"/>
                  </a:lnTo>
                  <a:lnTo>
                    <a:pt x="1272387" y="127698"/>
                  </a:lnTo>
                  <a:lnTo>
                    <a:pt x="1290332" y="171627"/>
                  </a:lnTo>
                  <a:lnTo>
                    <a:pt x="1294384" y="212471"/>
                  </a:lnTo>
                  <a:lnTo>
                    <a:pt x="1285951" y="250418"/>
                  </a:lnTo>
                  <a:lnTo>
                    <a:pt x="1265199" y="289026"/>
                  </a:lnTo>
                  <a:lnTo>
                    <a:pt x="1231658" y="328980"/>
                  </a:lnTo>
                  <a:lnTo>
                    <a:pt x="1184846" y="370979"/>
                  </a:lnTo>
                  <a:lnTo>
                    <a:pt x="1139164" y="408076"/>
                  </a:lnTo>
                  <a:lnTo>
                    <a:pt x="1098003" y="444068"/>
                  </a:lnTo>
                  <a:lnTo>
                    <a:pt x="1058100" y="484124"/>
                  </a:lnTo>
                  <a:lnTo>
                    <a:pt x="1024851" y="526478"/>
                  </a:lnTo>
                  <a:lnTo>
                    <a:pt x="1003642" y="569315"/>
                  </a:lnTo>
                  <a:lnTo>
                    <a:pt x="999858" y="610870"/>
                  </a:lnTo>
                  <a:lnTo>
                    <a:pt x="1007529" y="633133"/>
                  </a:lnTo>
                  <a:lnTo>
                    <a:pt x="1045108" y="669048"/>
                  </a:lnTo>
                  <a:lnTo>
                    <a:pt x="1077823" y="683361"/>
                  </a:lnTo>
                  <a:lnTo>
                    <a:pt x="1079284" y="683361"/>
                  </a:lnTo>
                  <a:lnTo>
                    <a:pt x="1084580" y="683361"/>
                  </a:lnTo>
                  <a:lnTo>
                    <a:pt x="1089558" y="680085"/>
                  </a:lnTo>
                  <a:lnTo>
                    <a:pt x="1093901" y="668070"/>
                  </a:lnTo>
                  <a:lnTo>
                    <a:pt x="1090409" y="660654"/>
                  </a:lnTo>
                  <a:lnTo>
                    <a:pt x="1083678" y="658228"/>
                  </a:lnTo>
                  <a:lnTo>
                    <a:pt x="1060284" y="647865"/>
                  </a:lnTo>
                  <a:lnTo>
                    <a:pt x="1042733" y="635774"/>
                  </a:lnTo>
                  <a:lnTo>
                    <a:pt x="1031087" y="622007"/>
                  </a:lnTo>
                  <a:lnTo>
                    <a:pt x="1025398" y="606602"/>
                  </a:lnTo>
                  <a:lnTo>
                    <a:pt x="1030274" y="571334"/>
                  </a:lnTo>
                  <a:lnTo>
                    <a:pt x="1051991" y="532879"/>
                  </a:lnTo>
                  <a:lnTo>
                    <a:pt x="1084821" y="493776"/>
                  </a:lnTo>
                  <a:lnTo>
                    <a:pt x="1123010" y="456590"/>
                  </a:lnTo>
                  <a:lnTo>
                    <a:pt x="1160780" y="423862"/>
                  </a:lnTo>
                  <a:lnTo>
                    <a:pt x="1201115" y="391134"/>
                  </a:lnTo>
                  <a:lnTo>
                    <a:pt x="1251902" y="345274"/>
                  </a:lnTo>
                  <a:lnTo>
                    <a:pt x="1288338" y="301015"/>
                  </a:lnTo>
                  <a:lnTo>
                    <a:pt x="1310944" y="257556"/>
                  </a:lnTo>
                  <a:lnTo>
                    <a:pt x="1320228" y="214122"/>
                  </a:lnTo>
                  <a:close/>
                </a:path>
                <a:path w="2222500" h="1115060">
                  <a:moveTo>
                    <a:pt x="1334617" y="1090561"/>
                  </a:moveTo>
                  <a:lnTo>
                    <a:pt x="1333131" y="1076325"/>
                  </a:lnTo>
                  <a:lnTo>
                    <a:pt x="1326819" y="1071181"/>
                  </a:lnTo>
                  <a:lnTo>
                    <a:pt x="1271993" y="1076515"/>
                  </a:lnTo>
                  <a:lnTo>
                    <a:pt x="1223225" y="1080389"/>
                  </a:lnTo>
                  <a:lnTo>
                    <a:pt x="1173213" y="1083551"/>
                  </a:lnTo>
                  <a:lnTo>
                    <a:pt x="1121841" y="1085989"/>
                  </a:lnTo>
                  <a:lnTo>
                    <a:pt x="1068997" y="1087729"/>
                  </a:lnTo>
                  <a:lnTo>
                    <a:pt x="1014564" y="1088771"/>
                  </a:lnTo>
                  <a:lnTo>
                    <a:pt x="951255" y="1089113"/>
                  </a:lnTo>
                  <a:lnTo>
                    <a:pt x="945451" y="1094905"/>
                  </a:lnTo>
                  <a:lnTo>
                    <a:pt x="945451" y="1109218"/>
                  </a:lnTo>
                  <a:lnTo>
                    <a:pt x="951255" y="1115009"/>
                  </a:lnTo>
                  <a:lnTo>
                    <a:pt x="958405" y="1115009"/>
                  </a:lnTo>
                  <a:lnTo>
                    <a:pt x="1014945" y="1114666"/>
                  </a:lnTo>
                  <a:lnTo>
                    <a:pt x="1069771" y="1113612"/>
                  </a:lnTo>
                  <a:lnTo>
                    <a:pt x="1123010" y="1111859"/>
                  </a:lnTo>
                  <a:lnTo>
                    <a:pt x="1174762" y="1109395"/>
                  </a:lnTo>
                  <a:lnTo>
                    <a:pt x="1225156" y="1106208"/>
                  </a:lnTo>
                  <a:lnTo>
                    <a:pt x="1274318" y="1102309"/>
                  </a:lnTo>
                  <a:lnTo>
                    <a:pt x="1329448" y="1096924"/>
                  </a:lnTo>
                  <a:lnTo>
                    <a:pt x="1334617" y="1090561"/>
                  </a:lnTo>
                  <a:close/>
                </a:path>
                <a:path w="2222500" h="1115060">
                  <a:moveTo>
                    <a:pt x="2222068" y="337464"/>
                  </a:moveTo>
                  <a:lnTo>
                    <a:pt x="2220252" y="329476"/>
                  </a:lnTo>
                  <a:lnTo>
                    <a:pt x="2208174" y="321843"/>
                  </a:lnTo>
                  <a:lnTo>
                    <a:pt x="2200173" y="323634"/>
                  </a:lnTo>
                  <a:lnTo>
                    <a:pt x="2175433" y="368935"/>
                  </a:lnTo>
                  <a:lnTo>
                    <a:pt x="2128786" y="469480"/>
                  </a:lnTo>
                  <a:lnTo>
                    <a:pt x="2104313" y="519696"/>
                  </a:lnTo>
                  <a:lnTo>
                    <a:pt x="2077935" y="568490"/>
                  </a:lnTo>
                  <a:lnTo>
                    <a:pt x="2050859" y="610412"/>
                  </a:lnTo>
                  <a:lnTo>
                    <a:pt x="2024329" y="639965"/>
                  </a:lnTo>
                  <a:lnTo>
                    <a:pt x="1992401" y="652030"/>
                  </a:lnTo>
                  <a:lnTo>
                    <a:pt x="1986864" y="658075"/>
                  </a:lnTo>
                  <a:lnTo>
                    <a:pt x="1987486" y="672185"/>
                  </a:lnTo>
                  <a:lnTo>
                    <a:pt x="1993214" y="677608"/>
                  </a:lnTo>
                  <a:lnTo>
                    <a:pt x="2000110" y="677608"/>
                  </a:lnTo>
                  <a:lnTo>
                    <a:pt x="2057514" y="643648"/>
                  </a:lnTo>
                  <a:lnTo>
                    <a:pt x="2085581" y="606044"/>
                  </a:lnTo>
                  <a:lnTo>
                    <a:pt x="2114004" y="557288"/>
                  </a:lnTo>
                  <a:lnTo>
                    <a:pt x="2143226" y="499325"/>
                  </a:lnTo>
                  <a:lnTo>
                    <a:pt x="2173668" y="434098"/>
                  </a:lnTo>
                  <a:lnTo>
                    <a:pt x="2186546" y="406069"/>
                  </a:lnTo>
                  <a:lnTo>
                    <a:pt x="2198357" y="381000"/>
                  </a:lnTo>
                  <a:lnTo>
                    <a:pt x="2208974" y="359829"/>
                  </a:lnTo>
                  <a:lnTo>
                    <a:pt x="2218258" y="343522"/>
                  </a:lnTo>
                  <a:lnTo>
                    <a:pt x="2222068" y="337464"/>
                  </a:lnTo>
                  <a:close/>
                </a:path>
              </a:pathLst>
            </a:custGeom>
            <a:solidFill>
              <a:srgbClr val="40426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89003" y="2378412"/>
              <a:ext cx="9991724" cy="2619374"/>
            </a:xfrm>
            <a:prstGeom prst="rect">
              <a:avLst/>
            </a:prstGeom>
          </p:spPr>
        </p:pic>
      </p:grpSp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78486" y="5956193"/>
            <a:ext cx="7229474" cy="29241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50079" y="1539239"/>
            <a:ext cx="9049511" cy="4937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3046" rIns="0" bIns="0" rtlCol="0">
            <a:spAutoFit/>
          </a:bodyPr>
          <a:lstStyle/>
          <a:p>
            <a:pPr marL="882015">
              <a:lnSpc>
                <a:spcPct val="100000"/>
              </a:lnSpc>
              <a:spcBef>
                <a:spcPts val="130"/>
              </a:spcBef>
            </a:pPr>
            <a:r>
              <a:rPr sz="3500" spc="135" dirty="0"/>
              <a:t>Top</a:t>
            </a:r>
            <a:r>
              <a:rPr sz="3500" spc="-355" dirty="0"/>
              <a:t> </a:t>
            </a:r>
            <a:r>
              <a:rPr sz="3500" spc="-55" dirty="0"/>
              <a:t>10</a:t>
            </a:r>
            <a:r>
              <a:rPr sz="3500" spc="-355" dirty="0"/>
              <a:t> </a:t>
            </a:r>
            <a:r>
              <a:rPr sz="3500" spc="335" dirty="0"/>
              <a:t>Doctor</a:t>
            </a:r>
            <a:r>
              <a:rPr sz="3500" spc="-355" dirty="0"/>
              <a:t> </a:t>
            </a:r>
            <a:r>
              <a:rPr sz="3500" spc="385" dirty="0"/>
              <a:t>Workload</a:t>
            </a:r>
            <a:r>
              <a:rPr sz="3500" spc="-355" dirty="0"/>
              <a:t> </a:t>
            </a:r>
            <a:r>
              <a:rPr sz="3500" spc="275" dirty="0"/>
              <a:t>by</a:t>
            </a:r>
            <a:r>
              <a:rPr sz="3500" spc="-355" dirty="0"/>
              <a:t> </a:t>
            </a:r>
            <a:r>
              <a:rPr sz="3500" spc="300" dirty="0"/>
              <a:t>Department</a:t>
            </a:r>
            <a:endParaRPr sz="3500"/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8060035" cy="10287000"/>
            <a:chOff x="0" y="0"/>
            <a:chExt cx="18060035" cy="10287000"/>
          </a:xfrm>
        </p:grpSpPr>
        <p:sp>
          <p:nvSpPr>
            <p:cNvPr id="5" name="object 5"/>
            <p:cNvSpPr/>
            <p:nvPr/>
          </p:nvSpPr>
          <p:spPr>
            <a:xfrm>
              <a:off x="0" y="6003872"/>
              <a:ext cx="3630295" cy="4283710"/>
            </a:xfrm>
            <a:custGeom>
              <a:avLst/>
              <a:gdLst/>
              <a:ahLst/>
              <a:cxnLst/>
              <a:rect l="l" t="t" r="r" b="b"/>
              <a:pathLst>
                <a:path w="3630295" h="4283709">
                  <a:moveTo>
                    <a:pt x="3629788" y="4283126"/>
                  </a:moveTo>
                  <a:lnTo>
                    <a:pt x="0" y="4283126"/>
                  </a:lnTo>
                  <a:lnTo>
                    <a:pt x="0" y="353539"/>
                  </a:lnTo>
                  <a:lnTo>
                    <a:pt x="47262" y="341210"/>
                  </a:lnTo>
                  <a:lnTo>
                    <a:pt x="105771" y="326258"/>
                  </a:lnTo>
                  <a:lnTo>
                    <a:pt x="161887" y="312155"/>
                  </a:lnTo>
                  <a:lnTo>
                    <a:pt x="281878" y="282700"/>
                  </a:lnTo>
                  <a:lnTo>
                    <a:pt x="544046" y="221884"/>
                  </a:lnTo>
                  <a:lnTo>
                    <a:pt x="801063" y="166979"/>
                  </a:lnTo>
                  <a:lnTo>
                    <a:pt x="991870" y="129461"/>
                  </a:lnTo>
                  <a:lnTo>
                    <a:pt x="1178937" y="95666"/>
                  </a:lnTo>
                  <a:lnTo>
                    <a:pt x="1360403" y="66124"/>
                  </a:lnTo>
                  <a:lnTo>
                    <a:pt x="1477351" y="49052"/>
                  </a:lnTo>
                  <a:lnTo>
                    <a:pt x="1590433" y="34261"/>
                  </a:lnTo>
                  <a:lnTo>
                    <a:pt x="1699098" y="21908"/>
                  </a:lnTo>
                  <a:lnTo>
                    <a:pt x="1751603" y="16694"/>
                  </a:lnTo>
                  <a:lnTo>
                    <a:pt x="1802796" y="12149"/>
                  </a:lnTo>
                  <a:lnTo>
                    <a:pt x="1852610" y="8291"/>
                  </a:lnTo>
                  <a:lnTo>
                    <a:pt x="1900975" y="5140"/>
                  </a:lnTo>
                  <a:lnTo>
                    <a:pt x="1947823" y="2716"/>
                  </a:lnTo>
                  <a:lnTo>
                    <a:pt x="1993085" y="1038"/>
                  </a:lnTo>
                  <a:lnTo>
                    <a:pt x="2036692" y="126"/>
                  </a:lnTo>
                  <a:lnTo>
                    <a:pt x="2078575" y="0"/>
                  </a:lnTo>
                  <a:lnTo>
                    <a:pt x="2118665" y="678"/>
                  </a:lnTo>
                  <a:lnTo>
                    <a:pt x="2156894" y="2181"/>
                  </a:lnTo>
                  <a:lnTo>
                    <a:pt x="2227491" y="7739"/>
                  </a:lnTo>
                  <a:lnTo>
                    <a:pt x="2289815" y="16830"/>
                  </a:lnTo>
                  <a:lnTo>
                    <a:pt x="2343316" y="29610"/>
                  </a:lnTo>
                  <a:lnTo>
                    <a:pt x="2387443" y="46236"/>
                  </a:lnTo>
                  <a:lnTo>
                    <a:pt x="2421644" y="66864"/>
                  </a:lnTo>
                  <a:lnTo>
                    <a:pt x="2464870" y="121129"/>
                  </a:lnTo>
                  <a:lnTo>
                    <a:pt x="2503724" y="184666"/>
                  </a:lnTo>
                  <a:lnTo>
                    <a:pt x="2523073" y="218653"/>
                  </a:lnTo>
                  <a:lnTo>
                    <a:pt x="2542367" y="254070"/>
                  </a:lnTo>
                  <a:lnTo>
                    <a:pt x="2561604" y="290881"/>
                  </a:lnTo>
                  <a:lnTo>
                    <a:pt x="2580780" y="329050"/>
                  </a:lnTo>
                  <a:lnTo>
                    <a:pt x="2599892" y="368540"/>
                  </a:lnTo>
                  <a:lnTo>
                    <a:pt x="2618939" y="409316"/>
                  </a:lnTo>
                  <a:lnTo>
                    <a:pt x="2637918" y="451341"/>
                  </a:lnTo>
                  <a:lnTo>
                    <a:pt x="2656825" y="494579"/>
                  </a:lnTo>
                  <a:lnTo>
                    <a:pt x="2675659" y="538993"/>
                  </a:lnTo>
                  <a:lnTo>
                    <a:pt x="2694417" y="584547"/>
                  </a:lnTo>
                  <a:lnTo>
                    <a:pt x="2713096" y="631206"/>
                  </a:lnTo>
                  <a:lnTo>
                    <a:pt x="2731693" y="678932"/>
                  </a:lnTo>
                  <a:lnTo>
                    <a:pt x="2750206" y="727690"/>
                  </a:lnTo>
                  <a:lnTo>
                    <a:pt x="2768633" y="777443"/>
                  </a:lnTo>
                  <a:lnTo>
                    <a:pt x="2786970" y="828154"/>
                  </a:lnTo>
                  <a:lnTo>
                    <a:pt x="2805215" y="879789"/>
                  </a:lnTo>
                  <a:lnTo>
                    <a:pt x="2823365" y="932310"/>
                  </a:lnTo>
                  <a:lnTo>
                    <a:pt x="2841418" y="985681"/>
                  </a:lnTo>
                  <a:lnTo>
                    <a:pt x="2859371" y="1039866"/>
                  </a:lnTo>
                  <a:lnTo>
                    <a:pt x="2877222" y="1094829"/>
                  </a:lnTo>
                  <a:lnTo>
                    <a:pt x="2894967" y="1150533"/>
                  </a:lnTo>
                  <a:lnTo>
                    <a:pt x="2912605" y="1206943"/>
                  </a:lnTo>
                  <a:lnTo>
                    <a:pt x="2930132" y="1264021"/>
                  </a:lnTo>
                  <a:lnTo>
                    <a:pt x="2947546" y="1321732"/>
                  </a:lnTo>
                  <a:lnTo>
                    <a:pt x="2964844" y="1380039"/>
                  </a:lnTo>
                  <a:lnTo>
                    <a:pt x="2982024" y="1438906"/>
                  </a:lnTo>
                  <a:lnTo>
                    <a:pt x="2999084" y="1498297"/>
                  </a:lnTo>
                  <a:lnTo>
                    <a:pt x="3016019" y="1558176"/>
                  </a:lnTo>
                  <a:lnTo>
                    <a:pt x="3032829" y="1618505"/>
                  </a:lnTo>
                  <a:lnTo>
                    <a:pt x="3049509" y="1679250"/>
                  </a:lnTo>
                  <a:lnTo>
                    <a:pt x="3066058" y="1740374"/>
                  </a:lnTo>
                  <a:lnTo>
                    <a:pt x="3082473" y="1801840"/>
                  </a:lnTo>
                  <a:lnTo>
                    <a:pt x="3098752" y="1863613"/>
                  </a:lnTo>
                  <a:lnTo>
                    <a:pt x="3114891" y="1925655"/>
                  </a:lnTo>
                  <a:lnTo>
                    <a:pt x="3130888" y="1987932"/>
                  </a:lnTo>
                  <a:lnTo>
                    <a:pt x="3162445" y="2113040"/>
                  </a:lnTo>
                  <a:lnTo>
                    <a:pt x="3178001" y="2175800"/>
                  </a:lnTo>
                  <a:lnTo>
                    <a:pt x="3193404" y="2238649"/>
                  </a:lnTo>
                  <a:lnTo>
                    <a:pt x="3208652" y="2301550"/>
                  </a:lnTo>
                  <a:lnTo>
                    <a:pt x="3223742" y="2364467"/>
                  </a:lnTo>
                  <a:lnTo>
                    <a:pt x="3238671" y="2427364"/>
                  </a:lnTo>
                  <a:lnTo>
                    <a:pt x="3253438" y="2490204"/>
                  </a:lnTo>
                  <a:lnTo>
                    <a:pt x="3268039" y="2552953"/>
                  </a:lnTo>
                  <a:lnTo>
                    <a:pt x="3282472" y="2615572"/>
                  </a:lnTo>
                  <a:lnTo>
                    <a:pt x="3296734" y="2678026"/>
                  </a:lnTo>
                  <a:lnTo>
                    <a:pt x="3310822" y="2740278"/>
                  </a:lnTo>
                  <a:lnTo>
                    <a:pt x="3324735" y="2802293"/>
                  </a:lnTo>
                  <a:lnTo>
                    <a:pt x="3338468" y="2864034"/>
                  </a:lnTo>
                  <a:lnTo>
                    <a:pt x="3352020" y="2925465"/>
                  </a:lnTo>
                  <a:lnTo>
                    <a:pt x="3365389" y="2986550"/>
                  </a:lnTo>
                  <a:lnTo>
                    <a:pt x="3378570" y="3047251"/>
                  </a:lnTo>
                  <a:lnTo>
                    <a:pt x="3391562" y="3107534"/>
                  </a:lnTo>
                  <a:lnTo>
                    <a:pt x="3404363" y="3167362"/>
                  </a:lnTo>
                  <a:lnTo>
                    <a:pt x="3416969" y="3226698"/>
                  </a:lnTo>
                  <a:lnTo>
                    <a:pt x="3429377" y="3285506"/>
                  </a:lnTo>
                  <a:lnTo>
                    <a:pt x="3441586" y="3343750"/>
                  </a:lnTo>
                  <a:lnTo>
                    <a:pt x="3453593" y="3401394"/>
                  </a:lnTo>
                  <a:lnTo>
                    <a:pt x="3465394" y="3458402"/>
                  </a:lnTo>
                  <a:lnTo>
                    <a:pt x="3476988" y="3514736"/>
                  </a:lnTo>
                  <a:lnTo>
                    <a:pt x="3488371" y="3570362"/>
                  </a:lnTo>
                  <a:lnTo>
                    <a:pt x="3499542" y="3625242"/>
                  </a:lnTo>
                  <a:lnTo>
                    <a:pt x="3510497" y="3679341"/>
                  </a:lnTo>
                  <a:lnTo>
                    <a:pt x="3521234" y="3732621"/>
                  </a:lnTo>
                  <a:lnTo>
                    <a:pt x="3531750" y="3785048"/>
                  </a:lnTo>
                  <a:lnTo>
                    <a:pt x="3542042" y="3836585"/>
                  </a:lnTo>
                  <a:lnTo>
                    <a:pt x="3552109" y="3887194"/>
                  </a:lnTo>
                  <a:lnTo>
                    <a:pt x="3561946" y="3936841"/>
                  </a:lnTo>
                  <a:lnTo>
                    <a:pt x="3571553" y="3985489"/>
                  </a:lnTo>
                  <a:lnTo>
                    <a:pt x="3580925" y="4033101"/>
                  </a:lnTo>
                  <a:lnTo>
                    <a:pt x="3590061" y="4079641"/>
                  </a:lnTo>
                  <a:lnTo>
                    <a:pt x="3607613" y="4169363"/>
                  </a:lnTo>
                  <a:lnTo>
                    <a:pt x="3629788" y="4283126"/>
                  </a:lnTo>
                  <a:close/>
                </a:path>
              </a:pathLst>
            </a:custGeom>
            <a:solidFill>
              <a:srgbClr val="2D8B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57844" y="5973592"/>
              <a:ext cx="1703070" cy="4313555"/>
            </a:xfrm>
            <a:custGeom>
              <a:avLst/>
              <a:gdLst/>
              <a:ahLst/>
              <a:cxnLst/>
              <a:rect l="l" t="t" r="r" b="b"/>
              <a:pathLst>
                <a:path w="1703070" h="4313555">
                  <a:moveTo>
                    <a:pt x="1702737" y="4313406"/>
                  </a:moveTo>
                  <a:lnTo>
                    <a:pt x="1641159" y="4313406"/>
                  </a:lnTo>
                  <a:lnTo>
                    <a:pt x="1520026" y="3700885"/>
                  </a:lnTo>
                  <a:lnTo>
                    <a:pt x="1446328" y="3343110"/>
                  </a:lnTo>
                  <a:lnTo>
                    <a:pt x="1376573" y="3017096"/>
                  </a:lnTo>
                  <a:lnTo>
                    <a:pt x="1314146" y="2736361"/>
                  </a:lnTo>
                  <a:lnTo>
                    <a:pt x="1261576" y="2508344"/>
                  </a:lnTo>
                  <a:lnTo>
                    <a:pt x="1206815" y="2279208"/>
                  </a:lnTo>
                  <a:lnTo>
                    <a:pt x="1164386" y="2107691"/>
                  </a:lnTo>
                  <a:lnTo>
                    <a:pt x="1120855" y="1937295"/>
                  </a:lnTo>
                  <a:lnTo>
                    <a:pt x="1076278" y="1768770"/>
                  </a:lnTo>
                  <a:lnTo>
                    <a:pt x="1030712" y="1602866"/>
                  </a:lnTo>
                  <a:lnTo>
                    <a:pt x="999813" y="1494091"/>
                  </a:lnTo>
                  <a:lnTo>
                    <a:pt x="968515" y="1387037"/>
                  </a:lnTo>
                  <a:lnTo>
                    <a:pt x="936835" y="1281926"/>
                  </a:lnTo>
                  <a:lnTo>
                    <a:pt x="904791" y="1178981"/>
                  </a:lnTo>
                  <a:lnTo>
                    <a:pt x="872397" y="1078423"/>
                  </a:lnTo>
                  <a:lnTo>
                    <a:pt x="839673" y="980476"/>
                  </a:lnTo>
                  <a:lnTo>
                    <a:pt x="806632" y="885362"/>
                  </a:lnTo>
                  <a:lnTo>
                    <a:pt x="773294" y="793302"/>
                  </a:lnTo>
                  <a:lnTo>
                    <a:pt x="739673" y="704520"/>
                  </a:lnTo>
                  <a:lnTo>
                    <a:pt x="705787" y="619237"/>
                  </a:lnTo>
                  <a:lnTo>
                    <a:pt x="688750" y="577978"/>
                  </a:lnTo>
                  <a:lnTo>
                    <a:pt x="671652" y="537677"/>
                  </a:lnTo>
                  <a:lnTo>
                    <a:pt x="654497" y="498362"/>
                  </a:lnTo>
                  <a:lnTo>
                    <a:pt x="637285" y="460060"/>
                  </a:lnTo>
                  <a:lnTo>
                    <a:pt x="620020" y="422801"/>
                  </a:lnTo>
                  <a:lnTo>
                    <a:pt x="602703" y="386611"/>
                  </a:lnTo>
                  <a:lnTo>
                    <a:pt x="585336" y="351518"/>
                  </a:lnTo>
                  <a:lnTo>
                    <a:pt x="567922" y="317550"/>
                  </a:lnTo>
                  <a:lnTo>
                    <a:pt x="532958" y="253101"/>
                  </a:lnTo>
                  <a:lnTo>
                    <a:pt x="497829" y="193485"/>
                  </a:lnTo>
                  <a:lnTo>
                    <a:pt x="462551" y="138925"/>
                  </a:lnTo>
                  <a:lnTo>
                    <a:pt x="412428" y="101934"/>
                  </a:lnTo>
                  <a:lnTo>
                    <a:pt x="336479" y="78849"/>
                  </a:lnTo>
                  <a:lnTo>
                    <a:pt x="281463" y="69880"/>
                  </a:lnTo>
                  <a:lnTo>
                    <a:pt x="213186" y="63560"/>
                  </a:lnTo>
                  <a:lnTo>
                    <a:pt x="130220" y="60590"/>
                  </a:lnTo>
                  <a:lnTo>
                    <a:pt x="31139" y="61669"/>
                  </a:lnTo>
                  <a:lnTo>
                    <a:pt x="19312" y="59660"/>
                  </a:lnTo>
                  <a:lnTo>
                    <a:pt x="9511" y="53486"/>
                  </a:lnTo>
                  <a:lnTo>
                    <a:pt x="2739" y="44086"/>
                  </a:lnTo>
                  <a:lnTo>
                    <a:pt x="0" y="32397"/>
                  </a:lnTo>
                  <a:lnTo>
                    <a:pt x="2000" y="20572"/>
                  </a:lnTo>
                  <a:lnTo>
                    <a:pt x="8160" y="10775"/>
                  </a:lnTo>
                  <a:lnTo>
                    <a:pt x="17558" y="4004"/>
                  </a:lnTo>
                  <a:lnTo>
                    <a:pt x="29271" y="1258"/>
                  </a:lnTo>
                  <a:lnTo>
                    <a:pt x="107468" y="0"/>
                  </a:lnTo>
                  <a:lnTo>
                    <a:pt x="178882" y="1293"/>
                  </a:lnTo>
                  <a:lnTo>
                    <a:pt x="243567" y="5151"/>
                  </a:lnTo>
                  <a:lnTo>
                    <a:pt x="301579" y="11584"/>
                  </a:lnTo>
                  <a:lnTo>
                    <a:pt x="352972" y="20605"/>
                  </a:lnTo>
                  <a:lnTo>
                    <a:pt x="397799" y="32225"/>
                  </a:lnTo>
                  <a:lnTo>
                    <a:pt x="436115" y="46455"/>
                  </a:lnTo>
                  <a:lnTo>
                    <a:pt x="493431" y="82794"/>
                  </a:lnTo>
                  <a:lnTo>
                    <a:pt x="530232" y="131599"/>
                  </a:lnTo>
                  <a:lnTo>
                    <a:pt x="565497" y="188703"/>
                  </a:lnTo>
                  <a:lnTo>
                    <a:pt x="600594" y="250638"/>
                  </a:lnTo>
                  <a:lnTo>
                    <a:pt x="635505" y="317189"/>
                  </a:lnTo>
                  <a:lnTo>
                    <a:pt x="652886" y="352128"/>
                  </a:lnTo>
                  <a:lnTo>
                    <a:pt x="670215" y="388141"/>
                  </a:lnTo>
                  <a:lnTo>
                    <a:pt x="687490" y="425200"/>
                  </a:lnTo>
                  <a:lnTo>
                    <a:pt x="704709" y="463279"/>
                  </a:lnTo>
                  <a:lnTo>
                    <a:pt x="721869" y="502351"/>
                  </a:lnTo>
                  <a:lnTo>
                    <a:pt x="738970" y="542388"/>
                  </a:lnTo>
                  <a:lnTo>
                    <a:pt x="756008" y="583364"/>
                  </a:lnTo>
                  <a:lnTo>
                    <a:pt x="789891" y="668026"/>
                  </a:lnTo>
                  <a:lnTo>
                    <a:pt x="823502" y="756122"/>
                  </a:lnTo>
                  <a:lnTo>
                    <a:pt x="856825" y="847435"/>
                  </a:lnTo>
                  <a:lnTo>
                    <a:pt x="889845" y="941751"/>
                  </a:lnTo>
                  <a:lnTo>
                    <a:pt x="922546" y="1038856"/>
                  </a:lnTo>
                  <a:lnTo>
                    <a:pt x="954912" y="1138533"/>
                  </a:lnTo>
                  <a:lnTo>
                    <a:pt x="986928" y="1240568"/>
                  </a:lnTo>
                  <a:lnTo>
                    <a:pt x="1018577" y="1344746"/>
                  </a:lnTo>
                  <a:lnTo>
                    <a:pt x="1049844" y="1450852"/>
                  </a:lnTo>
                  <a:lnTo>
                    <a:pt x="1080713" y="1558671"/>
                  </a:lnTo>
                  <a:lnTo>
                    <a:pt x="1126236" y="1723140"/>
                  </a:lnTo>
                  <a:lnTo>
                    <a:pt x="1170776" y="1890252"/>
                  </a:lnTo>
                  <a:lnTo>
                    <a:pt x="1214278" y="2059283"/>
                  </a:lnTo>
                  <a:lnTo>
                    <a:pt x="1256691" y="2229506"/>
                  </a:lnTo>
                  <a:lnTo>
                    <a:pt x="1311453" y="2457070"/>
                  </a:lnTo>
                  <a:lnTo>
                    <a:pt x="1364056" y="2683742"/>
                  </a:lnTo>
                  <a:lnTo>
                    <a:pt x="1426584" y="2963208"/>
                  </a:lnTo>
                  <a:lnTo>
                    <a:pt x="1496558" y="3288449"/>
                  </a:lnTo>
                  <a:lnTo>
                    <a:pt x="1590286" y="3743516"/>
                  </a:lnTo>
                  <a:lnTo>
                    <a:pt x="1702737" y="4313406"/>
                  </a:lnTo>
                  <a:close/>
                </a:path>
              </a:pathLst>
            </a:custGeom>
            <a:solidFill>
              <a:srgbClr val="4042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6319102"/>
              <a:ext cx="3241040" cy="3968115"/>
            </a:xfrm>
            <a:custGeom>
              <a:avLst/>
              <a:gdLst/>
              <a:ahLst/>
              <a:cxnLst/>
              <a:rect l="l" t="t" r="r" b="b"/>
              <a:pathLst>
                <a:path w="3241040" h="3968115">
                  <a:moveTo>
                    <a:pt x="3240828" y="3967896"/>
                  </a:moveTo>
                  <a:lnTo>
                    <a:pt x="0" y="3967896"/>
                  </a:lnTo>
                  <a:lnTo>
                    <a:pt x="0" y="318795"/>
                  </a:lnTo>
                  <a:lnTo>
                    <a:pt x="175045" y="271646"/>
                  </a:lnTo>
                  <a:lnTo>
                    <a:pt x="232924" y="256774"/>
                  </a:lnTo>
                  <a:lnTo>
                    <a:pt x="288629" y="242775"/>
                  </a:lnTo>
                  <a:lnTo>
                    <a:pt x="476369" y="197684"/>
                  </a:lnTo>
                  <a:lnTo>
                    <a:pt x="537454" y="183727"/>
                  </a:lnTo>
                  <a:lnTo>
                    <a:pt x="537902" y="183614"/>
                  </a:lnTo>
                  <a:lnTo>
                    <a:pt x="730079" y="141991"/>
                  </a:lnTo>
                  <a:lnTo>
                    <a:pt x="919467" y="104530"/>
                  </a:lnTo>
                  <a:lnTo>
                    <a:pt x="1043827" y="82031"/>
                  </a:lnTo>
                  <a:lnTo>
                    <a:pt x="1165750" y="61775"/>
                  </a:lnTo>
                  <a:lnTo>
                    <a:pt x="1284452" y="43989"/>
                  </a:lnTo>
                  <a:lnTo>
                    <a:pt x="1399146" y="28898"/>
                  </a:lnTo>
                  <a:lnTo>
                    <a:pt x="1454744" y="22433"/>
                  </a:lnTo>
                  <a:lnTo>
                    <a:pt x="1509046" y="16727"/>
                  </a:lnTo>
                  <a:lnTo>
                    <a:pt x="1561953" y="11808"/>
                  </a:lnTo>
                  <a:lnTo>
                    <a:pt x="1613367" y="7704"/>
                  </a:lnTo>
                  <a:lnTo>
                    <a:pt x="1663190" y="4442"/>
                  </a:lnTo>
                  <a:lnTo>
                    <a:pt x="1711324" y="2053"/>
                  </a:lnTo>
                  <a:lnTo>
                    <a:pt x="1757670" y="562"/>
                  </a:lnTo>
                  <a:lnTo>
                    <a:pt x="1802130" y="0"/>
                  </a:lnTo>
                  <a:lnTo>
                    <a:pt x="1844606" y="393"/>
                  </a:lnTo>
                  <a:lnTo>
                    <a:pt x="1884999" y="1771"/>
                  </a:lnTo>
                  <a:lnTo>
                    <a:pt x="1923212" y="4161"/>
                  </a:lnTo>
                  <a:lnTo>
                    <a:pt x="1992704" y="12091"/>
                  </a:lnTo>
                  <a:lnTo>
                    <a:pt x="2052295" y="24410"/>
                  </a:lnTo>
                  <a:lnTo>
                    <a:pt x="2101199" y="41343"/>
                  </a:lnTo>
                  <a:lnTo>
                    <a:pt x="2138631" y="63116"/>
                  </a:lnTo>
                  <a:lnTo>
                    <a:pt x="2182371" y="119923"/>
                  </a:lnTo>
                  <a:lnTo>
                    <a:pt x="2219463" y="184940"/>
                  </a:lnTo>
                  <a:lnTo>
                    <a:pt x="2237980" y="219899"/>
                  </a:lnTo>
                  <a:lnTo>
                    <a:pt x="2256473" y="256433"/>
                  </a:lnTo>
                  <a:lnTo>
                    <a:pt x="2274938" y="294495"/>
                  </a:lnTo>
                  <a:lnTo>
                    <a:pt x="2293371" y="334040"/>
                  </a:lnTo>
                  <a:lnTo>
                    <a:pt x="2311767" y="375025"/>
                  </a:lnTo>
                  <a:lnTo>
                    <a:pt x="2330123" y="417402"/>
                  </a:lnTo>
                  <a:lnTo>
                    <a:pt x="2348435" y="461128"/>
                  </a:lnTo>
                  <a:lnTo>
                    <a:pt x="2366699" y="506157"/>
                  </a:lnTo>
                  <a:lnTo>
                    <a:pt x="2384911" y="552444"/>
                  </a:lnTo>
                  <a:lnTo>
                    <a:pt x="2403067" y="599944"/>
                  </a:lnTo>
                  <a:lnTo>
                    <a:pt x="2421163" y="648612"/>
                  </a:lnTo>
                  <a:lnTo>
                    <a:pt x="2439195" y="698403"/>
                  </a:lnTo>
                  <a:lnTo>
                    <a:pt x="2457159" y="749271"/>
                  </a:lnTo>
                  <a:lnTo>
                    <a:pt x="2475051" y="801171"/>
                  </a:lnTo>
                  <a:lnTo>
                    <a:pt x="2492867" y="854059"/>
                  </a:lnTo>
                  <a:lnTo>
                    <a:pt x="2510604" y="907889"/>
                  </a:lnTo>
                  <a:lnTo>
                    <a:pt x="2528256" y="962616"/>
                  </a:lnTo>
                  <a:lnTo>
                    <a:pt x="2545821" y="1018195"/>
                  </a:lnTo>
                  <a:lnTo>
                    <a:pt x="2563294" y="1074581"/>
                  </a:lnTo>
                  <a:lnTo>
                    <a:pt x="2580672" y="1131729"/>
                  </a:lnTo>
                  <a:lnTo>
                    <a:pt x="2597950" y="1189593"/>
                  </a:lnTo>
                  <a:lnTo>
                    <a:pt x="2615124" y="1248129"/>
                  </a:lnTo>
                  <a:lnTo>
                    <a:pt x="2632191" y="1307291"/>
                  </a:lnTo>
                  <a:lnTo>
                    <a:pt x="2649146" y="1367034"/>
                  </a:lnTo>
                  <a:lnTo>
                    <a:pt x="2665985" y="1427314"/>
                  </a:lnTo>
                  <a:lnTo>
                    <a:pt x="2682705" y="1488084"/>
                  </a:lnTo>
                  <a:lnTo>
                    <a:pt x="2699302" y="1549300"/>
                  </a:lnTo>
                  <a:lnTo>
                    <a:pt x="2715771" y="1610918"/>
                  </a:lnTo>
                  <a:lnTo>
                    <a:pt x="2732109" y="1672890"/>
                  </a:lnTo>
                  <a:lnTo>
                    <a:pt x="2748311" y="1735174"/>
                  </a:lnTo>
                  <a:lnTo>
                    <a:pt x="2764375" y="1797723"/>
                  </a:lnTo>
                  <a:lnTo>
                    <a:pt x="2796067" y="1923436"/>
                  </a:lnTo>
                  <a:lnTo>
                    <a:pt x="2811688" y="1986510"/>
                  </a:lnTo>
                  <a:lnTo>
                    <a:pt x="2827155" y="2049670"/>
                  </a:lnTo>
                  <a:lnTo>
                    <a:pt x="2842462" y="2112869"/>
                  </a:lnTo>
                  <a:lnTo>
                    <a:pt x="2857606" y="2176062"/>
                  </a:lnTo>
                  <a:lnTo>
                    <a:pt x="2872582" y="2239206"/>
                  </a:lnTo>
                  <a:lnTo>
                    <a:pt x="2887388" y="2302254"/>
                  </a:lnTo>
                  <a:lnTo>
                    <a:pt x="2902019" y="2365161"/>
                  </a:lnTo>
                  <a:lnTo>
                    <a:pt x="2916471" y="2427882"/>
                  </a:lnTo>
                  <a:lnTo>
                    <a:pt x="2930740" y="2490373"/>
                  </a:lnTo>
                  <a:lnTo>
                    <a:pt x="2944822" y="2552587"/>
                  </a:lnTo>
                  <a:lnTo>
                    <a:pt x="2958713" y="2614481"/>
                  </a:lnTo>
                  <a:lnTo>
                    <a:pt x="2972409" y="2676008"/>
                  </a:lnTo>
                  <a:lnTo>
                    <a:pt x="2985906" y="2737124"/>
                  </a:lnTo>
                  <a:lnTo>
                    <a:pt x="2999201" y="2797783"/>
                  </a:lnTo>
                  <a:lnTo>
                    <a:pt x="3012289" y="2857941"/>
                  </a:lnTo>
                  <a:lnTo>
                    <a:pt x="3025166" y="2917552"/>
                  </a:lnTo>
                  <a:lnTo>
                    <a:pt x="3037828" y="2976571"/>
                  </a:lnTo>
                  <a:lnTo>
                    <a:pt x="3050272" y="3034953"/>
                  </a:lnTo>
                  <a:lnTo>
                    <a:pt x="3062493" y="3092653"/>
                  </a:lnTo>
                  <a:lnTo>
                    <a:pt x="3074488" y="3149626"/>
                  </a:lnTo>
                  <a:lnTo>
                    <a:pt x="3086252" y="3205827"/>
                  </a:lnTo>
                  <a:lnTo>
                    <a:pt x="3097781" y="3261210"/>
                  </a:lnTo>
                  <a:lnTo>
                    <a:pt x="3109072" y="3315731"/>
                  </a:lnTo>
                  <a:lnTo>
                    <a:pt x="3120121" y="3369344"/>
                  </a:lnTo>
                  <a:lnTo>
                    <a:pt x="3130923" y="3422004"/>
                  </a:lnTo>
                  <a:lnTo>
                    <a:pt x="3141475" y="3473666"/>
                  </a:lnTo>
                  <a:lnTo>
                    <a:pt x="3151773" y="3524286"/>
                  </a:lnTo>
                  <a:lnTo>
                    <a:pt x="3161812" y="3573817"/>
                  </a:lnTo>
                  <a:lnTo>
                    <a:pt x="3171589" y="3622215"/>
                  </a:lnTo>
                  <a:lnTo>
                    <a:pt x="3181099" y="3669434"/>
                  </a:lnTo>
                  <a:lnTo>
                    <a:pt x="3199306" y="3760157"/>
                  </a:lnTo>
                  <a:lnTo>
                    <a:pt x="3240828" y="39678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7161123"/>
              <a:ext cx="2900045" cy="3126105"/>
            </a:xfrm>
            <a:custGeom>
              <a:avLst/>
              <a:gdLst/>
              <a:ahLst/>
              <a:cxnLst/>
              <a:rect l="l" t="t" r="r" b="b"/>
              <a:pathLst>
                <a:path w="2900045" h="3126104">
                  <a:moveTo>
                    <a:pt x="470382" y="845515"/>
                  </a:moveTo>
                  <a:lnTo>
                    <a:pt x="465086" y="798969"/>
                  </a:lnTo>
                  <a:lnTo>
                    <a:pt x="452843" y="744613"/>
                  </a:lnTo>
                  <a:lnTo>
                    <a:pt x="436130" y="687400"/>
                  </a:lnTo>
                  <a:lnTo>
                    <a:pt x="417423" y="632269"/>
                  </a:lnTo>
                  <a:lnTo>
                    <a:pt x="399173" y="584149"/>
                  </a:lnTo>
                  <a:lnTo>
                    <a:pt x="383857" y="547979"/>
                  </a:lnTo>
                  <a:lnTo>
                    <a:pt x="366788" y="541147"/>
                  </a:lnTo>
                  <a:lnTo>
                    <a:pt x="332066" y="545769"/>
                  </a:lnTo>
                  <a:lnTo>
                    <a:pt x="285546" y="558190"/>
                  </a:lnTo>
                  <a:lnTo>
                    <a:pt x="180568" y="591667"/>
                  </a:lnTo>
                  <a:lnTo>
                    <a:pt x="152768" y="599821"/>
                  </a:lnTo>
                  <a:lnTo>
                    <a:pt x="130098" y="527088"/>
                  </a:lnTo>
                  <a:lnTo>
                    <a:pt x="114058" y="472249"/>
                  </a:lnTo>
                  <a:lnTo>
                    <a:pt x="97409" y="417715"/>
                  </a:lnTo>
                  <a:lnTo>
                    <a:pt x="78701" y="364058"/>
                  </a:lnTo>
                  <a:lnTo>
                    <a:pt x="66459" y="338010"/>
                  </a:lnTo>
                  <a:lnTo>
                    <a:pt x="46736" y="321551"/>
                  </a:lnTo>
                  <a:lnTo>
                    <a:pt x="11315" y="318935"/>
                  </a:lnTo>
                  <a:lnTo>
                    <a:pt x="0" y="321881"/>
                  </a:lnTo>
                  <a:lnTo>
                    <a:pt x="0" y="638721"/>
                  </a:lnTo>
                  <a:lnTo>
                    <a:pt x="0" y="1015377"/>
                  </a:lnTo>
                  <a:lnTo>
                    <a:pt x="0" y="1311668"/>
                  </a:lnTo>
                  <a:lnTo>
                    <a:pt x="11798" y="1313624"/>
                  </a:lnTo>
                  <a:lnTo>
                    <a:pt x="58547" y="1309128"/>
                  </a:lnTo>
                  <a:lnTo>
                    <a:pt x="112941" y="1297076"/>
                  </a:lnTo>
                  <a:lnTo>
                    <a:pt x="170078" y="1280071"/>
                  </a:lnTo>
                  <a:lnTo>
                    <a:pt x="225069" y="1260754"/>
                  </a:lnTo>
                  <a:lnTo>
                    <a:pt x="272999" y="1241729"/>
                  </a:lnTo>
                  <a:lnTo>
                    <a:pt x="308965" y="1225626"/>
                  </a:lnTo>
                  <a:lnTo>
                    <a:pt x="315328" y="1206627"/>
                  </a:lnTo>
                  <a:lnTo>
                    <a:pt x="309575" y="1167384"/>
                  </a:lnTo>
                  <a:lnTo>
                    <a:pt x="295592" y="1114615"/>
                  </a:lnTo>
                  <a:lnTo>
                    <a:pt x="258546" y="995375"/>
                  </a:lnTo>
                  <a:lnTo>
                    <a:pt x="246773" y="954570"/>
                  </a:lnTo>
                  <a:lnTo>
                    <a:pt x="246913" y="954532"/>
                  </a:lnTo>
                  <a:lnTo>
                    <a:pt x="300304" y="939228"/>
                  </a:lnTo>
                  <a:lnTo>
                    <a:pt x="409600" y="906627"/>
                  </a:lnTo>
                  <a:lnTo>
                    <a:pt x="450329" y="895413"/>
                  </a:lnTo>
                  <a:lnTo>
                    <a:pt x="466293" y="879309"/>
                  </a:lnTo>
                  <a:lnTo>
                    <a:pt x="470382" y="845515"/>
                  </a:lnTo>
                  <a:close/>
                </a:path>
                <a:path w="2900045" h="3126104">
                  <a:moveTo>
                    <a:pt x="2215985" y="72390"/>
                  </a:moveTo>
                  <a:lnTo>
                    <a:pt x="2206980" y="43053"/>
                  </a:lnTo>
                  <a:lnTo>
                    <a:pt x="2185162" y="17322"/>
                  </a:lnTo>
                  <a:lnTo>
                    <a:pt x="2161438" y="0"/>
                  </a:lnTo>
                  <a:lnTo>
                    <a:pt x="2149246" y="533"/>
                  </a:lnTo>
                  <a:lnTo>
                    <a:pt x="2122055" y="5791"/>
                  </a:lnTo>
                  <a:lnTo>
                    <a:pt x="2082469" y="14947"/>
                  </a:lnTo>
                  <a:lnTo>
                    <a:pt x="2033130" y="27165"/>
                  </a:lnTo>
                  <a:lnTo>
                    <a:pt x="1732191" y="105803"/>
                  </a:lnTo>
                  <a:lnTo>
                    <a:pt x="1679575" y="119303"/>
                  </a:lnTo>
                  <a:lnTo>
                    <a:pt x="1203972" y="239191"/>
                  </a:lnTo>
                  <a:lnTo>
                    <a:pt x="779373" y="350151"/>
                  </a:lnTo>
                  <a:lnTo>
                    <a:pt x="686079" y="375335"/>
                  </a:lnTo>
                  <a:lnTo>
                    <a:pt x="639737" y="388874"/>
                  </a:lnTo>
                  <a:lnTo>
                    <a:pt x="590765" y="417804"/>
                  </a:lnTo>
                  <a:lnTo>
                    <a:pt x="606259" y="467207"/>
                  </a:lnTo>
                  <a:lnTo>
                    <a:pt x="617258" y="483209"/>
                  </a:lnTo>
                  <a:lnTo>
                    <a:pt x="640892" y="488010"/>
                  </a:lnTo>
                  <a:lnTo>
                    <a:pt x="685520" y="482485"/>
                  </a:lnTo>
                  <a:lnTo>
                    <a:pt x="759460" y="467461"/>
                  </a:lnTo>
                  <a:lnTo>
                    <a:pt x="855408" y="446455"/>
                  </a:lnTo>
                  <a:lnTo>
                    <a:pt x="951484" y="424434"/>
                  </a:lnTo>
                  <a:lnTo>
                    <a:pt x="1095768" y="389890"/>
                  </a:lnTo>
                  <a:lnTo>
                    <a:pt x="1755203" y="225082"/>
                  </a:lnTo>
                  <a:lnTo>
                    <a:pt x="2151938" y="122732"/>
                  </a:lnTo>
                  <a:lnTo>
                    <a:pt x="2201278" y="100545"/>
                  </a:lnTo>
                  <a:lnTo>
                    <a:pt x="2215985" y="72390"/>
                  </a:lnTo>
                  <a:close/>
                </a:path>
                <a:path w="2900045" h="3126104">
                  <a:moveTo>
                    <a:pt x="2314016" y="462445"/>
                  </a:moveTo>
                  <a:lnTo>
                    <a:pt x="2305012" y="433108"/>
                  </a:lnTo>
                  <a:lnTo>
                    <a:pt x="2283193" y="407377"/>
                  </a:lnTo>
                  <a:lnTo>
                    <a:pt x="2259457" y="390042"/>
                  </a:lnTo>
                  <a:lnTo>
                    <a:pt x="2247277" y="390575"/>
                  </a:lnTo>
                  <a:lnTo>
                    <a:pt x="2220074" y="395833"/>
                  </a:lnTo>
                  <a:lnTo>
                    <a:pt x="2180488" y="404990"/>
                  </a:lnTo>
                  <a:lnTo>
                    <a:pt x="2131149" y="417207"/>
                  </a:lnTo>
                  <a:lnTo>
                    <a:pt x="1830209" y="495846"/>
                  </a:lnTo>
                  <a:lnTo>
                    <a:pt x="1777593" y="509346"/>
                  </a:lnTo>
                  <a:lnTo>
                    <a:pt x="1301991" y="629246"/>
                  </a:lnTo>
                  <a:lnTo>
                    <a:pt x="877404" y="740206"/>
                  </a:lnTo>
                  <a:lnTo>
                    <a:pt x="784098" y="765378"/>
                  </a:lnTo>
                  <a:lnTo>
                    <a:pt x="737755" y="778916"/>
                  </a:lnTo>
                  <a:lnTo>
                    <a:pt x="688784" y="807847"/>
                  </a:lnTo>
                  <a:lnTo>
                    <a:pt x="704291" y="857262"/>
                  </a:lnTo>
                  <a:lnTo>
                    <a:pt x="715289" y="873264"/>
                  </a:lnTo>
                  <a:lnTo>
                    <a:pt x="738924" y="878078"/>
                  </a:lnTo>
                  <a:lnTo>
                    <a:pt x="783539" y="872540"/>
                  </a:lnTo>
                  <a:lnTo>
                    <a:pt x="857478" y="857504"/>
                  </a:lnTo>
                  <a:lnTo>
                    <a:pt x="953427" y="836498"/>
                  </a:lnTo>
                  <a:lnTo>
                    <a:pt x="1049502" y="814476"/>
                  </a:lnTo>
                  <a:lnTo>
                    <a:pt x="1193787" y="779945"/>
                  </a:lnTo>
                  <a:lnTo>
                    <a:pt x="1853222" y="615137"/>
                  </a:lnTo>
                  <a:lnTo>
                    <a:pt x="2249970" y="512787"/>
                  </a:lnTo>
                  <a:lnTo>
                    <a:pt x="2299297" y="490601"/>
                  </a:lnTo>
                  <a:lnTo>
                    <a:pt x="2314016" y="462445"/>
                  </a:lnTo>
                  <a:close/>
                </a:path>
                <a:path w="2900045" h="3126104">
                  <a:moveTo>
                    <a:pt x="2412047" y="852512"/>
                  </a:moveTo>
                  <a:lnTo>
                    <a:pt x="2403043" y="823175"/>
                  </a:lnTo>
                  <a:lnTo>
                    <a:pt x="2381224" y="797445"/>
                  </a:lnTo>
                  <a:lnTo>
                    <a:pt x="2357488" y="780122"/>
                  </a:lnTo>
                  <a:lnTo>
                    <a:pt x="2345309" y="780656"/>
                  </a:lnTo>
                  <a:lnTo>
                    <a:pt x="2318105" y="785901"/>
                  </a:lnTo>
                  <a:lnTo>
                    <a:pt x="2278519" y="795045"/>
                  </a:lnTo>
                  <a:lnTo>
                    <a:pt x="2229180" y="807262"/>
                  </a:lnTo>
                  <a:lnTo>
                    <a:pt x="1928241" y="885913"/>
                  </a:lnTo>
                  <a:lnTo>
                    <a:pt x="1875624" y="899414"/>
                  </a:lnTo>
                  <a:lnTo>
                    <a:pt x="1400022" y="1019302"/>
                  </a:lnTo>
                  <a:lnTo>
                    <a:pt x="975423" y="1130261"/>
                  </a:lnTo>
                  <a:lnTo>
                    <a:pt x="882129" y="1155446"/>
                  </a:lnTo>
                  <a:lnTo>
                    <a:pt x="835787" y="1168971"/>
                  </a:lnTo>
                  <a:lnTo>
                    <a:pt x="786815" y="1197902"/>
                  </a:lnTo>
                  <a:lnTo>
                    <a:pt x="802322" y="1247330"/>
                  </a:lnTo>
                  <a:lnTo>
                    <a:pt x="813308" y="1263332"/>
                  </a:lnTo>
                  <a:lnTo>
                    <a:pt x="836942" y="1268133"/>
                  </a:lnTo>
                  <a:lnTo>
                    <a:pt x="881570" y="1262595"/>
                  </a:lnTo>
                  <a:lnTo>
                    <a:pt x="955509" y="1247571"/>
                  </a:lnTo>
                  <a:lnTo>
                    <a:pt x="1051445" y="1226553"/>
                  </a:lnTo>
                  <a:lnTo>
                    <a:pt x="1147521" y="1204531"/>
                  </a:lnTo>
                  <a:lnTo>
                    <a:pt x="1291818" y="1170000"/>
                  </a:lnTo>
                  <a:lnTo>
                    <a:pt x="1951253" y="1005205"/>
                  </a:lnTo>
                  <a:lnTo>
                    <a:pt x="2347988" y="902855"/>
                  </a:lnTo>
                  <a:lnTo>
                    <a:pt x="2397328" y="880668"/>
                  </a:lnTo>
                  <a:lnTo>
                    <a:pt x="2412047" y="852512"/>
                  </a:lnTo>
                  <a:close/>
                </a:path>
                <a:path w="2900045" h="3126104">
                  <a:moveTo>
                    <a:pt x="2507843" y="1246695"/>
                  </a:moveTo>
                  <a:lnTo>
                    <a:pt x="2495727" y="1210462"/>
                  </a:lnTo>
                  <a:lnTo>
                    <a:pt x="2452535" y="1184109"/>
                  </a:lnTo>
                  <a:lnTo>
                    <a:pt x="2429929" y="1176566"/>
                  </a:lnTo>
                  <a:lnTo>
                    <a:pt x="2421267" y="1177137"/>
                  </a:lnTo>
                  <a:lnTo>
                    <a:pt x="2376005" y="1186319"/>
                  </a:lnTo>
                  <a:lnTo>
                    <a:pt x="2299639" y="1204442"/>
                  </a:lnTo>
                  <a:lnTo>
                    <a:pt x="2142960" y="1243787"/>
                  </a:lnTo>
                  <a:lnTo>
                    <a:pt x="1602740" y="1382687"/>
                  </a:lnTo>
                  <a:lnTo>
                    <a:pt x="686054" y="1613877"/>
                  </a:lnTo>
                  <a:lnTo>
                    <a:pt x="0" y="1790585"/>
                  </a:lnTo>
                  <a:lnTo>
                    <a:pt x="0" y="1902294"/>
                  </a:lnTo>
                  <a:lnTo>
                    <a:pt x="246888" y="1844573"/>
                  </a:lnTo>
                  <a:lnTo>
                    <a:pt x="638657" y="1749031"/>
                  </a:lnTo>
                  <a:lnTo>
                    <a:pt x="1792516" y="1459509"/>
                  </a:lnTo>
                  <a:lnTo>
                    <a:pt x="2393226" y="1306144"/>
                  </a:lnTo>
                  <a:lnTo>
                    <a:pt x="2454808" y="1286675"/>
                  </a:lnTo>
                  <a:lnTo>
                    <a:pt x="2491600" y="1266596"/>
                  </a:lnTo>
                  <a:lnTo>
                    <a:pt x="2507843" y="1246695"/>
                  </a:lnTo>
                  <a:close/>
                </a:path>
                <a:path w="2900045" h="3126104">
                  <a:moveTo>
                    <a:pt x="2605875" y="1636750"/>
                  </a:moveTo>
                  <a:lnTo>
                    <a:pt x="2593759" y="1600517"/>
                  </a:lnTo>
                  <a:lnTo>
                    <a:pt x="2550566" y="1574177"/>
                  </a:lnTo>
                  <a:lnTo>
                    <a:pt x="2527960" y="1566633"/>
                  </a:lnTo>
                  <a:lnTo>
                    <a:pt x="2519299" y="1567205"/>
                  </a:lnTo>
                  <a:lnTo>
                    <a:pt x="2474023" y="1576387"/>
                  </a:lnTo>
                  <a:lnTo>
                    <a:pt x="2397658" y="1594510"/>
                  </a:lnTo>
                  <a:lnTo>
                    <a:pt x="2240991" y="1633842"/>
                  </a:lnTo>
                  <a:lnTo>
                    <a:pt x="1700758" y="1772729"/>
                  </a:lnTo>
                  <a:lnTo>
                    <a:pt x="784085" y="2003920"/>
                  </a:lnTo>
                  <a:lnTo>
                    <a:pt x="92303" y="2182126"/>
                  </a:lnTo>
                  <a:lnTo>
                    <a:pt x="0" y="2206421"/>
                  </a:lnTo>
                  <a:lnTo>
                    <a:pt x="0" y="2314359"/>
                  </a:lnTo>
                  <a:lnTo>
                    <a:pt x="149707" y="2280488"/>
                  </a:lnTo>
                  <a:lnTo>
                    <a:pt x="442722" y="2211159"/>
                  </a:lnTo>
                  <a:lnTo>
                    <a:pt x="1839074" y="1862670"/>
                  </a:lnTo>
                  <a:lnTo>
                    <a:pt x="2491244" y="1696212"/>
                  </a:lnTo>
                  <a:lnTo>
                    <a:pt x="2552839" y="1676730"/>
                  </a:lnTo>
                  <a:lnTo>
                    <a:pt x="2589631" y="1656651"/>
                  </a:lnTo>
                  <a:lnTo>
                    <a:pt x="2605875" y="1636750"/>
                  </a:lnTo>
                  <a:close/>
                </a:path>
                <a:path w="2900045" h="3126104">
                  <a:moveTo>
                    <a:pt x="2703893" y="2026818"/>
                  </a:moveTo>
                  <a:lnTo>
                    <a:pt x="2691790" y="1990585"/>
                  </a:lnTo>
                  <a:lnTo>
                    <a:pt x="2648597" y="1964232"/>
                  </a:lnTo>
                  <a:lnTo>
                    <a:pt x="2625979" y="1956689"/>
                  </a:lnTo>
                  <a:lnTo>
                    <a:pt x="2617317" y="1957260"/>
                  </a:lnTo>
                  <a:lnTo>
                    <a:pt x="2572054" y="1966429"/>
                  </a:lnTo>
                  <a:lnTo>
                    <a:pt x="2495689" y="1984565"/>
                  </a:lnTo>
                  <a:lnTo>
                    <a:pt x="2339009" y="2023897"/>
                  </a:lnTo>
                  <a:lnTo>
                    <a:pt x="1798777" y="2162772"/>
                  </a:lnTo>
                  <a:lnTo>
                    <a:pt x="882103" y="2393962"/>
                  </a:lnTo>
                  <a:lnTo>
                    <a:pt x="190334" y="2572169"/>
                  </a:lnTo>
                  <a:lnTo>
                    <a:pt x="91744" y="2598128"/>
                  </a:lnTo>
                  <a:lnTo>
                    <a:pt x="26276" y="2615920"/>
                  </a:lnTo>
                  <a:lnTo>
                    <a:pt x="0" y="2624061"/>
                  </a:lnTo>
                  <a:lnTo>
                    <a:pt x="0" y="2722791"/>
                  </a:lnTo>
                  <a:lnTo>
                    <a:pt x="42481" y="2716009"/>
                  </a:lnTo>
                  <a:lnTo>
                    <a:pt x="108458" y="2702217"/>
                  </a:lnTo>
                  <a:lnTo>
                    <a:pt x="345262" y="2647797"/>
                  </a:lnTo>
                  <a:lnTo>
                    <a:pt x="687641" y="2565450"/>
                  </a:lnTo>
                  <a:lnTo>
                    <a:pt x="1988566" y="2239632"/>
                  </a:lnTo>
                  <a:lnTo>
                    <a:pt x="2589276" y="2086267"/>
                  </a:lnTo>
                  <a:lnTo>
                    <a:pt x="2650871" y="2066798"/>
                  </a:lnTo>
                  <a:lnTo>
                    <a:pt x="2687650" y="2046719"/>
                  </a:lnTo>
                  <a:lnTo>
                    <a:pt x="2703893" y="2026818"/>
                  </a:lnTo>
                  <a:close/>
                </a:path>
                <a:path w="2900045" h="3126104">
                  <a:moveTo>
                    <a:pt x="2801912" y="2416835"/>
                  </a:moveTo>
                  <a:lnTo>
                    <a:pt x="2789809" y="2380602"/>
                  </a:lnTo>
                  <a:lnTo>
                    <a:pt x="2746603" y="2354262"/>
                  </a:lnTo>
                  <a:lnTo>
                    <a:pt x="2723997" y="2346718"/>
                  </a:lnTo>
                  <a:lnTo>
                    <a:pt x="2715336" y="2347290"/>
                  </a:lnTo>
                  <a:lnTo>
                    <a:pt x="2670073" y="2356472"/>
                  </a:lnTo>
                  <a:lnTo>
                    <a:pt x="2593708" y="2374608"/>
                  </a:lnTo>
                  <a:lnTo>
                    <a:pt x="2437041" y="2413952"/>
                  </a:lnTo>
                  <a:lnTo>
                    <a:pt x="1896808" y="2552839"/>
                  </a:lnTo>
                  <a:lnTo>
                    <a:pt x="980135" y="2784030"/>
                  </a:lnTo>
                  <a:lnTo>
                    <a:pt x="288353" y="2962224"/>
                  </a:lnTo>
                  <a:lnTo>
                    <a:pt x="189776" y="2988183"/>
                  </a:lnTo>
                  <a:lnTo>
                    <a:pt x="124294" y="3005988"/>
                  </a:lnTo>
                  <a:lnTo>
                    <a:pt x="72097" y="3022142"/>
                  </a:lnTo>
                  <a:lnTo>
                    <a:pt x="36576" y="3037370"/>
                  </a:lnTo>
                  <a:lnTo>
                    <a:pt x="21196" y="3052394"/>
                  </a:lnTo>
                  <a:lnTo>
                    <a:pt x="29387" y="3067901"/>
                  </a:lnTo>
                  <a:lnTo>
                    <a:pt x="40576" y="3097492"/>
                  </a:lnTo>
                  <a:lnTo>
                    <a:pt x="49149" y="3108883"/>
                  </a:lnTo>
                  <a:lnTo>
                    <a:pt x="65938" y="3114205"/>
                  </a:lnTo>
                  <a:lnTo>
                    <a:pt x="95021" y="3113316"/>
                  </a:lnTo>
                  <a:lnTo>
                    <a:pt x="140512" y="3106051"/>
                  </a:lnTo>
                  <a:lnTo>
                    <a:pt x="206476" y="3092259"/>
                  </a:lnTo>
                  <a:lnTo>
                    <a:pt x="443280" y="3037840"/>
                  </a:lnTo>
                  <a:lnTo>
                    <a:pt x="785660" y="2955493"/>
                  </a:lnTo>
                  <a:lnTo>
                    <a:pt x="2086584" y="2629662"/>
                  </a:lnTo>
                  <a:lnTo>
                    <a:pt x="2687294" y="2476296"/>
                  </a:lnTo>
                  <a:lnTo>
                    <a:pt x="2748877" y="2456815"/>
                  </a:lnTo>
                  <a:lnTo>
                    <a:pt x="2785668" y="2436736"/>
                  </a:lnTo>
                  <a:lnTo>
                    <a:pt x="2801912" y="2416835"/>
                  </a:lnTo>
                  <a:close/>
                </a:path>
                <a:path w="2900045" h="3126104">
                  <a:moveTo>
                    <a:pt x="2899943" y="2806916"/>
                  </a:moveTo>
                  <a:lnTo>
                    <a:pt x="2887840" y="2770682"/>
                  </a:lnTo>
                  <a:lnTo>
                    <a:pt x="2844635" y="2744343"/>
                  </a:lnTo>
                  <a:lnTo>
                    <a:pt x="2822029" y="2736799"/>
                  </a:lnTo>
                  <a:lnTo>
                    <a:pt x="2813367" y="2737370"/>
                  </a:lnTo>
                  <a:lnTo>
                    <a:pt x="2768104" y="2746540"/>
                  </a:lnTo>
                  <a:lnTo>
                    <a:pt x="2691739" y="2764663"/>
                  </a:lnTo>
                  <a:lnTo>
                    <a:pt x="2535059" y="2803995"/>
                  </a:lnTo>
                  <a:lnTo>
                    <a:pt x="1994827" y="2942894"/>
                  </a:lnTo>
                  <a:lnTo>
                    <a:pt x="1267167" y="3125876"/>
                  </a:lnTo>
                  <a:lnTo>
                    <a:pt x="1761185" y="3125876"/>
                  </a:lnTo>
                  <a:lnTo>
                    <a:pt x="2184616" y="3019742"/>
                  </a:lnTo>
                  <a:lnTo>
                    <a:pt x="2785326" y="2866377"/>
                  </a:lnTo>
                  <a:lnTo>
                    <a:pt x="2846921" y="2846895"/>
                  </a:lnTo>
                  <a:lnTo>
                    <a:pt x="2883700" y="2826829"/>
                  </a:lnTo>
                  <a:lnTo>
                    <a:pt x="2899943" y="2806916"/>
                  </a:lnTo>
                  <a:close/>
                </a:path>
              </a:pathLst>
            </a:custGeom>
            <a:solidFill>
              <a:srgbClr val="2D8B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5438977"/>
              <a:ext cx="1885950" cy="1398270"/>
            </a:xfrm>
            <a:custGeom>
              <a:avLst/>
              <a:gdLst/>
              <a:ahLst/>
              <a:cxnLst/>
              <a:rect l="l" t="t" r="r" b="b"/>
              <a:pathLst>
                <a:path w="1885950" h="1398270">
                  <a:moveTo>
                    <a:pt x="1885518" y="711962"/>
                  </a:moveTo>
                  <a:lnTo>
                    <a:pt x="1884070" y="663194"/>
                  </a:lnTo>
                  <a:lnTo>
                    <a:pt x="1879269" y="614870"/>
                  </a:lnTo>
                  <a:lnTo>
                    <a:pt x="1871421" y="568045"/>
                  </a:lnTo>
                  <a:lnTo>
                    <a:pt x="1860829" y="523786"/>
                  </a:lnTo>
                  <a:lnTo>
                    <a:pt x="1847811" y="483146"/>
                  </a:lnTo>
                  <a:lnTo>
                    <a:pt x="1832673" y="447179"/>
                  </a:lnTo>
                  <a:lnTo>
                    <a:pt x="1797253" y="393484"/>
                  </a:lnTo>
                  <a:lnTo>
                    <a:pt x="1757057" y="371170"/>
                  </a:lnTo>
                  <a:lnTo>
                    <a:pt x="1703260" y="368617"/>
                  </a:lnTo>
                  <a:lnTo>
                    <a:pt x="1671840" y="368617"/>
                  </a:lnTo>
                  <a:lnTo>
                    <a:pt x="1600581" y="371068"/>
                  </a:lnTo>
                  <a:lnTo>
                    <a:pt x="1561007" y="373468"/>
                  </a:lnTo>
                  <a:lnTo>
                    <a:pt x="1518983" y="376618"/>
                  </a:lnTo>
                  <a:lnTo>
                    <a:pt x="1474622" y="380492"/>
                  </a:lnTo>
                  <a:lnTo>
                    <a:pt x="1428051" y="385076"/>
                  </a:lnTo>
                  <a:lnTo>
                    <a:pt x="1379423" y="390321"/>
                  </a:lnTo>
                  <a:lnTo>
                    <a:pt x="1328839" y="396227"/>
                  </a:lnTo>
                  <a:lnTo>
                    <a:pt x="1222362" y="409905"/>
                  </a:lnTo>
                  <a:lnTo>
                    <a:pt x="1109649" y="425881"/>
                  </a:lnTo>
                  <a:lnTo>
                    <a:pt x="991755" y="443979"/>
                  </a:lnTo>
                  <a:lnTo>
                    <a:pt x="960374" y="449135"/>
                  </a:lnTo>
                  <a:lnTo>
                    <a:pt x="959777" y="442442"/>
                  </a:lnTo>
                  <a:lnTo>
                    <a:pt x="952373" y="399224"/>
                  </a:lnTo>
                  <a:lnTo>
                    <a:pt x="941387" y="356222"/>
                  </a:lnTo>
                  <a:lnTo>
                    <a:pt x="926731" y="313601"/>
                  </a:lnTo>
                  <a:lnTo>
                    <a:pt x="908316" y="271551"/>
                  </a:lnTo>
                  <a:lnTo>
                    <a:pt x="886320" y="233667"/>
                  </a:lnTo>
                  <a:lnTo>
                    <a:pt x="858901" y="198361"/>
                  </a:lnTo>
                  <a:lnTo>
                    <a:pt x="826643" y="165709"/>
                  </a:lnTo>
                  <a:lnTo>
                    <a:pt x="790130" y="135775"/>
                  </a:lnTo>
                  <a:lnTo>
                    <a:pt x="749973" y="108635"/>
                  </a:lnTo>
                  <a:lnTo>
                    <a:pt x="706742" y="84340"/>
                  </a:lnTo>
                  <a:lnTo>
                    <a:pt x="661035" y="62979"/>
                  </a:lnTo>
                  <a:lnTo>
                    <a:pt x="613448" y="44602"/>
                  </a:lnTo>
                  <a:lnTo>
                    <a:pt x="564565" y="29286"/>
                  </a:lnTo>
                  <a:lnTo>
                    <a:pt x="514985" y="17106"/>
                  </a:lnTo>
                  <a:lnTo>
                    <a:pt x="465289" y="8115"/>
                  </a:lnTo>
                  <a:lnTo>
                    <a:pt x="416064" y="2387"/>
                  </a:lnTo>
                  <a:lnTo>
                    <a:pt x="367919" y="0"/>
                  </a:lnTo>
                  <a:lnTo>
                    <a:pt x="317728" y="1536"/>
                  </a:lnTo>
                  <a:lnTo>
                    <a:pt x="267614" y="7620"/>
                  </a:lnTo>
                  <a:lnTo>
                    <a:pt x="218097" y="18211"/>
                  </a:lnTo>
                  <a:lnTo>
                    <a:pt x="169684" y="33248"/>
                  </a:lnTo>
                  <a:lnTo>
                    <a:pt x="122923" y="52705"/>
                  </a:lnTo>
                  <a:lnTo>
                    <a:pt x="78320" y="76542"/>
                  </a:lnTo>
                  <a:lnTo>
                    <a:pt x="36410" y="104711"/>
                  </a:lnTo>
                  <a:lnTo>
                    <a:pt x="0" y="135267"/>
                  </a:lnTo>
                  <a:lnTo>
                    <a:pt x="0" y="638187"/>
                  </a:lnTo>
                  <a:lnTo>
                    <a:pt x="0" y="898994"/>
                  </a:lnTo>
                  <a:lnTo>
                    <a:pt x="0" y="1397673"/>
                  </a:lnTo>
                  <a:lnTo>
                    <a:pt x="1358379" y="1083056"/>
                  </a:lnTo>
                  <a:lnTo>
                    <a:pt x="1673491" y="1007656"/>
                  </a:lnTo>
                  <a:lnTo>
                    <a:pt x="1739099" y="991387"/>
                  </a:lnTo>
                  <a:lnTo>
                    <a:pt x="1775650" y="977087"/>
                  </a:lnTo>
                  <a:lnTo>
                    <a:pt x="1831555" y="925525"/>
                  </a:lnTo>
                  <a:lnTo>
                    <a:pt x="1851533" y="890371"/>
                  </a:lnTo>
                  <a:lnTo>
                    <a:pt x="1866607" y="850392"/>
                  </a:lnTo>
                  <a:lnTo>
                    <a:pt x="1877098" y="806615"/>
                  </a:lnTo>
                  <a:lnTo>
                    <a:pt x="1883295" y="760120"/>
                  </a:lnTo>
                  <a:lnTo>
                    <a:pt x="1885518" y="711962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6706" y="5770800"/>
              <a:ext cx="422909" cy="408940"/>
            </a:xfrm>
            <a:custGeom>
              <a:avLst/>
              <a:gdLst/>
              <a:ahLst/>
              <a:cxnLst/>
              <a:rect l="l" t="t" r="r" b="b"/>
              <a:pathLst>
                <a:path w="422909" h="408939">
                  <a:moveTo>
                    <a:pt x="244886" y="405808"/>
                  </a:moveTo>
                  <a:lnTo>
                    <a:pt x="201772" y="408618"/>
                  </a:lnTo>
                  <a:lnTo>
                    <a:pt x="161113" y="402577"/>
                  </a:lnTo>
                  <a:lnTo>
                    <a:pt x="123561" y="388712"/>
                  </a:lnTo>
                  <a:lnTo>
                    <a:pt x="89768" y="368047"/>
                  </a:lnTo>
                  <a:lnTo>
                    <a:pt x="60385" y="341611"/>
                  </a:lnTo>
                  <a:lnTo>
                    <a:pt x="36065" y="310429"/>
                  </a:lnTo>
                  <a:lnTo>
                    <a:pt x="17460" y="275529"/>
                  </a:lnTo>
                  <a:lnTo>
                    <a:pt x="5221" y="237936"/>
                  </a:lnTo>
                  <a:lnTo>
                    <a:pt x="0" y="198678"/>
                  </a:lnTo>
                  <a:lnTo>
                    <a:pt x="2448" y="158781"/>
                  </a:lnTo>
                  <a:lnTo>
                    <a:pt x="13219" y="119271"/>
                  </a:lnTo>
                  <a:lnTo>
                    <a:pt x="32963" y="81176"/>
                  </a:lnTo>
                  <a:lnTo>
                    <a:pt x="64906" y="45504"/>
                  </a:lnTo>
                  <a:lnTo>
                    <a:pt x="105063" y="19922"/>
                  </a:lnTo>
                  <a:lnTo>
                    <a:pt x="150332" y="4672"/>
                  </a:lnTo>
                  <a:lnTo>
                    <a:pt x="197613" y="0"/>
                  </a:lnTo>
                  <a:lnTo>
                    <a:pt x="245651" y="4961"/>
                  </a:lnTo>
                  <a:lnTo>
                    <a:pt x="294005" y="18152"/>
                  </a:lnTo>
                  <a:lnTo>
                    <a:pt x="338754" y="39122"/>
                  </a:lnTo>
                  <a:lnTo>
                    <a:pt x="375978" y="67418"/>
                  </a:lnTo>
                  <a:lnTo>
                    <a:pt x="401758" y="102590"/>
                  </a:lnTo>
                  <a:lnTo>
                    <a:pt x="417172" y="145388"/>
                  </a:lnTo>
                  <a:lnTo>
                    <a:pt x="422883" y="188907"/>
                  </a:lnTo>
                  <a:lnTo>
                    <a:pt x="419529" y="231861"/>
                  </a:lnTo>
                  <a:lnTo>
                    <a:pt x="407751" y="272966"/>
                  </a:lnTo>
                  <a:lnTo>
                    <a:pt x="388189" y="310938"/>
                  </a:lnTo>
                  <a:lnTo>
                    <a:pt x="361481" y="344492"/>
                  </a:lnTo>
                  <a:lnTo>
                    <a:pt x="328268" y="372345"/>
                  </a:lnTo>
                  <a:lnTo>
                    <a:pt x="289190" y="393211"/>
                  </a:lnTo>
                  <a:lnTo>
                    <a:pt x="244886" y="4058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98121" y="59963"/>
              <a:ext cx="6061693" cy="262081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2300496" y="8943975"/>
              <a:ext cx="2409825" cy="1343025"/>
            </a:xfrm>
            <a:custGeom>
              <a:avLst/>
              <a:gdLst/>
              <a:ahLst/>
              <a:cxnLst/>
              <a:rect l="l" t="t" r="r" b="b"/>
              <a:pathLst>
                <a:path w="2409825" h="1343025">
                  <a:moveTo>
                    <a:pt x="2409279" y="943749"/>
                  </a:moveTo>
                  <a:lnTo>
                    <a:pt x="2398661" y="871080"/>
                  </a:lnTo>
                  <a:lnTo>
                    <a:pt x="2384183" y="830084"/>
                  </a:lnTo>
                  <a:lnTo>
                    <a:pt x="2364727" y="786955"/>
                  </a:lnTo>
                  <a:lnTo>
                    <a:pt x="2341143" y="742480"/>
                  </a:lnTo>
                  <a:lnTo>
                    <a:pt x="2314257" y="697382"/>
                  </a:lnTo>
                  <a:lnTo>
                    <a:pt x="2284946" y="652424"/>
                  </a:lnTo>
                  <a:lnTo>
                    <a:pt x="2254046" y="608342"/>
                  </a:lnTo>
                  <a:lnTo>
                    <a:pt x="2222398" y="565886"/>
                  </a:lnTo>
                  <a:lnTo>
                    <a:pt x="2190851" y="525818"/>
                  </a:lnTo>
                  <a:lnTo>
                    <a:pt x="2160270" y="488886"/>
                  </a:lnTo>
                  <a:lnTo>
                    <a:pt x="2131491" y="455828"/>
                  </a:lnTo>
                  <a:lnTo>
                    <a:pt x="2105355" y="427393"/>
                  </a:lnTo>
                  <a:lnTo>
                    <a:pt x="2070785" y="400253"/>
                  </a:lnTo>
                  <a:lnTo>
                    <a:pt x="2051329" y="402996"/>
                  </a:lnTo>
                  <a:lnTo>
                    <a:pt x="1992985" y="426199"/>
                  </a:lnTo>
                  <a:lnTo>
                    <a:pt x="1955634" y="445262"/>
                  </a:lnTo>
                  <a:lnTo>
                    <a:pt x="1913890" y="468401"/>
                  </a:lnTo>
                  <a:lnTo>
                    <a:pt x="1868512" y="494893"/>
                  </a:lnTo>
                  <a:lnTo>
                    <a:pt x="1820278" y="524065"/>
                  </a:lnTo>
                  <a:lnTo>
                    <a:pt x="1769960" y="555205"/>
                  </a:lnTo>
                  <a:lnTo>
                    <a:pt x="1718335" y="587641"/>
                  </a:lnTo>
                  <a:lnTo>
                    <a:pt x="1563420" y="685711"/>
                  </a:lnTo>
                  <a:lnTo>
                    <a:pt x="1562023" y="686587"/>
                  </a:lnTo>
                  <a:lnTo>
                    <a:pt x="1561998" y="684872"/>
                  </a:lnTo>
                  <a:lnTo>
                    <a:pt x="1560804" y="630275"/>
                  </a:lnTo>
                  <a:lnTo>
                    <a:pt x="1557756" y="515708"/>
                  </a:lnTo>
                  <a:lnTo>
                    <a:pt x="1551165" y="289801"/>
                  </a:lnTo>
                  <a:lnTo>
                    <a:pt x="1549869" y="239128"/>
                  </a:lnTo>
                  <a:lnTo>
                    <a:pt x="1548879" y="192532"/>
                  </a:lnTo>
                  <a:lnTo>
                    <a:pt x="1548257" y="150901"/>
                  </a:lnTo>
                  <a:lnTo>
                    <a:pt x="1548079" y="115112"/>
                  </a:lnTo>
                  <a:lnTo>
                    <a:pt x="1542961" y="85471"/>
                  </a:lnTo>
                  <a:lnTo>
                    <a:pt x="1504772" y="41084"/>
                  </a:lnTo>
                  <a:lnTo>
                    <a:pt x="1436458" y="14122"/>
                  </a:lnTo>
                  <a:lnTo>
                    <a:pt x="1393698" y="6261"/>
                  </a:lnTo>
                  <a:lnTo>
                    <a:pt x="1346606" y="1676"/>
                  </a:lnTo>
                  <a:lnTo>
                    <a:pt x="1296289" y="0"/>
                  </a:lnTo>
                  <a:lnTo>
                    <a:pt x="1243799" y="850"/>
                  </a:lnTo>
                  <a:lnTo>
                    <a:pt x="1190205" y="3898"/>
                  </a:lnTo>
                  <a:lnTo>
                    <a:pt x="1136586" y="8763"/>
                  </a:lnTo>
                  <a:lnTo>
                    <a:pt x="1084021" y="15074"/>
                  </a:lnTo>
                  <a:lnTo>
                    <a:pt x="1033564" y="22479"/>
                  </a:lnTo>
                  <a:lnTo>
                    <a:pt x="986307" y="30619"/>
                  </a:lnTo>
                  <a:lnTo>
                    <a:pt x="943317" y="39128"/>
                  </a:lnTo>
                  <a:lnTo>
                    <a:pt x="905649" y="47637"/>
                  </a:lnTo>
                  <a:lnTo>
                    <a:pt x="864895" y="64122"/>
                  </a:lnTo>
                  <a:lnTo>
                    <a:pt x="852246" y="109499"/>
                  </a:lnTo>
                  <a:lnTo>
                    <a:pt x="846620" y="186410"/>
                  </a:lnTo>
                  <a:lnTo>
                    <a:pt x="845896" y="234137"/>
                  </a:lnTo>
                  <a:lnTo>
                    <a:pt x="846289" y="286677"/>
                  </a:lnTo>
                  <a:lnTo>
                    <a:pt x="847572" y="343039"/>
                  </a:lnTo>
                  <a:lnTo>
                    <a:pt x="849541" y="402183"/>
                  </a:lnTo>
                  <a:lnTo>
                    <a:pt x="851966" y="463092"/>
                  </a:lnTo>
                  <a:lnTo>
                    <a:pt x="859917" y="646277"/>
                  </a:lnTo>
                  <a:lnTo>
                    <a:pt x="861758" y="695655"/>
                  </a:lnTo>
                  <a:lnTo>
                    <a:pt x="845858" y="685711"/>
                  </a:lnTo>
                  <a:lnTo>
                    <a:pt x="690943" y="587641"/>
                  </a:lnTo>
                  <a:lnTo>
                    <a:pt x="639330" y="555205"/>
                  </a:lnTo>
                  <a:lnTo>
                    <a:pt x="589013" y="524065"/>
                  </a:lnTo>
                  <a:lnTo>
                    <a:pt x="540778" y="494893"/>
                  </a:lnTo>
                  <a:lnTo>
                    <a:pt x="495401" y="468401"/>
                  </a:lnTo>
                  <a:lnTo>
                    <a:pt x="453644" y="445262"/>
                  </a:lnTo>
                  <a:lnTo>
                    <a:pt x="416306" y="426199"/>
                  </a:lnTo>
                  <a:lnTo>
                    <a:pt x="357949" y="402996"/>
                  </a:lnTo>
                  <a:lnTo>
                    <a:pt x="338493" y="400253"/>
                  </a:lnTo>
                  <a:lnTo>
                    <a:pt x="326542" y="404342"/>
                  </a:lnTo>
                  <a:lnTo>
                    <a:pt x="277774" y="455828"/>
                  </a:lnTo>
                  <a:lnTo>
                    <a:pt x="248996" y="488886"/>
                  </a:lnTo>
                  <a:lnTo>
                    <a:pt x="218414" y="525818"/>
                  </a:lnTo>
                  <a:lnTo>
                    <a:pt x="186867" y="565886"/>
                  </a:lnTo>
                  <a:lnTo>
                    <a:pt x="155232" y="608342"/>
                  </a:lnTo>
                  <a:lnTo>
                    <a:pt x="124320" y="652424"/>
                  </a:lnTo>
                  <a:lnTo>
                    <a:pt x="95008" y="697382"/>
                  </a:lnTo>
                  <a:lnTo>
                    <a:pt x="68135" y="742480"/>
                  </a:lnTo>
                  <a:lnTo>
                    <a:pt x="44538" y="786955"/>
                  </a:lnTo>
                  <a:lnTo>
                    <a:pt x="25082" y="830084"/>
                  </a:lnTo>
                  <a:lnTo>
                    <a:pt x="10617" y="871080"/>
                  </a:lnTo>
                  <a:lnTo>
                    <a:pt x="1968" y="909218"/>
                  </a:lnTo>
                  <a:lnTo>
                    <a:pt x="0" y="943749"/>
                  </a:lnTo>
                  <a:lnTo>
                    <a:pt x="5562" y="973912"/>
                  </a:lnTo>
                  <a:lnTo>
                    <a:pt x="19507" y="998969"/>
                  </a:lnTo>
                  <a:lnTo>
                    <a:pt x="42659" y="1018159"/>
                  </a:lnTo>
                  <a:lnTo>
                    <a:pt x="73621" y="1036116"/>
                  </a:lnTo>
                  <a:lnTo>
                    <a:pt x="109410" y="1057389"/>
                  </a:lnTo>
                  <a:lnTo>
                    <a:pt x="149326" y="1081443"/>
                  </a:lnTo>
                  <a:lnTo>
                    <a:pt x="192633" y="1107795"/>
                  </a:lnTo>
                  <a:lnTo>
                    <a:pt x="385279" y="1225956"/>
                  </a:lnTo>
                  <a:lnTo>
                    <a:pt x="483120" y="1285633"/>
                  </a:lnTo>
                  <a:lnTo>
                    <a:pt x="518337" y="1306893"/>
                  </a:lnTo>
                  <a:lnTo>
                    <a:pt x="508419" y="1313116"/>
                  </a:lnTo>
                  <a:lnTo>
                    <a:pt x="460044" y="1343025"/>
                  </a:lnTo>
                  <a:lnTo>
                    <a:pt x="578878" y="1343025"/>
                  </a:lnTo>
                  <a:lnTo>
                    <a:pt x="863866" y="1343025"/>
                  </a:lnTo>
                  <a:lnTo>
                    <a:pt x="1560385" y="1343025"/>
                  </a:lnTo>
                  <a:lnTo>
                    <a:pt x="1830400" y="1343025"/>
                  </a:lnTo>
                  <a:lnTo>
                    <a:pt x="1949234" y="1343025"/>
                  </a:lnTo>
                  <a:lnTo>
                    <a:pt x="1900847" y="1313116"/>
                  </a:lnTo>
                  <a:lnTo>
                    <a:pt x="1890915" y="1306893"/>
                  </a:lnTo>
                  <a:lnTo>
                    <a:pt x="1926170" y="1285633"/>
                  </a:lnTo>
                  <a:lnTo>
                    <a:pt x="2024011" y="1225956"/>
                  </a:lnTo>
                  <a:lnTo>
                    <a:pt x="2216658" y="1107795"/>
                  </a:lnTo>
                  <a:lnTo>
                    <a:pt x="2259965" y="1081443"/>
                  </a:lnTo>
                  <a:lnTo>
                    <a:pt x="2299881" y="1057389"/>
                  </a:lnTo>
                  <a:lnTo>
                    <a:pt x="2335669" y="1036116"/>
                  </a:lnTo>
                  <a:lnTo>
                    <a:pt x="2366619" y="1018159"/>
                  </a:lnTo>
                  <a:lnTo>
                    <a:pt x="2389784" y="998969"/>
                  </a:lnTo>
                  <a:lnTo>
                    <a:pt x="2403716" y="973912"/>
                  </a:lnTo>
                  <a:lnTo>
                    <a:pt x="2409279" y="943749"/>
                  </a:lnTo>
                  <a:close/>
                </a:path>
              </a:pathLst>
            </a:custGeom>
            <a:solidFill>
              <a:srgbClr val="2D8BB9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463133" y="9760062"/>
              <a:ext cx="84455" cy="527050"/>
            </a:xfrm>
            <a:custGeom>
              <a:avLst/>
              <a:gdLst/>
              <a:ahLst/>
              <a:cxnLst/>
              <a:rect l="l" t="t" r="r" b="b"/>
              <a:pathLst>
                <a:path w="84455" h="527050">
                  <a:moveTo>
                    <a:pt x="83636" y="526937"/>
                  </a:moveTo>
                  <a:lnTo>
                    <a:pt x="2087" y="526937"/>
                  </a:lnTo>
                  <a:lnTo>
                    <a:pt x="2123" y="389192"/>
                  </a:lnTo>
                  <a:lnTo>
                    <a:pt x="1793" y="331022"/>
                  </a:lnTo>
                  <a:lnTo>
                    <a:pt x="431" y="197670"/>
                  </a:lnTo>
                  <a:lnTo>
                    <a:pt x="0" y="134194"/>
                  </a:lnTo>
                  <a:lnTo>
                    <a:pt x="135" y="80652"/>
                  </a:lnTo>
                  <a:lnTo>
                    <a:pt x="1137" y="42900"/>
                  </a:lnTo>
                  <a:lnTo>
                    <a:pt x="3306" y="26788"/>
                  </a:lnTo>
                  <a:lnTo>
                    <a:pt x="23410" y="9826"/>
                  </a:lnTo>
                  <a:lnTo>
                    <a:pt x="49698" y="0"/>
                  </a:lnTo>
                  <a:lnTo>
                    <a:pt x="72528" y="10704"/>
                  </a:lnTo>
                  <a:lnTo>
                    <a:pt x="82254" y="55337"/>
                  </a:lnTo>
                  <a:lnTo>
                    <a:pt x="82360" y="95672"/>
                  </a:lnTo>
                  <a:lnTo>
                    <a:pt x="84035" y="374297"/>
                  </a:lnTo>
                  <a:lnTo>
                    <a:pt x="83636" y="526937"/>
                  </a:lnTo>
                  <a:close/>
                </a:path>
              </a:pathLst>
            </a:custGeom>
            <a:solidFill>
              <a:srgbClr val="FFFFF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400874" y="9432774"/>
              <a:ext cx="206325" cy="20362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2413704" y="9029826"/>
              <a:ext cx="2223770" cy="1257300"/>
            </a:xfrm>
            <a:custGeom>
              <a:avLst/>
              <a:gdLst/>
              <a:ahLst/>
              <a:cxnLst/>
              <a:rect l="l" t="t" r="r" b="b"/>
              <a:pathLst>
                <a:path w="2223769" h="1257300">
                  <a:moveTo>
                    <a:pt x="281063" y="399605"/>
                  </a:moveTo>
                  <a:lnTo>
                    <a:pt x="280250" y="391452"/>
                  </a:lnTo>
                  <a:lnTo>
                    <a:pt x="269189" y="382397"/>
                  </a:lnTo>
                  <a:lnTo>
                    <a:pt x="261010" y="383209"/>
                  </a:lnTo>
                  <a:lnTo>
                    <a:pt x="246113" y="401358"/>
                  </a:lnTo>
                  <a:lnTo>
                    <a:pt x="184594" y="474472"/>
                  </a:lnTo>
                  <a:lnTo>
                    <a:pt x="155486" y="509981"/>
                  </a:lnTo>
                  <a:lnTo>
                    <a:pt x="126961" y="546709"/>
                  </a:lnTo>
                  <a:lnTo>
                    <a:pt x="99695" y="584809"/>
                  </a:lnTo>
                  <a:lnTo>
                    <a:pt x="74358" y="624446"/>
                  </a:lnTo>
                  <a:lnTo>
                    <a:pt x="51638" y="665759"/>
                  </a:lnTo>
                  <a:lnTo>
                    <a:pt x="32207" y="708914"/>
                  </a:lnTo>
                  <a:lnTo>
                    <a:pt x="16725" y="754049"/>
                  </a:lnTo>
                  <a:lnTo>
                    <a:pt x="5892" y="801344"/>
                  </a:lnTo>
                  <a:lnTo>
                    <a:pt x="368" y="850950"/>
                  </a:lnTo>
                  <a:lnTo>
                    <a:pt x="0" y="858088"/>
                  </a:lnTo>
                  <a:lnTo>
                    <a:pt x="5486" y="864184"/>
                  </a:lnTo>
                  <a:lnTo>
                    <a:pt x="13309" y="864565"/>
                  </a:lnTo>
                  <a:lnTo>
                    <a:pt x="20154" y="864565"/>
                  </a:lnTo>
                  <a:lnTo>
                    <a:pt x="25869" y="859205"/>
                  </a:lnTo>
                  <a:lnTo>
                    <a:pt x="26225" y="852297"/>
                  </a:lnTo>
                  <a:lnTo>
                    <a:pt x="32473" y="800049"/>
                  </a:lnTo>
                  <a:lnTo>
                    <a:pt x="45008" y="750290"/>
                  </a:lnTo>
                  <a:lnTo>
                    <a:pt x="62953" y="702830"/>
                  </a:lnTo>
                  <a:lnTo>
                    <a:pt x="85382" y="657504"/>
                  </a:lnTo>
                  <a:lnTo>
                    <a:pt x="111404" y="614133"/>
                  </a:lnTo>
                  <a:lnTo>
                    <a:pt x="140119" y="572541"/>
                  </a:lnTo>
                  <a:lnTo>
                    <a:pt x="170624" y="532561"/>
                  </a:lnTo>
                  <a:lnTo>
                    <a:pt x="202006" y="494030"/>
                  </a:lnTo>
                  <a:lnTo>
                    <a:pt x="255422" y="430631"/>
                  </a:lnTo>
                  <a:lnTo>
                    <a:pt x="281063" y="399605"/>
                  </a:lnTo>
                  <a:close/>
                </a:path>
                <a:path w="2223769" h="1257300">
                  <a:moveTo>
                    <a:pt x="1168107" y="1257173"/>
                  </a:moveTo>
                  <a:lnTo>
                    <a:pt x="1163027" y="1251877"/>
                  </a:lnTo>
                  <a:lnTo>
                    <a:pt x="1154836" y="1251699"/>
                  </a:lnTo>
                  <a:lnTo>
                    <a:pt x="1149121" y="1257173"/>
                  </a:lnTo>
                  <a:lnTo>
                    <a:pt x="1168107" y="1257173"/>
                  </a:lnTo>
                  <a:close/>
                </a:path>
                <a:path w="2223769" h="1257300">
                  <a:moveTo>
                    <a:pt x="1212062" y="666432"/>
                  </a:moveTo>
                  <a:lnTo>
                    <a:pt x="1206449" y="660463"/>
                  </a:lnTo>
                  <a:lnTo>
                    <a:pt x="1199299" y="660260"/>
                  </a:lnTo>
                  <a:lnTo>
                    <a:pt x="1141793" y="661898"/>
                  </a:lnTo>
                  <a:lnTo>
                    <a:pt x="1089533" y="670191"/>
                  </a:lnTo>
                  <a:lnTo>
                    <a:pt x="1042822" y="684961"/>
                  </a:lnTo>
                  <a:lnTo>
                    <a:pt x="1002004" y="706056"/>
                  </a:lnTo>
                  <a:lnTo>
                    <a:pt x="967371" y="733310"/>
                  </a:lnTo>
                  <a:lnTo>
                    <a:pt x="939253" y="766546"/>
                  </a:lnTo>
                  <a:lnTo>
                    <a:pt x="917956" y="805611"/>
                  </a:lnTo>
                  <a:lnTo>
                    <a:pt x="904176" y="849744"/>
                  </a:lnTo>
                  <a:lnTo>
                    <a:pt x="898486" y="896810"/>
                  </a:lnTo>
                  <a:lnTo>
                    <a:pt x="900582" y="945705"/>
                  </a:lnTo>
                  <a:lnTo>
                    <a:pt x="910158" y="995260"/>
                  </a:lnTo>
                  <a:lnTo>
                    <a:pt x="926922" y="1044359"/>
                  </a:lnTo>
                  <a:lnTo>
                    <a:pt x="950556" y="1091844"/>
                  </a:lnTo>
                  <a:lnTo>
                    <a:pt x="980744" y="1136586"/>
                  </a:lnTo>
                  <a:lnTo>
                    <a:pt x="1017206" y="1177429"/>
                  </a:lnTo>
                  <a:lnTo>
                    <a:pt x="1022997" y="1181112"/>
                  </a:lnTo>
                  <a:lnTo>
                    <a:pt x="1026261" y="1181112"/>
                  </a:lnTo>
                  <a:lnTo>
                    <a:pt x="1029614" y="1181112"/>
                  </a:lnTo>
                  <a:lnTo>
                    <a:pt x="1032992" y="1179791"/>
                  </a:lnTo>
                  <a:lnTo>
                    <a:pt x="1040523" y="1172083"/>
                  </a:lnTo>
                  <a:lnTo>
                    <a:pt x="1040422" y="1163891"/>
                  </a:lnTo>
                  <a:lnTo>
                    <a:pt x="1035304" y="1158900"/>
                  </a:lnTo>
                  <a:lnTo>
                    <a:pt x="1001356" y="1120940"/>
                  </a:lnTo>
                  <a:lnTo>
                    <a:pt x="973201" y="1079474"/>
                  </a:lnTo>
                  <a:lnTo>
                    <a:pt x="951115" y="1035545"/>
                  </a:lnTo>
                  <a:lnTo>
                    <a:pt x="935380" y="990193"/>
                  </a:lnTo>
                  <a:lnTo>
                    <a:pt x="926299" y="944499"/>
                  </a:lnTo>
                  <a:lnTo>
                    <a:pt x="924153" y="899477"/>
                  </a:lnTo>
                  <a:lnTo>
                    <a:pt x="929220" y="856208"/>
                  </a:lnTo>
                  <a:lnTo>
                    <a:pt x="941793" y="815733"/>
                  </a:lnTo>
                  <a:lnTo>
                    <a:pt x="964742" y="775550"/>
                  </a:lnTo>
                  <a:lnTo>
                    <a:pt x="996226" y="742467"/>
                  </a:lnTo>
                  <a:lnTo>
                    <a:pt x="1035812" y="716749"/>
                  </a:lnTo>
                  <a:lnTo>
                    <a:pt x="1083043" y="698627"/>
                  </a:lnTo>
                  <a:lnTo>
                    <a:pt x="1137437" y="688340"/>
                  </a:lnTo>
                  <a:lnTo>
                    <a:pt x="1198537" y="686155"/>
                  </a:lnTo>
                  <a:lnTo>
                    <a:pt x="1205585" y="686384"/>
                  </a:lnTo>
                  <a:lnTo>
                    <a:pt x="1211656" y="680732"/>
                  </a:lnTo>
                  <a:lnTo>
                    <a:pt x="1212062" y="666432"/>
                  </a:lnTo>
                  <a:close/>
                </a:path>
                <a:path w="2223769" h="1257300">
                  <a:moveTo>
                    <a:pt x="1328750" y="39039"/>
                  </a:moveTo>
                  <a:lnTo>
                    <a:pt x="1275803" y="12496"/>
                  </a:lnTo>
                  <a:lnTo>
                    <a:pt x="1230528" y="3429"/>
                  </a:lnTo>
                  <a:lnTo>
                    <a:pt x="1183944" y="0"/>
                  </a:lnTo>
                  <a:lnTo>
                    <a:pt x="1136408" y="1066"/>
                  </a:lnTo>
                  <a:lnTo>
                    <a:pt x="1088275" y="5486"/>
                  </a:lnTo>
                  <a:lnTo>
                    <a:pt x="1039888" y="12115"/>
                  </a:lnTo>
                  <a:lnTo>
                    <a:pt x="948182" y="26784"/>
                  </a:lnTo>
                  <a:lnTo>
                    <a:pt x="905916" y="32766"/>
                  </a:lnTo>
                  <a:lnTo>
                    <a:pt x="864781" y="36995"/>
                  </a:lnTo>
                  <a:lnTo>
                    <a:pt x="824750" y="38684"/>
                  </a:lnTo>
                  <a:lnTo>
                    <a:pt x="817587" y="38709"/>
                  </a:lnTo>
                  <a:lnTo>
                    <a:pt x="811822" y="44526"/>
                  </a:lnTo>
                  <a:lnTo>
                    <a:pt x="811885" y="58826"/>
                  </a:lnTo>
                  <a:lnTo>
                    <a:pt x="817676" y="64579"/>
                  </a:lnTo>
                  <a:lnTo>
                    <a:pt x="824801" y="64579"/>
                  </a:lnTo>
                  <a:lnTo>
                    <a:pt x="866609" y="62814"/>
                  </a:lnTo>
                  <a:lnTo>
                    <a:pt x="909421" y="58407"/>
                  </a:lnTo>
                  <a:lnTo>
                    <a:pt x="952690" y="52285"/>
                  </a:lnTo>
                  <a:lnTo>
                    <a:pt x="1050188" y="36766"/>
                  </a:lnTo>
                  <a:lnTo>
                    <a:pt x="1104531" y="29756"/>
                  </a:lnTo>
                  <a:lnTo>
                    <a:pt x="1158201" y="26060"/>
                  </a:lnTo>
                  <a:lnTo>
                    <a:pt x="1210525" y="27381"/>
                  </a:lnTo>
                  <a:lnTo>
                    <a:pt x="1260868" y="35420"/>
                  </a:lnTo>
                  <a:lnTo>
                    <a:pt x="1308582" y="51892"/>
                  </a:lnTo>
                  <a:lnTo>
                    <a:pt x="1315072" y="54876"/>
                  </a:lnTo>
                  <a:lnTo>
                    <a:pt x="1322755" y="52044"/>
                  </a:lnTo>
                  <a:lnTo>
                    <a:pt x="1328750" y="39039"/>
                  </a:lnTo>
                  <a:close/>
                </a:path>
                <a:path w="2223769" h="1257300">
                  <a:moveTo>
                    <a:pt x="2223744" y="860856"/>
                  </a:moveTo>
                  <a:lnTo>
                    <a:pt x="2218055" y="818337"/>
                  </a:lnTo>
                  <a:lnTo>
                    <a:pt x="2206688" y="778040"/>
                  </a:lnTo>
                  <a:lnTo>
                    <a:pt x="2189988" y="734098"/>
                  </a:lnTo>
                  <a:lnTo>
                    <a:pt x="2168690" y="687793"/>
                  </a:lnTo>
                  <a:lnTo>
                    <a:pt x="2143569" y="640384"/>
                  </a:lnTo>
                  <a:lnTo>
                    <a:pt x="2115375" y="593128"/>
                  </a:lnTo>
                  <a:lnTo>
                    <a:pt x="2084870" y="547319"/>
                  </a:lnTo>
                  <a:lnTo>
                    <a:pt x="2052815" y="504215"/>
                  </a:lnTo>
                  <a:lnTo>
                    <a:pt x="2019947" y="465099"/>
                  </a:lnTo>
                  <a:lnTo>
                    <a:pt x="1987054" y="431215"/>
                  </a:lnTo>
                  <a:lnTo>
                    <a:pt x="1954872" y="403847"/>
                  </a:lnTo>
                  <a:lnTo>
                    <a:pt x="1949145" y="399567"/>
                  </a:lnTo>
                  <a:lnTo>
                    <a:pt x="1941029" y="400723"/>
                  </a:lnTo>
                  <a:lnTo>
                    <a:pt x="1932444" y="412153"/>
                  </a:lnTo>
                  <a:lnTo>
                    <a:pt x="1933600" y="420268"/>
                  </a:lnTo>
                  <a:lnTo>
                    <a:pt x="1939315" y="424573"/>
                  </a:lnTo>
                  <a:lnTo>
                    <a:pt x="1974913" y="455269"/>
                  </a:lnTo>
                  <a:lnTo>
                    <a:pt x="2010664" y="493344"/>
                  </a:lnTo>
                  <a:lnTo>
                    <a:pt x="2045690" y="537057"/>
                  </a:lnTo>
                  <a:lnTo>
                    <a:pt x="2079129" y="584695"/>
                  </a:lnTo>
                  <a:lnTo>
                    <a:pt x="2110105" y="634492"/>
                  </a:lnTo>
                  <a:lnTo>
                    <a:pt x="2137740" y="684720"/>
                  </a:lnTo>
                  <a:lnTo>
                    <a:pt x="2161171" y="733653"/>
                  </a:lnTo>
                  <a:lnTo>
                    <a:pt x="2179510" y="779551"/>
                  </a:lnTo>
                  <a:lnTo>
                    <a:pt x="2191893" y="820674"/>
                  </a:lnTo>
                  <a:lnTo>
                    <a:pt x="2197874" y="862139"/>
                  </a:lnTo>
                  <a:lnTo>
                    <a:pt x="2203564" y="867448"/>
                  </a:lnTo>
                  <a:lnTo>
                    <a:pt x="2210371" y="867448"/>
                  </a:lnTo>
                  <a:lnTo>
                    <a:pt x="2218309" y="866990"/>
                  </a:lnTo>
                  <a:lnTo>
                    <a:pt x="2223744" y="860856"/>
                  </a:lnTo>
                  <a:close/>
                </a:path>
              </a:pathLst>
            </a:custGeom>
            <a:solidFill>
              <a:srgbClr val="40426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518725" y="11"/>
              <a:ext cx="2409825" cy="1248410"/>
            </a:xfrm>
            <a:custGeom>
              <a:avLst/>
              <a:gdLst/>
              <a:ahLst/>
              <a:cxnLst/>
              <a:rect l="l" t="t" r="r" b="b"/>
              <a:pathLst>
                <a:path w="2409825" h="1248410">
                  <a:moveTo>
                    <a:pt x="2409431" y="414667"/>
                  </a:moveTo>
                  <a:lnTo>
                    <a:pt x="2381046" y="351993"/>
                  </a:lnTo>
                  <a:lnTo>
                    <a:pt x="2351989" y="325704"/>
                  </a:lnTo>
                  <a:lnTo>
                    <a:pt x="2316340" y="299745"/>
                  </a:lnTo>
                  <a:lnTo>
                    <a:pt x="2276043" y="272135"/>
                  </a:lnTo>
                  <a:lnTo>
                    <a:pt x="2235276" y="245046"/>
                  </a:lnTo>
                  <a:lnTo>
                    <a:pt x="2194115" y="218414"/>
                  </a:lnTo>
                  <a:lnTo>
                    <a:pt x="2152624" y="192138"/>
                  </a:lnTo>
                  <a:lnTo>
                    <a:pt x="2110879" y="166128"/>
                  </a:lnTo>
                  <a:lnTo>
                    <a:pt x="2068969" y="140309"/>
                  </a:lnTo>
                  <a:lnTo>
                    <a:pt x="1942846" y="63080"/>
                  </a:lnTo>
                  <a:lnTo>
                    <a:pt x="1900936" y="37134"/>
                  </a:lnTo>
                  <a:lnTo>
                    <a:pt x="1890991" y="30899"/>
                  </a:lnTo>
                  <a:lnTo>
                    <a:pt x="1942122" y="0"/>
                  </a:lnTo>
                  <a:lnTo>
                    <a:pt x="1842096" y="0"/>
                  </a:lnTo>
                  <a:lnTo>
                    <a:pt x="1560182" y="0"/>
                  </a:lnTo>
                  <a:lnTo>
                    <a:pt x="863790" y="0"/>
                  </a:lnTo>
                  <a:lnTo>
                    <a:pt x="567334" y="0"/>
                  </a:lnTo>
                  <a:lnTo>
                    <a:pt x="467334" y="0"/>
                  </a:lnTo>
                  <a:lnTo>
                    <a:pt x="518439" y="30899"/>
                  </a:lnTo>
                  <a:lnTo>
                    <a:pt x="508508" y="37134"/>
                  </a:lnTo>
                  <a:lnTo>
                    <a:pt x="466598" y="63080"/>
                  </a:lnTo>
                  <a:lnTo>
                    <a:pt x="340487" y="140309"/>
                  </a:lnTo>
                  <a:lnTo>
                    <a:pt x="298564" y="166128"/>
                  </a:lnTo>
                  <a:lnTo>
                    <a:pt x="256832" y="192138"/>
                  </a:lnTo>
                  <a:lnTo>
                    <a:pt x="215341" y="218414"/>
                  </a:lnTo>
                  <a:lnTo>
                    <a:pt x="174167" y="245046"/>
                  </a:lnTo>
                  <a:lnTo>
                    <a:pt x="133400" y="272135"/>
                  </a:lnTo>
                  <a:lnTo>
                    <a:pt x="93103" y="299745"/>
                  </a:lnTo>
                  <a:lnTo>
                    <a:pt x="57442" y="325704"/>
                  </a:lnTo>
                  <a:lnTo>
                    <a:pt x="28397" y="351993"/>
                  </a:lnTo>
                  <a:lnTo>
                    <a:pt x="0" y="414667"/>
                  </a:lnTo>
                  <a:lnTo>
                    <a:pt x="5626" y="455612"/>
                  </a:lnTo>
                  <a:lnTo>
                    <a:pt x="27774" y="505993"/>
                  </a:lnTo>
                  <a:lnTo>
                    <a:pt x="68910" y="568083"/>
                  </a:lnTo>
                  <a:lnTo>
                    <a:pt x="68770" y="567728"/>
                  </a:lnTo>
                  <a:lnTo>
                    <a:pt x="89192" y="602437"/>
                  </a:lnTo>
                  <a:lnTo>
                    <a:pt x="161912" y="723785"/>
                  </a:lnTo>
                  <a:lnTo>
                    <a:pt x="194030" y="773582"/>
                  </a:lnTo>
                  <a:lnTo>
                    <a:pt x="223164" y="809777"/>
                  </a:lnTo>
                  <a:lnTo>
                    <a:pt x="281749" y="845515"/>
                  </a:lnTo>
                  <a:lnTo>
                    <a:pt x="315849" y="847153"/>
                  </a:lnTo>
                  <a:lnTo>
                    <a:pt x="356247" y="839381"/>
                  </a:lnTo>
                  <a:lnTo>
                    <a:pt x="405257" y="823239"/>
                  </a:lnTo>
                  <a:lnTo>
                    <a:pt x="465226" y="799782"/>
                  </a:lnTo>
                  <a:lnTo>
                    <a:pt x="512254" y="780364"/>
                  </a:lnTo>
                  <a:lnTo>
                    <a:pt x="559003" y="760298"/>
                  </a:lnTo>
                  <a:lnTo>
                    <a:pt x="605459" y="739622"/>
                  </a:lnTo>
                  <a:lnTo>
                    <a:pt x="651675" y="718362"/>
                  </a:lnTo>
                  <a:lnTo>
                    <a:pt x="697636" y="696569"/>
                  </a:lnTo>
                  <a:lnTo>
                    <a:pt x="743369" y="674255"/>
                  </a:lnTo>
                  <a:lnTo>
                    <a:pt x="788898" y="651484"/>
                  </a:lnTo>
                  <a:lnTo>
                    <a:pt x="834224" y="628269"/>
                  </a:lnTo>
                  <a:lnTo>
                    <a:pt x="879233" y="604723"/>
                  </a:lnTo>
                  <a:lnTo>
                    <a:pt x="880656" y="646861"/>
                  </a:lnTo>
                  <a:lnTo>
                    <a:pt x="884847" y="794677"/>
                  </a:lnTo>
                  <a:lnTo>
                    <a:pt x="886371" y="843889"/>
                  </a:lnTo>
                  <a:lnTo>
                    <a:pt x="888149" y="893038"/>
                  </a:lnTo>
                  <a:lnTo>
                    <a:pt x="890295" y="942098"/>
                  </a:lnTo>
                  <a:lnTo>
                    <a:pt x="892898" y="991057"/>
                  </a:lnTo>
                  <a:lnTo>
                    <a:pt x="896099" y="1039901"/>
                  </a:lnTo>
                  <a:lnTo>
                    <a:pt x="899985" y="1088605"/>
                  </a:lnTo>
                  <a:lnTo>
                    <a:pt x="904760" y="1132459"/>
                  </a:lnTo>
                  <a:lnTo>
                    <a:pt x="913104" y="1170749"/>
                  </a:lnTo>
                  <a:lnTo>
                    <a:pt x="953338" y="1226566"/>
                  </a:lnTo>
                  <a:lnTo>
                    <a:pt x="991641" y="1242060"/>
                  </a:lnTo>
                  <a:lnTo>
                    <a:pt x="1046353" y="1247940"/>
                  </a:lnTo>
                  <a:lnTo>
                    <a:pt x="1120686" y="1243164"/>
                  </a:lnTo>
                  <a:lnTo>
                    <a:pt x="1120292" y="1243088"/>
                  </a:lnTo>
                  <a:lnTo>
                    <a:pt x="1160564" y="1242656"/>
                  </a:lnTo>
                  <a:lnTo>
                    <a:pt x="1302004" y="1239989"/>
                  </a:lnTo>
                  <a:lnTo>
                    <a:pt x="1361198" y="1236929"/>
                  </a:lnTo>
                  <a:lnTo>
                    <a:pt x="1407083" y="1229677"/>
                  </a:lnTo>
                  <a:lnTo>
                    <a:pt x="1467243" y="1196657"/>
                  </a:lnTo>
                  <a:lnTo>
                    <a:pt x="1499019" y="1129004"/>
                  </a:lnTo>
                  <a:lnTo>
                    <a:pt x="1509407" y="1078445"/>
                  </a:lnTo>
                  <a:lnTo>
                    <a:pt x="1518907" y="1014755"/>
                  </a:lnTo>
                  <a:lnTo>
                    <a:pt x="1525485" y="964311"/>
                  </a:lnTo>
                  <a:lnTo>
                    <a:pt x="1531353" y="913777"/>
                  </a:lnTo>
                  <a:lnTo>
                    <a:pt x="1536547" y="863193"/>
                  </a:lnTo>
                  <a:lnTo>
                    <a:pt x="1541106" y="812533"/>
                  </a:lnTo>
                  <a:lnTo>
                    <a:pt x="1545069" y="761822"/>
                  </a:lnTo>
                  <a:lnTo>
                    <a:pt x="1548498" y="711047"/>
                  </a:lnTo>
                  <a:lnTo>
                    <a:pt x="1551393" y="660222"/>
                  </a:lnTo>
                  <a:lnTo>
                    <a:pt x="1553464" y="616889"/>
                  </a:lnTo>
                  <a:lnTo>
                    <a:pt x="1575244" y="628269"/>
                  </a:lnTo>
                  <a:lnTo>
                    <a:pt x="1620570" y="651484"/>
                  </a:lnTo>
                  <a:lnTo>
                    <a:pt x="1666087" y="674255"/>
                  </a:lnTo>
                  <a:lnTo>
                    <a:pt x="1711833" y="696569"/>
                  </a:lnTo>
                  <a:lnTo>
                    <a:pt x="1757794" y="718362"/>
                  </a:lnTo>
                  <a:lnTo>
                    <a:pt x="1803996" y="739622"/>
                  </a:lnTo>
                  <a:lnTo>
                    <a:pt x="1850466" y="760298"/>
                  </a:lnTo>
                  <a:lnTo>
                    <a:pt x="1897202" y="780364"/>
                  </a:lnTo>
                  <a:lnTo>
                    <a:pt x="1944230" y="799782"/>
                  </a:lnTo>
                  <a:lnTo>
                    <a:pt x="2004199" y="823239"/>
                  </a:lnTo>
                  <a:lnTo>
                    <a:pt x="2053221" y="839381"/>
                  </a:lnTo>
                  <a:lnTo>
                    <a:pt x="2093607" y="847153"/>
                  </a:lnTo>
                  <a:lnTo>
                    <a:pt x="2127707" y="845515"/>
                  </a:lnTo>
                  <a:lnTo>
                    <a:pt x="2186292" y="809777"/>
                  </a:lnTo>
                  <a:lnTo>
                    <a:pt x="2215426" y="773582"/>
                  </a:lnTo>
                  <a:lnTo>
                    <a:pt x="2247544" y="723785"/>
                  </a:lnTo>
                  <a:lnTo>
                    <a:pt x="2320252" y="602437"/>
                  </a:lnTo>
                  <a:lnTo>
                    <a:pt x="2340673" y="567728"/>
                  </a:lnTo>
                  <a:lnTo>
                    <a:pt x="2340546" y="568083"/>
                  </a:lnTo>
                  <a:lnTo>
                    <a:pt x="2381681" y="505993"/>
                  </a:lnTo>
                  <a:lnTo>
                    <a:pt x="2403818" y="455612"/>
                  </a:lnTo>
                  <a:lnTo>
                    <a:pt x="2409431" y="414667"/>
                  </a:lnTo>
                  <a:close/>
                </a:path>
              </a:pathLst>
            </a:custGeom>
            <a:solidFill>
              <a:srgbClr val="2D8BB9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683509" y="0"/>
              <a:ext cx="81915" cy="753745"/>
            </a:xfrm>
            <a:custGeom>
              <a:avLst/>
              <a:gdLst/>
              <a:ahLst/>
              <a:cxnLst/>
              <a:rect l="l" t="t" r="r" b="b"/>
              <a:pathLst>
                <a:path w="81914" h="753745">
                  <a:moveTo>
                    <a:pt x="16381" y="753217"/>
                  </a:moveTo>
                  <a:lnTo>
                    <a:pt x="5465" y="713397"/>
                  </a:lnTo>
                  <a:lnTo>
                    <a:pt x="3398" y="631246"/>
                  </a:lnTo>
                  <a:lnTo>
                    <a:pt x="2841" y="584066"/>
                  </a:lnTo>
                  <a:lnTo>
                    <a:pt x="1770" y="441867"/>
                  </a:lnTo>
                  <a:lnTo>
                    <a:pt x="701" y="342950"/>
                  </a:lnTo>
                  <a:lnTo>
                    <a:pt x="326" y="291337"/>
                  </a:lnTo>
                  <a:lnTo>
                    <a:pt x="0" y="187968"/>
                  </a:lnTo>
                  <a:lnTo>
                    <a:pt x="74" y="0"/>
                  </a:lnTo>
                  <a:lnTo>
                    <a:pt x="81707" y="0"/>
                  </a:lnTo>
                  <a:lnTo>
                    <a:pt x="81527" y="349386"/>
                  </a:lnTo>
                  <a:lnTo>
                    <a:pt x="80850" y="447508"/>
                  </a:lnTo>
                  <a:lnTo>
                    <a:pt x="80223" y="496455"/>
                  </a:lnTo>
                  <a:lnTo>
                    <a:pt x="79354" y="545304"/>
                  </a:lnTo>
                  <a:lnTo>
                    <a:pt x="78208" y="594037"/>
                  </a:lnTo>
                  <a:lnTo>
                    <a:pt x="76748" y="642638"/>
                  </a:lnTo>
                  <a:lnTo>
                    <a:pt x="74423" y="697630"/>
                  </a:lnTo>
                  <a:lnTo>
                    <a:pt x="63655" y="746090"/>
                  </a:lnTo>
                  <a:lnTo>
                    <a:pt x="34731" y="752484"/>
                  </a:lnTo>
                  <a:lnTo>
                    <a:pt x="16381" y="753217"/>
                  </a:lnTo>
                  <a:close/>
                </a:path>
              </a:pathLst>
            </a:custGeom>
            <a:solidFill>
              <a:srgbClr val="FFFFF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590493" y="61581"/>
              <a:ext cx="2222500" cy="1115060"/>
            </a:xfrm>
            <a:custGeom>
              <a:avLst/>
              <a:gdLst/>
              <a:ahLst/>
              <a:cxnLst/>
              <a:rect l="l" t="t" r="r" b="b"/>
              <a:pathLst>
                <a:path w="2222500" h="1115060">
                  <a:moveTo>
                    <a:pt x="276593" y="667867"/>
                  </a:moveTo>
                  <a:lnTo>
                    <a:pt x="272999" y="660488"/>
                  </a:lnTo>
                  <a:lnTo>
                    <a:pt x="266242" y="658164"/>
                  </a:lnTo>
                  <a:lnTo>
                    <a:pt x="242887" y="641832"/>
                  </a:lnTo>
                  <a:lnTo>
                    <a:pt x="211175" y="608622"/>
                  </a:lnTo>
                  <a:lnTo>
                    <a:pt x="174358" y="563473"/>
                  </a:lnTo>
                  <a:lnTo>
                    <a:pt x="135661" y="511365"/>
                  </a:lnTo>
                  <a:lnTo>
                    <a:pt x="98323" y="457263"/>
                  </a:lnTo>
                  <a:lnTo>
                    <a:pt x="65582" y="406133"/>
                  </a:lnTo>
                  <a:lnTo>
                    <a:pt x="40678" y="362927"/>
                  </a:lnTo>
                  <a:lnTo>
                    <a:pt x="24638" y="325805"/>
                  </a:lnTo>
                  <a:lnTo>
                    <a:pt x="17322" y="322072"/>
                  </a:lnTo>
                  <a:lnTo>
                    <a:pt x="3733" y="326504"/>
                  </a:lnTo>
                  <a:lnTo>
                    <a:pt x="0" y="333806"/>
                  </a:lnTo>
                  <a:lnTo>
                    <a:pt x="2209" y="340601"/>
                  </a:lnTo>
                  <a:lnTo>
                    <a:pt x="35420" y="405917"/>
                  </a:lnTo>
                  <a:lnTo>
                    <a:pt x="63728" y="451688"/>
                  </a:lnTo>
                  <a:lnTo>
                    <a:pt x="96875" y="501408"/>
                  </a:lnTo>
                  <a:lnTo>
                    <a:pt x="132651" y="551434"/>
                  </a:lnTo>
                  <a:lnTo>
                    <a:pt x="168846" y="598195"/>
                  </a:lnTo>
                  <a:lnTo>
                    <a:pt x="203250" y="638048"/>
                  </a:lnTo>
                  <a:lnTo>
                    <a:pt x="233641" y="667410"/>
                  </a:lnTo>
                  <a:lnTo>
                    <a:pt x="260616" y="683374"/>
                  </a:lnTo>
                  <a:lnTo>
                    <a:pt x="262013" y="683374"/>
                  </a:lnTo>
                  <a:lnTo>
                    <a:pt x="267385" y="683374"/>
                  </a:lnTo>
                  <a:lnTo>
                    <a:pt x="272415" y="679996"/>
                  </a:lnTo>
                  <a:lnTo>
                    <a:pt x="276593" y="667867"/>
                  </a:lnTo>
                  <a:close/>
                </a:path>
                <a:path w="2222500" h="1115060">
                  <a:moveTo>
                    <a:pt x="1320228" y="214122"/>
                  </a:moveTo>
                  <a:lnTo>
                    <a:pt x="1306436" y="138760"/>
                  </a:lnTo>
                  <a:lnTo>
                    <a:pt x="1284833" y="98031"/>
                  </a:lnTo>
                  <a:lnTo>
                    <a:pt x="1252715" y="53898"/>
                  </a:lnTo>
                  <a:lnTo>
                    <a:pt x="1209509" y="5346"/>
                  </a:lnTo>
                  <a:lnTo>
                    <a:pt x="1196365" y="0"/>
                  </a:lnTo>
                  <a:lnTo>
                    <a:pt x="1186027" y="9893"/>
                  </a:lnTo>
                  <a:lnTo>
                    <a:pt x="1185862" y="18097"/>
                  </a:lnTo>
                  <a:lnTo>
                    <a:pt x="1190802" y="23253"/>
                  </a:lnTo>
                  <a:lnTo>
                    <a:pt x="1239532" y="78854"/>
                  </a:lnTo>
                  <a:lnTo>
                    <a:pt x="1272387" y="127698"/>
                  </a:lnTo>
                  <a:lnTo>
                    <a:pt x="1290332" y="171627"/>
                  </a:lnTo>
                  <a:lnTo>
                    <a:pt x="1294384" y="212471"/>
                  </a:lnTo>
                  <a:lnTo>
                    <a:pt x="1285951" y="250418"/>
                  </a:lnTo>
                  <a:lnTo>
                    <a:pt x="1265199" y="289026"/>
                  </a:lnTo>
                  <a:lnTo>
                    <a:pt x="1231658" y="328980"/>
                  </a:lnTo>
                  <a:lnTo>
                    <a:pt x="1184846" y="370979"/>
                  </a:lnTo>
                  <a:lnTo>
                    <a:pt x="1139164" y="408076"/>
                  </a:lnTo>
                  <a:lnTo>
                    <a:pt x="1098003" y="444068"/>
                  </a:lnTo>
                  <a:lnTo>
                    <a:pt x="1058100" y="484124"/>
                  </a:lnTo>
                  <a:lnTo>
                    <a:pt x="1024851" y="526478"/>
                  </a:lnTo>
                  <a:lnTo>
                    <a:pt x="1003642" y="569315"/>
                  </a:lnTo>
                  <a:lnTo>
                    <a:pt x="999858" y="610870"/>
                  </a:lnTo>
                  <a:lnTo>
                    <a:pt x="1007529" y="633133"/>
                  </a:lnTo>
                  <a:lnTo>
                    <a:pt x="1045108" y="669048"/>
                  </a:lnTo>
                  <a:lnTo>
                    <a:pt x="1077823" y="683361"/>
                  </a:lnTo>
                  <a:lnTo>
                    <a:pt x="1079284" y="683361"/>
                  </a:lnTo>
                  <a:lnTo>
                    <a:pt x="1084580" y="683361"/>
                  </a:lnTo>
                  <a:lnTo>
                    <a:pt x="1089558" y="680085"/>
                  </a:lnTo>
                  <a:lnTo>
                    <a:pt x="1093901" y="668070"/>
                  </a:lnTo>
                  <a:lnTo>
                    <a:pt x="1090409" y="660654"/>
                  </a:lnTo>
                  <a:lnTo>
                    <a:pt x="1083678" y="658228"/>
                  </a:lnTo>
                  <a:lnTo>
                    <a:pt x="1060284" y="647865"/>
                  </a:lnTo>
                  <a:lnTo>
                    <a:pt x="1042733" y="635774"/>
                  </a:lnTo>
                  <a:lnTo>
                    <a:pt x="1031087" y="622007"/>
                  </a:lnTo>
                  <a:lnTo>
                    <a:pt x="1025398" y="606602"/>
                  </a:lnTo>
                  <a:lnTo>
                    <a:pt x="1030274" y="571334"/>
                  </a:lnTo>
                  <a:lnTo>
                    <a:pt x="1051991" y="532879"/>
                  </a:lnTo>
                  <a:lnTo>
                    <a:pt x="1084821" y="493776"/>
                  </a:lnTo>
                  <a:lnTo>
                    <a:pt x="1123010" y="456590"/>
                  </a:lnTo>
                  <a:lnTo>
                    <a:pt x="1160780" y="423862"/>
                  </a:lnTo>
                  <a:lnTo>
                    <a:pt x="1201115" y="391134"/>
                  </a:lnTo>
                  <a:lnTo>
                    <a:pt x="1251902" y="345274"/>
                  </a:lnTo>
                  <a:lnTo>
                    <a:pt x="1288338" y="301015"/>
                  </a:lnTo>
                  <a:lnTo>
                    <a:pt x="1310944" y="257556"/>
                  </a:lnTo>
                  <a:lnTo>
                    <a:pt x="1320228" y="214122"/>
                  </a:lnTo>
                  <a:close/>
                </a:path>
                <a:path w="2222500" h="1115060">
                  <a:moveTo>
                    <a:pt x="1334617" y="1090561"/>
                  </a:moveTo>
                  <a:lnTo>
                    <a:pt x="1333131" y="1076325"/>
                  </a:lnTo>
                  <a:lnTo>
                    <a:pt x="1326819" y="1071181"/>
                  </a:lnTo>
                  <a:lnTo>
                    <a:pt x="1271993" y="1076515"/>
                  </a:lnTo>
                  <a:lnTo>
                    <a:pt x="1223225" y="1080389"/>
                  </a:lnTo>
                  <a:lnTo>
                    <a:pt x="1173213" y="1083551"/>
                  </a:lnTo>
                  <a:lnTo>
                    <a:pt x="1121841" y="1085989"/>
                  </a:lnTo>
                  <a:lnTo>
                    <a:pt x="1068997" y="1087729"/>
                  </a:lnTo>
                  <a:lnTo>
                    <a:pt x="1014564" y="1088771"/>
                  </a:lnTo>
                  <a:lnTo>
                    <a:pt x="951255" y="1089113"/>
                  </a:lnTo>
                  <a:lnTo>
                    <a:pt x="945451" y="1094905"/>
                  </a:lnTo>
                  <a:lnTo>
                    <a:pt x="945451" y="1109218"/>
                  </a:lnTo>
                  <a:lnTo>
                    <a:pt x="951255" y="1115009"/>
                  </a:lnTo>
                  <a:lnTo>
                    <a:pt x="958405" y="1115009"/>
                  </a:lnTo>
                  <a:lnTo>
                    <a:pt x="1014945" y="1114666"/>
                  </a:lnTo>
                  <a:lnTo>
                    <a:pt x="1069771" y="1113612"/>
                  </a:lnTo>
                  <a:lnTo>
                    <a:pt x="1123010" y="1111859"/>
                  </a:lnTo>
                  <a:lnTo>
                    <a:pt x="1174762" y="1109395"/>
                  </a:lnTo>
                  <a:lnTo>
                    <a:pt x="1225156" y="1106208"/>
                  </a:lnTo>
                  <a:lnTo>
                    <a:pt x="1274318" y="1102309"/>
                  </a:lnTo>
                  <a:lnTo>
                    <a:pt x="1329448" y="1096924"/>
                  </a:lnTo>
                  <a:lnTo>
                    <a:pt x="1334617" y="1090561"/>
                  </a:lnTo>
                  <a:close/>
                </a:path>
                <a:path w="2222500" h="1115060">
                  <a:moveTo>
                    <a:pt x="2222068" y="337464"/>
                  </a:moveTo>
                  <a:lnTo>
                    <a:pt x="2220252" y="329476"/>
                  </a:lnTo>
                  <a:lnTo>
                    <a:pt x="2208174" y="321843"/>
                  </a:lnTo>
                  <a:lnTo>
                    <a:pt x="2200173" y="323634"/>
                  </a:lnTo>
                  <a:lnTo>
                    <a:pt x="2175433" y="368935"/>
                  </a:lnTo>
                  <a:lnTo>
                    <a:pt x="2128786" y="469480"/>
                  </a:lnTo>
                  <a:lnTo>
                    <a:pt x="2104313" y="519696"/>
                  </a:lnTo>
                  <a:lnTo>
                    <a:pt x="2077935" y="568490"/>
                  </a:lnTo>
                  <a:lnTo>
                    <a:pt x="2050859" y="610412"/>
                  </a:lnTo>
                  <a:lnTo>
                    <a:pt x="2024329" y="639965"/>
                  </a:lnTo>
                  <a:lnTo>
                    <a:pt x="1992401" y="652030"/>
                  </a:lnTo>
                  <a:lnTo>
                    <a:pt x="1986864" y="658075"/>
                  </a:lnTo>
                  <a:lnTo>
                    <a:pt x="1987486" y="672185"/>
                  </a:lnTo>
                  <a:lnTo>
                    <a:pt x="1993214" y="677608"/>
                  </a:lnTo>
                  <a:lnTo>
                    <a:pt x="2000110" y="677608"/>
                  </a:lnTo>
                  <a:lnTo>
                    <a:pt x="2057514" y="643648"/>
                  </a:lnTo>
                  <a:lnTo>
                    <a:pt x="2085581" y="606044"/>
                  </a:lnTo>
                  <a:lnTo>
                    <a:pt x="2114004" y="557288"/>
                  </a:lnTo>
                  <a:lnTo>
                    <a:pt x="2143226" y="499325"/>
                  </a:lnTo>
                  <a:lnTo>
                    <a:pt x="2173668" y="434098"/>
                  </a:lnTo>
                  <a:lnTo>
                    <a:pt x="2186546" y="406069"/>
                  </a:lnTo>
                  <a:lnTo>
                    <a:pt x="2198357" y="381000"/>
                  </a:lnTo>
                  <a:lnTo>
                    <a:pt x="2208974" y="359829"/>
                  </a:lnTo>
                  <a:lnTo>
                    <a:pt x="2218258" y="343522"/>
                  </a:lnTo>
                  <a:lnTo>
                    <a:pt x="2222068" y="337464"/>
                  </a:lnTo>
                  <a:close/>
                </a:path>
              </a:pathLst>
            </a:custGeom>
            <a:solidFill>
              <a:srgbClr val="40426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31836" y="2527170"/>
              <a:ext cx="10477499" cy="361949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75335" y="5143500"/>
              <a:ext cx="7600949" cy="49434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93335" y="1338072"/>
            <a:ext cx="8753855" cy="67665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05273" y="827487"/>
            <a:ext cx="9912350" cy="1062582"/>
          </a:xfrm>
          <a:prstGeom prst="rect">
            <a:avLst/>
          </a:prstGeom>
        </p:spPr>
        <p:txBody>
          <a:bodyPr vert="horz" wrap="square" lIns="0" tIns="381746" rIns="0" bIns="0" rtlCol="0">
            <a:spAutoFit/>
          </a:bodyPr>
          <a:lstStyle/>
          <a:p>
            <a:pPr marL="955040">
              <a:lnSpc>
                <a:spcPct val="100000"/>
              </a:lnSpc>
              <a:spcBef>
                <a:spcPts val="130"/>
              </a:spcBef>
            </a:pPr>
            <a:r>
              <a:rPr sz="4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AG</a:t>
            </a:r>
            <a:r>
              <a:rPr lang="en-US" sz="4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E</a:t>
            </a:r>
            <a:r>
              <a:rPr sz="4400" spc="-48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sz="4400" spc="229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G</a:t>
            </a:r>
            <a:r>
              <a:rPr lang="en-US" sz="4400" spc="229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R</a:t>
            </a:r>
            <a:r>
              <a:rPr sz="4400" spc="229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O</a:t>
            </a:r>
            <a:r>
              <a:rPr lang="en-US" sz="4400" spc="229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U</a:t>
            </a:r>
            <a:r>
              <a:rPr sz="4400" spc="229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</a:t>
            </a:r>
            <a:r>
              <a:rPr sz="4400" spc="-48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sz="4400" spc="145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BY</a:t>
            </a:r>
            <a:r>
              <a:rPr sz="4400" spc="-48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sz="4400" spc="55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TO</a:t>
            </a:r>
            <a:r>
              <a:rPr lang="en-US" sz="4400" spc="55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</a:t>
            </a:r>
            <a:r>
              <a:rPr sz="4400" spc="55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AL</a:t>
            </a:r>
            <a:r>
              <a:rPr sz="4400" spc="-48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sz="4400" spc="335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PA</a:t>
            </a:r>
            <a:r>
              <a:rPr lang="en-US" sz="4400" spc="335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</a:t>
            </a:r>
            <a:r>
              <a:rPr sz="4400" spc="335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I</a:t>
            </a:r>
            <a:r>
              <a:rPr lang="en-US" sz="4400" spc="335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ENTS</a:t>
            </a:r>
            <a:endParaRPr sz="4400" spc="335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5438967"/>
            <a:ext cx="3660775" cy="4848225"/>
            <a:chOff x="0" y="5438967"/>
            <a:chExt cx="3660775" cy="4848225"/>
          </a:xfrm>
        </p:grpSpPr>
        <p:sp>
          <p:nvSpPr>
            <p:cNvPr id="5" name="object 5"/>
            <p:cNvSpPr/>
            <p:nvPr/>
          </p:nvSpPr>
          <p:spPr>
            <a:xfrm>
              <a:off x="0" y="6003872"/>
              <a:ext cx="3630295" cy="4283710"/>
            </a:xfrm>
            <a:custGeom>
              <a:avLst/>
              <a:gdLst/>
              <a:ahLst/>
              <a:cxnLst/>
              <a:rect l="l" t="t" r="r" b="b"/>
              <a:pathLst>
                <a:path w="3630295" h="4283709">
                  <a:moveTo>
                    <a:pt x="3629788" y="4283126"/>
                  </a:moveTo>
                  <a:lnTo>
                    <a:pt x="0" y="4283126"/>
                  </a:lnTo>
                  <a:lnTo>
                    <a:pt x="0" y="353539"/>
                  </a:lnTo>
                  <a:lnTo>
                    <a:pt x="47262" y="341210"/>
                  </a:lnTo>
                  <a:lnTo>
                    <a:pt x="105771" y="326258"/>
                  </a:lnTo>
                  <a:lnTo>
                    <a:pt x="161887" y="312155"/>
                  </a:lnTo>
                  <a:lnTo>
                    <a:pt x="281878" y="282700"/>
                  </a:lnTo>
                  <a:lnTo>
                    <a:pt x="544046" y="221884"/>
                  </a:lnTo>
                  <a:lnTo>
                    <a:pt x="801063" y="166979"/>
                  </a:lnTo>
                  <a:lnTo>
                    <a:pt x="991870" y="129461"/>
                  </a:lnTo>
                  <a:lnTo>
                    <a:pt x="1178937" y="95666"/>
                  </a:lnTo>
                  <a:lnTo>
                    <a:pt x="1360403" y="66124"/>
                  </a:lnTo>
                  <a:lnTo>
                    <a:pt x="1477351" y="49052"/>
                  </a:lnTo>
                  <a:lnTo>
                    <a:pt x="1590433" y="34261"/>
                  </a:lnTo>
                  <a:lnTo>
                    <a:pt x="1699098" y="21908"/>
                  </a:lnTo>
                  <a:lnTo>
                    <a:pt x="1751603" y="16694"/>
                  </a:lnTo>
                  <a:lnTo>
                    <a:pt x="1802796" y="12149"/>
                  </a:lnTo>
                  <a:lnTo>
                    <a:pt x="1852610" y="8291"/>
                  </a:lnTo>
                  <a:lnTo>
                    <a:pt x="1900975" y="5140"/>
                  </a:lnTo>
                  <a:lnTo>
                    <a:pt x="1947823" y="2716"/>
                  </a:lnTo>
                  <a:lnTo>
                    <a:pt x="1993085" y="1038"/>
                  </a:lnTo>
                  <a:lnTo>
                    <a:pt x="2036692" y="126"/>
                  </a:lnTo>
                  <a:lnTo>
                    <a:pt x="2078575" y="0"/>
                  </a:lnTo>
                  <a:lnTo>
                    <a:pt x="2118665" y="678"/>
                  </a:lnTo>
                  <a:lnTo>
                    <a:pt x="2156894" y="2181"/>
                  </a:lnTo>
                  <a:lnTo>
                    <a:pt x="2227491" y="7739"/>
                  </a:lnTo>
                  <a:lnTo>
                    <a:pt x="2289815" y="16830"/>
                  </a:lnTo>
                  <a:lnTo>
                    <a:pt x="2343316" y="29610"/>
                  </a:lnTo>
                  <a:lnTo>
                    <a:pt x="2387443" y="46236"/>
                  </a:lnTo>
                  <a:lnTo>
                    <a:pt x="2421644" y="66864"/>
                  </a:lnTo>
                  <a:lnTo>
                    <a:pt x="2464870" y="121129"/>
                  </a:lnTo>
                  <a:lnTo>
                    <a:pt x="2503724" y="184666"/>
                  </a:lnTo>
                  <a:lnTo>
                    <a:pt x="2523073" y="218653"/>
                  </a:lnTo>
                  <a:lnTo>
                    <a:pt x="2542367" y="254070"/>
                  </a:lnTo>
                  <a:lnTo>
                    <a:pt x="2561604" y="290881"/>
                  </a:lnTo>
                  <a:lnTo>
                    <a:pt x="2580780" y="329050"/>
                  </a:lnTo>
                  <a:lnTo>
                    <a:pt x="2599892" y="368540"/>
                  </a:lnTo>
                  <a:lnTo>
                    <a:pt x="2618939" y="409316"/>
                  </a:lnTo>
                  <a:lnTo>
                    <a:pt x="2637918" y="451341"/>
                  </a:lnTo>
                  <a:lnTo>
                    <a:pt x="2656825" y="494579"/>
                  </a:lnTo>
                  <a:lnTo>
                    <a:pt x="2675659" y="538993"/>
                  </a:lnTo>
                  <a:lnTo>
                    <a:pt x="2694417" y="584547"/>
                  </a:lnTo>
                  <a:lnTo>
                    <a:pt x="2713096" y="631206"/>
                  </a:lnTo>
                  <a:lnTo>
                    <a:pt x="2731693" y="678932"/>
                  </a:lnTo>
                  <a:lnTo>
                    <a:pt x="2750206" y="727690"/>
                  </a:lnTo>
                  <a:lnTo>
                    <a:pt x="2768633" y="777443"/>
                  </a:lnTo>
                  <a:lnTo>
                    <a:pt x="2786970" y="828154"/>
                  </a:lnTo>
                  <a:lnTo>
                    <a:pt x="2805215" y="879789"/>
                  </a:lnTo>
                  <a:lnTo>
                    <a:pt x="2823365" y="932310"/>
                  </a:lnTo>
                  <a:lnTo>
                    <a:pt x="2841418" y="985681"/>
                  </a:lnTo>
                  <a:lnTo>
                    <a:pt x="2859371" y="1039866"/>
                  </a:lnTo>
                  <a:lnTo>
                    <a:pt x="2877222" y="1094829"/>
                  </a:lnTo>
                  <a:lnTo>
                    <a:pt x="2894967" y="1150533"/>
                  </a:lnTo>
                  <a:lnTo>
                    <a:pt x="2912605" y="1206943"/>
                  </a:lnTo>
                  <a:lnTo>
                    <a:pt x="2930132" y="1264021"/>
                  </a:lnTo>
                  <a:lnTo>
                    <a:pt x="2947546" y="1321732"/>
                  </a:lnTo>
                  <a:lnTo>
                    <a:pt x="2964844" y="1380039"/>
                  </a:lnTo>
                  <a:lnTo>
                    <a:pt x="2982024" y="1438906"/>
                  </a:lnTo>
                  <a:lnTo>
                    <a:pt x="2999084" y="1498297"/>
                  </a:lnTo>
                  <a:lnTo>
                    <a:pt x="3016019" y="1558176"/>
                  </a:lnTo>
                  <a:lnTo>
                    <a:pt x="3032829" y="1618505"/>
                  </a:lnTo>
                  <a:lnTo>
                    <a:pt x="3049509" y="1679250"/>
                  </a:lnTo>
                  <a:lnTo>
                    <a:pt x="3066058" y="1740374"/>
                  </a:lnTo>
                  <a:lnTo>
                    <a:pt x="3082473" y="1801840"/>
                  </a:lnTo>
                  <a:lnTo>
                    <a:pt x="3098752" y="1863613"/>
                  </a:lnTo>
                  <a:lnTo>
                    <a:pt x="3114891" y="1925655"/>
                  </a:lnTo>
                  <a:lnTo>
                    <a:pt x="3130888" y="1987932"/>
                  </a:lnTo>
                  <a:lnTo>
                    <a:pt x="3162445" y="2113040"/>
                  </a:lnTo>
                  <a:lnTo>
                    <a:pt x="3178001" y="2175800"/>
                  </a:lnTo>
                  <a:lnTo>
                    <a:pt x="3193404" y="2238649"/>
                  </a:lnTo>
                  <a:lnTo>
                    <a:pt x="3208652" y="2301550"/>
                  </a:lnTo>
                  <a:lnTo>
                    <a:pt x="3223742" y="2364467"/>
                  </a:lnTo>
                  <a:lnTo>
                    <a:pt x="3238671" y="2427364"/>
                  </a:lnTo>
                  <a:lnTo>
                    <a:pt x="3253438" y="2490204"/>
                  </a:lnTo>
                  <a:lnTo>
                    <a:pt x="3268039" y="2552953"/>
                  </a:lnTo>
                  <a:lnTo>
                    <a:pt x="3282472" y="2615572"/>
                  </a:lnTo>
                  <a:lnTo>
                    <a:pt x="3296734" y="2678026"/>
                  </a:lnTo>
                  <a:lnTo>
                    <a:pt x="3310822" y="2740278"/>
                  </a:lnTo>
                  <a:lnTo>
                    <a:pt x="3324735" y="2802293"/>
                  </a:lnTo>
                  <a:lnTo>
                    <a:pt x="3338468" y="2864034"/>
                  </a:lnTo>
                  <a:lnTo>
                    <a:pt x="3352020" y="2925465"/>
                  </a:lnTo>
                  <a:lnTo>
                    <a:pt x="3365389" y="2986550"/>
                  </a:lnTo>
                  <a:lnTo>
                    <a:pt x="3378570" y="3047251"/>
                  </a:lnTo>
                  <a:lnTo>
                    <a:pt x="3391562" y="3107534"/>
                  </a:lnTo>
                  <a:lnTo>
                    <a:pt x="3404363" y="3167362"/>
                  </a:lnTo>
                  <a:lnTo>
                    <a:pt x="3416969" y="3226698"/>
                  </a:lnTo>
                  <a:lnTo>
                    <a:pt x="3429377" y="3285506"/>
                  </a:lnTo>
                  <a:lnTo>
                    <a:pt x="3441586" y="3343750"/>
                  </a:lnTo>
                  <a:lnTo>
                    <a:pt x="3453593" y="3401394"/>
                  </a:lnTo>
                  <a:lnTo>
                    <a:pt x="3465394" y="3458402"/>
                  </a:lnTo>
                  <a:lnTo>
                    <a:pt x="3476988" y="3514736"/>
                  </a:lnTo>
                  <a:lnTo>
                    <a:pt x="3488371" y="3570362"/>
                  </a:lnTo>
                  <a:lnTo>
                    <a:pt x="3499542" y="3625242"/>
                  </a:lnTo>
                  <a:lnTo>
                    <a:pt x="3510497" y="3679341"/>
                  </a:lnTo>
                  <a:lnTo>
                    <a:pt x="3521234" y="3732621"/>
                  </a:lnTo>
                  <a:lnTo>
                    <a:pt x="3531750" y="3785048"/>
                  </a:lnTo>
                  <a:lnTo>
                    <a:pt x="3542042" y="3836585"/>
                  </a:lnTo>
                  <a:lnTo>
                    <a:pt x="3552109" y="3887194"/>
                  </a:lnTo>
                  <a:lnTo>
                    <a:pt x="3561946" y="3936841"/>
                  </a:lnTo>
                  <a:lnTo>
                    <a:pt x="3571553" y="3985489"/>
                  </a:lnTo>
                  <a:lnTo>
                    <a:pt x="3580925" y="4033101"/>
                  </a:lnTo>
                  <a:lnTo>
                    <a:pt x="3590061" y="4079641"/>
                  </a:lnTo>
                  <a:lnTo>
                    <a:pt x="3607613" y="4169363"/>
                  </a:lnTo>
                  <a:lnTo>
                    <a:pt x="3629788" y="4283126"/>
                  </a:lnTo>
                  <a:close/>
                </a:path>
              </a:pathLst>
            </a:custGeom>
            <a:solidFill>
              <a:srgbClr val="2D8B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57844" y="5973592"/>
              <a:ext cx="1703070" cy="4313555"/>
            </a:xfrm>
            <a:custGeom>
              <a:avLst/>
              <a:gdLst/>
              <a:ahLst/>
              <a:cxnLst/>
              <a:rect l="l" t="t" r="r" b="b"/>
              <a:pathLst>
                <a:path w="1703070" h="4313555">
                  <a:moveTo>
                    <a:pt x="1702737" y="4313406"/>
                  </a:moveTo>
                  <a:lnTo>
                    <a:pt x="1641159" y="4313406"/>
                  </a:lnTo>
                  <a:lnTo>
                    <a:pt x="1520026" y="3700885"/>
                  </a:lnTo>
                  <a:lnTo>
                    <a:pt x="1446328" y="3343110"/>
                  </a:lnTo>
                  <a:lnTo>
                    <a:pt x="1376573" y="3017096"/>
                  </a:lnTo>
                  <a:lnTo>
                    <a:pt x="1314146" y="2736361"/>
                  </a:lnTo>
                  <a:lnTo>
                    <a:pt x="1261576" y="2508344"/>
                  </a:lnTo>
                  <a:lnTo>
                    <a:pt x="1206815" y="2279208"/>
                  </a:lnTo>
                  <a:lnTo>
                    <a:pt x="1164386" y="2107691"/>
                  </a:lnTo>
                  <a:lnTo>
                    <a:pt x="1120855" y="1937295"/>
                  </a:lnTo>
                  <a:lnTo>
                    <a:pt x="1076278" y="1768770"/>
                  </a:lnTo>
                  <a:lnTo>
                    <a:pt x="1030712" y="1602866"/>
                  </a:lnTo>
                  <a:lnTo>
                    <a:pt x="999813" y="1494091"/>
                  </a:lnTo>
                  <a:lnTo>
                    <a:pt x="968515" y="1387037"/>
                  </a:lnTo>
                  <a:lnTo>
                    <a:pt x="936835" y="1281926"/>
                  </a:lnTo>
                  <a:lnTo>
                    <a:pt x="904791" y="1178981"/>
                  </a:lnTo>
                  <a:lnTo>
                    <a:pt x="872397" y="1078423"/>
                  </a:lnTo>
                  <a:lnTo>
                    <a:pt x="839673" y="980476"/>
                  </a:lnTo>
                  <a:lnTo>
                    <a:pt x="806632" y="885362"/>
                  </a:lnTo>
                  <a:lnTo>
                    <a:pt x="773294" y="793302"/>
                  </a:lnTo>
                  <a:lnTo>
                    <a:pt x="739673" y="704520"/>
                  </a:lnTo>
                  <a:lnTo>
                    <a:pt x="705787" y="619237"/>
                  </a:lnTo>
                  <a:lnTo>
                    <a:pt x="688750" y="577978"/>
                  </a:lnTo>
                  <a:lnTo>
                    <a:pt x="671652" y="537677"/>
                  </a:lnTo>
                  <a:lnTo>
                    <a:pt x="654497" y="498362"/>
                  </a:lnTo>
                  <a:lnTo>
                    <a:pt x="637285" y="460060"/>
                  </a:lnTo>
                  <a:lnTo>
                    <a:pt x="620020" y="422801"/>
                  </a:lnTo>
                  <a:lnTo>
                    <a:pt x="602703" y="386611"/>
                  </a:lnTo>
                  <a:lnTo>
                    <a:pt x="585336" y="351518"/>
                  </a:lnTo>
                  <a:lnTo>
                    <a:pt x="567922" y="317550"/>
                  </a:lnTo>
                  <a:lnTo>
                    <a:pt x="532958" y="253101"/>
                  </a:lnTo>
                  <a:lnTo>
                    <a:pt x="497829" y="193485"/>
                  </a:lnTo>
                  <a:lnTo>
                    <a:pt x="462551" y="138925"/>
                  </a:lnTo>
                  <a:lnTo>
                    <a:pt x="412428" y="101934"/>
                  </a:lnTo>
                  <a:lnTo>
                    <a:pt x="336479" y="78849"/>
                  </a:lnTo>
                  <a:lnTo>
                    <a:pt x="281463" y="69880"/>
                  </a:lnTo>
                  <a:lnTo>
                    <a:pt x="213186" y="63560"/>
                  </a:lnTo>
                  <a:lnTo>
                    <a:pt x="130220" y="60590"/>
                  </a:lnTo>
                  <a:lnTo>
                    <a:pt x="31139" y="61669"/>
                  </a:lnTo>
                  <a:lnTo>
                    <a:pt x="19312" y="59660"/>
                  </a:lnTo>
                  <a:lnTo>
                    <a:pt x="9511" y="53486"/>
                  </a:lnTo>
                  <a:lnTo>
                    <a:pt x="2739" y="44086"/>
                  </a:lnTo>
                  <a:lnTo>
                    <a:pt x="0" y="32397"/>
                  </a:lnTo>
                  <a:lnTo>
                    <a:pt x="2000" y="20572"/>
                  </a:lnTo>
                  <a:lnTo>
                    <a:pt x="8160" y="10775"/>
                  </a:lnTo>
                  <a:lnTo>
                    <a:pt x="17558" y="4004"/>
                  </a:lnTo>
                  <a:lnTo>
                    <a:pt x="29271" y="1258"/>
                  </a:lnTo>
                  <a:lnTo>
                    <a:pt x="107468" y="0"/>
                  </a:lnTo>
                  <a:lnTo>
                    <a:pt x="178882" y="1293"/>
                  </a:lnTo>
                  <a:lnTo>
                    <a:pt x="243567" y="5151"/>
                  </a:lnTo>
                  <a:lnTo>
                    <a:pt x="301579" y="11584"/>
                  </a:lnTo>
                  <a:lnTo>
                    <a:pt x="352972" y="20605"/>
                  </a:lnTo>
                  <a:lnTo>
                    <a:pt x="397799" y="32225"/>
                  </a:lnTo>
                  <a:lnTo>
                    <a:pt x="436115" y="46455"/>
                  </a:lnTo>
                  <a:lnTo>
                    <a:pt x="493431" y="82794"/>
                  </a:lnTo>
                  <a:lnTo>
                    <a:pt x="530232" y="131599"/>
                  </a:lnTo>
                  <a:lnTo>
                    <a:pt x="565497" y="188703"/>
                  </a:lnTo>
                  <a:lnTo>
                    <a:pt x="600594" y="250638"/>
                  </a:lnTo>
                  <a:lnTo>
                    <a:pt x="635505" y="317189"/>
                  </a:lnTo>
                  <a:lnTo>
                    <a:pt x="652886" y="352128"/>
                  </a:lnTo>
                  <a:lnTo>
                    <a:pt x="670215" y="388141"/>
                  </a:lnTo>
                  <a:lnTo>
                    <a:pt x="687490" y="425200"/>
                  </a:lnTo>
                  <a:lnTo>
                    <a:pt x="704709" y="463279"/>
                  </a:lnTo>
                  <a:lnTo>
                    <a:pt x="721869" y="502351"/>
                  </a:lnTo>
                  <a:lnTo>
                    <a:pt x="738970" y="542388"/>
                  </a:lnTo>
                  <a:lnTo>
                    <a:pt x="756008" y="583364"/>
                  </a:lnTo>
                  <a:lnTo>
                    <a:pt x="789891" y="668026"/>
                  </a:lnTo>
                  <a:lnTo>
                    <a:pt x="823502" y="756122"/>
                  </a:lnTo>
                  <a:lnTo>
                    <a:pt x="856825" y="847435"/>
                  </a:lnTo>
                  <a:lnTo>
                    <a:pt x="889845" y="941751"/>
                  </a:lnTo>
                  <a:lnTo>
                    <a:pt x="922546" y="1038856"/>
                  </a:lnTo>
                  <a:lnTo>
                    <a:pt x="954912" y="1138533"/>
                  </a:lnTo>
                  <a:lnTo>
                    <a:pt x="986928" y="1240568"/>
                  </a:lnTo>
                  <a:lnTo>
                    <a:pt x="1018577" y="1344746"/>
                  </a:lnTo>
                  <a:lnTo>
                    <a:pt x="1049844" y="1450852"/>
                  </a:lnTo>
                  <a:lnTo>
                    <a:pt x="1080713" y="1558671"/>
                  </a:lnTo>
                  <a:lnTo>
                    <a:pt x="1126236" y="1723140"/>
                  </a:lnTo>
                  <a:lnTo>
                    <a:pt x="1170776" y="1890252"/>
                  </a:lnTo>
                  <a:lnTo>
                    <a:pt x="1214278" y="2059283"/>
                  </a:lnTo>
                  <a:lnTo>
                    <a:pt x="1256691" y="2229506"/>
                  </a:lnTo>
                  <a:lnTo>
                    <a:pt x="1311453" y="2457070"/>
                  </a:lnTo>
                  <a:lnTo>
                    <a:pt x="1364056" y="2683742"/>
                  </a:lnTo>
                  <a:lnTo>
                    <a:pt x="1426584" y="2963208"/>
                  </a:lnTo>
                  <a:lnTo>
                    <a:pt x="1496558" y="3288449"/>
                  </a:lnTo>
                  <a:lnTo>
                    <a:pt x="1590286" y="3743516"/>
                  </a:lnTo>
                  <a:lnTo>
                    <a:pt x="1702737" y="4313406"/>
                  </a:lnTo>
                  <a:close/>
                </a:path>
              </a:pathLst>
            </a:custGeom>
            <a:solidFill>
              <a:srgbClr val="4042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6319102"/>
              <a:ext cx="3241040" cy="3968115"/>
            </a:xfrm>
            <a:custGeom>
              <a:avLst/>
              <a:gdLst/>
              <a:ahLst/>
              <a:cxnLst/>
              <a:rect l="l" t="t" r="r" b="b"/>
              <a:pathLst>
                <a:path w="3241040" h="3968115">
                  <a:moveTo>
                    <a:pt x="3240828" y="3967896"/>
                  </a:moveTo>
                  <a:lnTo>
                    <a:pt x="0" y="3967896"/>
                  </a:lnTo>
                  <a:lnTo>
                    <a:pt x="0" y="318795"/>
                  </a:lnTo>
                  <a:lnTo>
                    <a:pt x="175045" y="271646"/>
                  </a:lnTo>
                  <a:lnTo>
                    <a:pt x="232924" y="256774"/>
                  </a:lnTo>
                  <a:lnTo>
                    <a:pt x="288629" y="242775"/>
                  </a:lnTo>
                  <a:lnTo>
                    <a:pt x="476369" y="197684"/>
                  </a:lnTo>
                  <a:lnTo>
                    <a:pt x="537454" y="183727"/>
                  </a:lnTo>
                  <a:lnTo>
                    <a:pt x="537902" y="183614"/>
                  </a:lnTo>
                  <a:lnTo>
                    <a:pt x="730079" y="141991"/>
                  </a:lnTo>
                  <a:lnTo>
                    <a:pt x="919467" y="104530"/>
                  </a:lnTo>
                  <a:lnTo>
                    <a:pt x="1043827" y="82031"/>
                  </a:lnTo>
                  <a:lnTo>
                    <a:pt x="1165750" y="61775"/>
                  </a:lnTo>
                  <a:lnTo>
                    <a:pt x="1284452" y="43989"/>
                  </a:lnTo>
                  <a:lnTo>
                    <a:pt x="1399146" y="28898"/>
                  </a:lnTo>
                  <a:lnTo>
                    <a:pt x="1454744" y="22433"/>
                  </a:lnTo>
                  <a:lnTo>
                    <a:pt x="1509046" y="16727"/>
                  </a:lnTo>
                  <a:lnTo>
                    <a:pt x="1561953" y="11808"/>
                  </a:lnTo>
                  <a:lnTo>
                    <a:pt x="1613367" y="7704"/>
                  </a:lnTo>
                  <a:lnTo>
                    <a:pt x="1663190" y="4442"/>
                  </a:lnTo>
                  <a:lnTo>
                    <a:pt x="1711324" y="2053"/>
                  </a:lnTo>
                  <a:lnTo>
                    <a:pt x="1757670" y="562"/>
                  </a:lnTo>
                  <a:lnTo>
                    <a:pt x="1802130" y="0"/>
                  </a:lnTo>
                  <a:lnTo>
                    <a:pt x="1844606" y="393"/>
                  </a:lnTo>
                  <a:lnTo>
                    <a:pt x="1884999" y="1771"/>
                  </a:lnTo>
                  <a:lnTo>
                    <a:pt x="1923212" y="4161"/>
                  </a:lnTo>
                  <a:lnTo>
                    <a:pt x="1992704" y="12091"/>
                  </a:lnTo>
                  <a:lnTo>
                    <a:pt x="2052295" y="24410"/>
                  </a:lnTo>
                  <a:lnTo>
                    <a:pt x="2101199" y="41343"/>
                  </a:lnTo>
                  <a:lnTo>
                    <a:pt x="2138631" y="63116"/>
                  </a:lnTo>
                  <a:lnTo>
                    <a:pt x="2182371" y="119923"/>
                  </a:lnTo>
                  <a:lnTo>
                    <a:pt x="2219463" y="184940"/>
                  </a:lnTo>
                  <a:lnTo>
                    <a:pt x="2237980" y="219899"/>
                  </a:lnTo>
                  <a:lnTo>
                    <a:pt x="2256473" y="256433"/>
                  </a:lnTo>
                  <a:lnTo>
                    <a:pt x="2274938" y="294495"/>
                  </a:lnTo>
                  <a:lnTo>
                    <a:pt x="2293371" y="334040"/>
                  </a:lnTo>
                  <a:lnTo>
                    <a:pt x="2311767" y="375025"/>
                  </a:lnTo>
                  <a:lnTo>
                    <a:pt x="2330123" y="417402"/>
                  </a:lnTo>
                  <a:lnTo>
                    <a:pt x="2348435" y="461128"/>
                  </a:lnTo>
                  <a:lnTo>
                    <a:pt x="2366699" y="506157"/>
                  </a:lnTo>
                  <a:lnTo>
                    <a:pt x="2384911" y="552444"/>
                  </a:lnTo>
                  <a:lnTo>
                    <a:pt x="2403067" y="599944"/>
                  </a:lnTo>
                  <a:lnTo>
                    <a:pt x="2421163" y="648612"/>
                  </a:lnTo>
                  <a:lnTo>
                    <a:pt x="2439195" y="698403"/>
                  </a:lnTo>
                  <a:lnTo>
                    <a:pt x="2457159" y="749271"/>
                  </a:lnTo>
                  <a:lnTo>
                    <a:pt x="2475051" y="801171"/>
                  </a:lnTo>
                  <a:lnTo>
                    <a:pt x="2492867" y="854059"/>
                  </a:lnTo>
                  <a:lnTo>
                    <a:pt x="2510604" y="907889"/>
                  </a:lnTo>
                  <a:lnTo>
                    <a:pt x="2528256" y="962616"/>
                  </a:lnTo>
                  <a:lnTo>
                    <a:pt x="2545821" y="1018195"/>
                  </a:lnTo>
                  <a:lnTo>
                    <a:pt x="2563294" y="1074581"/>
                  </a:lnTo>
                  <a:lnTo>
                    <a:pt x="2580672" y="1131729"/>
                  </a:lnTo>
                  <a:lnTo>
                    <a:pt x="2597950" y="1189593"/>
                  </a:lnTo>
                  <a:lnTo>
                    <a:pt x="2615124" y="1248129"/>
                  </a:lnTo>
                  <a:lnTo>
                    <a:pt x="2632191" y="1307291"/>
                  </a:lnTo>
                  <a:lnTo>
                    <a:pt x="2649146" y="1367034"/>
                  </a:lnTo>
                  <a:lnTo>
                    <a:pt x="2665985" y="1427314"/>
                  </a:lnTo>
                  <a:lnTo>
                    <a:pt x="2682705" y="1488084"/>
                  </a:lnTo>
                  <a:lnTo>
                    <a:pt x="2699302" y="1549300"/>
                  </a:lnTo>
                  <a:lnTo>
                    <a:pt x="2715771" y="1610918"/>
                  </a:lnTo>
                  <a:lnTo>
                    <a:pt x="2732109" y="1672890"/>
                  </a:lnTo>
                  <a:lnTo>
                    <a:pt x="2748311" y="1735174"/>
                  </a:lnTo>
                  <a:lnTo>
                    <a:pt x="2764375" y="1797723"/>
                  </a:lnTo>
                  <a:lnTo>
                    <a:pt x="2796067" y="1923436"/>
                  </a:lnTo>
                  <a:lnTo>
                    <a:pt x="2811688" y="1986510"/>
                  </a:lnTo>
                  <a:lnTo>
                    <a:pt x="2827155" y="2049670"/>
                  </a:lnTo>
                  <a:lnTo>
                    <a:pt x="2842462" y="2112869"/>
                  </a:lnTo>
                  <a:lnTo>
                    <a:pt x="2857606" y="2176062"/>
                  </a:lnTo>
                  <a:lnTo>
                    <a:pt x="2872582" y="2239206"/>
                  </a:lnTo>
                  <a:lnTo>
                    <a:pt x="2887388" y="2302254"/>
                  </a:lnTo>
                  <a:lnTo>
                    <a:pt x="2902019" y="2365161"/>
                  </a:lnTo>
                  <a:lnTo>
                    <a:pt x="2916471" y="2427882"/>
                  </a:lnTo>
                  <a:lnTo>
                    <a:pt x="2930740" y="2490373"/>
                  </a:lnTo>
                  <a:lnTo>
                    <a:pt x="2944822" y="2552587"/>
                  </a:lnTo>
                  <a:lnTo>
                    <a:pt x="2958713" y="2614481"/>
                  </a:lnTo>
                  <a:lnTo>
                    <a:pt x="2972409" y="2676008"/>
                  </a:lnTo>
                  <a:lnTo>
                    <a:pt x="2985906" y="2737124"/>
                  </a:lnTo>
                  <a:lnTo>
                    <a:pt x="2999201" y="2797783"/>
                  </a:lnTo>
                  <a:lnTo>
                    <a:pt x="3012289" y="2857941"/>
                  </a:lnTo>
                  <a:lnTo>
                    <a:pt x="3025166" y="2917552"/>
                  </a:lnTo>
                  <a:lnTo>
                    <a:pt x="3037828" y="2976571"/>
                  </a:lnTo>
                  <a:lnTo>
                    <a:pt x="3050272" y="3034953"/>
                  </a:lnTo>
                  <a:lnTo>
                    <a:pt x="3062493" y="3092653"/>
                  </a:lnTo>
                  <a:lnTo>
                    <a:pt x="3074488" y="3149626"/>
                  </a:lnTo>
                  <a:lnTo>
                    <a:pt x="3086252" y="3205827"/>
                  </a:lnTo>
                  <a:lnTo>
                    <a:pt x="3097781" y="3261210"/>
                  </a:lnTo>
                  <a:lnTo>
                    <a:pt x="3109072" y="3315731"/>
                  </a:lnTo>
                  <a:lnTo>
                    <a:pt x="3120121" y="3369344"/>
                  </a:lnTo>
                  <a:lnTo>
                    <a:pt x="3130923" y="3422004"/>
                  </a:lnTo>
                  <a:lnTo>
                    <a:pt x="3141475" y="3473666"/>
                  </a:lnTo>
                  <a:lnTo>
                    <a:pt x="3151773" y="3524286"/>
                  </a:lnTo>
                  <a:lnTo>
                    <a:pt x="3161812" y="3573817"/>
                  </a:lnTo>
                  <a:lnTo>
                    <a:pt x="3171589" y="3622215"/>
                  </a:lnTo>
                  <a:lnTo>
                    <a:pt x="3181099" y="3669434"/>
                  </a:lnTo>
                  <a:lnTo>
                    <a:pt x="3199306" y="3760157"/>
                  </a:lnTo>
                  <a:lnTo>
                    <a:pt x="3240828" y="39678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7161123"/>
              <a:ext cx="2900045" cy="3126105"/>
            </a:xfrm>
            <a:custGeom>
              <a:avLst/>
              <a:gdLst/>
              <a:ahLst/>
              <a:cxnLst/>
              <a:rect l="l" t="t" r="r" b="b"/>
              <a:pathLst>
                <a:path w="2900045" h="3126104">
                  <a:moveTo>
                    <a:pt x="470382" y="845515"/>
                  </a:moveTo>
                  <a:lnTo>
                    <a:pt x="465086" y="798969"/>
                  </a:lnTo>
                  <a:lnTo>
                    <a:pt x="452843" y="744613"/>
                  </a:lnTo>
                  <a:lnTo>
                    <a:pt x="436130" y="687400"/>
                  </a:lnTo>
                  <a:lnTo>
                    <a:pt x="417423" y="632269"/>
                  </a:lnTo>
                  <a:lnTo>
                    <a:pt x="399173" y="584149"/>
                  </a:lnTo>
                  <a:lnTo>
                    <a:pt x="383857" y="547979"/>
                  </a:lnTo>
                  <a:lnTo>
                    <a:pt x="366788" y="541147"/>
                  </a:lnTo>
                  <a:lnTo>
                    <a:pt x="332066" y="545769"/>
                  </a:lnTo>
                  <a:lnTo>
                    <a:pt x="285546" y="558190"/>
                  </a:lnTo>
                  <a:lnTo>
                    <a:pt x="180568" y="591667"/>
                  </a:lnTo>
                  <a:lnTo>
                    <a:pt x="152768" y="599821"/>
                  </a:lnTo>
                  <a:lnTo>
                    <a:pt x="130098" y="527088"/>
                  </a:lnTo>
                  <a:lnTo>
                    <a:pt x="114058" y="472249"/>
                  </a:lnTo>
                  <a:lnTo>
                    <a:pt x="97409" y="417715"/>
                  </a:lnTo>
                  <a:lnTo>
                    <a:pt x="78701" y="364058"/>
                  </a:lnTo>
                  <a:lnTo>
                    <a:pt x="66459" y="338010"/>
                  </a:lnTo>
                  <a:lnTo>
                    <a:pt x="46736" y="321551"/>
                  </a:lnTo>
                  <a:lnTo>
                    <a:pt x="11315" y="318935"/>
                  </a:lnTo>
                  <a:lnTo>
                    <a:pt x="0" y="321881"/>
                  </a:lnTo>
                  <a:lnTo>
                    <a:pt x="0" y="638721"/>
                  </a:lnTo>
                  <a:lnTo>
                    <a:pt x="0" y="1015377"/>
                  </a:lnTo>
                  <a:lnTo>
                    <a:pt x="0" y="1311668"/>
                  </a:lnTo>
                  <a:lnTo>
                    <a:pt x="11798" y="1313624"/>
                  </a:lnTo>
                  <a:lnTo>
                    <a:pt x="58547" y="1309128"/>
                  </a:lnTo>
                  <a:lnTo>
                    <a:pt x="112941" y="1297076"/>
                  </a:lnTo>
                  <a:lnTo>
                    <a:pt x="170078" y="1280071"/>
                  </a:lnTo>
                  <a:lnTo>
                    <a:pt x="225069" y="1260754"/>
                  </a:lnTo>
                  <a:lnTo>
                    <a:pt x="272999" y="1241729"/>
                  </a:lnTo>
                  <a:lnTo>
                    <a:pt x="308965" y="1225626"/>
                  </a:lnTo>
                  <a:lnTo>
                    <a:pt x="315328" y="1206627"/>
                  </a:lnTo>
                  <a:lnTo>
                    <a:pt x="309575" y="1167384"/>
                  </a:lnTo>
                  <a:lnTo>
                    <a:pt x="295592" y="1114615"/>
                  </a:lnTo>
                  <a:lnTo>
                    <a:pt x="258546" y="995375"/>
                  </a:lnTo>
                  <a:lnTo>
                    <a:pt x="246773" y="954570"/>
                  </a:lnTo>
                  <a:lnTo>
                    <a:pt x="246913" y="954532"/>
                  </a:lnTo>
                  <a:lnTo>
                    <a:pt x="300304" y="939228"/>
                  </a:lnTo>
                  <a:lnTo>
                    <a:pt x="409600" y="906627"/>
                  </a:lnTo>
                  <a:lnTo>
                    <a:pt x="450329" y="895413"/>
                  </a:lnTo>
                  <a:lnTo>
                    <a:pt x="466293" y="879309"/>
                  </a:lnTo>
                  <a:lnTo>
                    <a:pt x="470382" y="845515"/>
                  </a:lnTo>
                  <a:close/>
                </a:path>
                <a:path w="2900045" h="3126104">
                  <a:moveTo>
                    <a:pt x="2215985" y="72390"/>
                  </a:moveTo>
                  <a:lnTo>
                    <a:pt x="2206980" y="43053"/>
                  </a:lnTo>
                  <a:lnTo>
                    <a:pt x="2185162" y="17322"/>
                  </a:lnTo>
                  <a:lnTo>
                    <a:pt x="2161438" y="0"/>
                  </a:lnTo>
                  <a:lnTo>
                    <a:pt x="2149246" y="533"/>
                  </a:lnTo>
                  <a:lnTo>
                    <a:pt x="2122055" y="5791"/>
                  </a:lnTo>
                  <a:lnTo>
                    <a:pt x="2082469" y="14947"/>
                  </a:lnTo>
                  <a:lnTo>
                    <a:pt x="2033130" y="27165"/>
                  </a:lnTo>
                  <a:lnTo>
                    <a:pt x="1732191" y="105803"/>
                  </a:lnTo>
                  <a:lnTo>
                    <a:pt x="1679575" y="119303"/>
                  </a:lnTo>
                  <a:lnTo>
                    <a:pt x="1203972" y="239191"/>
                  </a:lnTo>
                  <a:lnTo>
                    <a:pt x="779373" y="350151"/>
                  </a:lnTo>
                  <a:lnTo>
                    <a:pt x="686079" y="375335"/>
                  </a:lnTo>
                  <a:lnTo>
                    <a:pt x="639737" y="388874"/>
                  </a:lnTo>
                  <a:lnTo>
                    <a:pt x="590765" y="417804"/>
                  </a:lnTo>
                  <a:lnTo>
                    <a:pt x="606259" y="467207"/>
                  </a:lnTo>
                  <a:lnTo>
                    <a:pt x="617258" y="483209"/>
                  </a:lnTo>
                  <a:lnTo>
                    <a:pt x="640892" y="488010"/>
                  </a:lnTo>
                  <a:lnTo>
                    <a:pt x="685520" y="482485"/>
                  </a:lnTo>
                  <a:lnTo>
                    <a:pt x="759460" y="467461"/>
                  </a:lnTo>
                  <a:lnTo>
                    <a:pt x="855408" y="446455"/>
                  </a:lnTo>
                  <a:lnTo>
                    <a:pt x="951484" y="424434"/>
                  </a:lnTo>
                  <a:lnTo>
                    <a:pt x="1095768" y="389890"/>
                  </a:lnTo>
                  <a:lnTo>
                    <a:pt x="1755203" y="225082"/>
                  </a:lnTo>
                  <a:lnTo>
                    <a:pt x="2151938" y="122732"/>
                  </a:lnTo>
                  <a:lnTo>
                    <a:pt x="2201278" y="100545"/>
                  </a:lnTo>
                  <a:lnTo>
                    <a:pt x="2215985" y="72390"/>
                  </a:lnTo>
                  <a:close/>
                </a:path>
                <a:path w="2900045" h="3126104">
                  <a:moveTo>
                    <a:pt x="2314016" y="462445"/>
                  </a:moveTo>
                  <a:lnTo>
                    <a:pt x="2305012" y="433108"/>
                  </a:lnTo>
                  <a:lnTo>
                    <a:pt x="2283193" y="407377"/>
                  </a:lnTo>
                  <a:lnTo>
                    <a:pt x="2259457" y="390042"/>
                  </a:lnTo>
                  <a:lnTo>
                    <a:pt x="2247277" y="390575"/>
                  </a:lnTo>
                  <a:lnTo>
                    <a:pt x="2220074" y="395833"/>
                  </a:lnTo>
                  <a:lnTo>
                    <a:pt x="2180488" y="404990"/>
                  </a:lnTo>
                  <a:lnTo>
                    <a:pt x="2131149" y="417207"/>
                  </a:lnTo>
                  <a:lnTo>
                    <a:pt x="1830209" y="495846"/>
                  </a:lnTo>
                  <a:lnTo>
                    <a:pt x="1777593" y="509346"/>
                  </a:lnTo>
                  <a:lnTo>
                    <a:pt x="1301991" y="629246"/>
                  </a:lnTo>
                  <a:lnTo>
                    <a:pt x="877404" y="740206"/>
                  </a:lnTo>
                  <a:lnTo>
                    <a:pt x="784098" y="765378"/>
                  </a:lnTo>
                  <a:lnTo>
                    <a:pt x="737755" y="778916"/>
                  </a:lnTo>
                  <a:lnTo>
                    <a:pt x="688784" y="807847"/>
                  </a:lnTo>
                  <a:lnTo>
                    <a:pt x="704291" y="857262"/>
                  </a:lnTo>
                  <a:lnTo>
                    <a:pt x="715289" y="873264"/>
                  </a:lnTo>
                  <a:lnTo>
                    <a:pt x="738924" y="878078"/>
                  </a:lnTo>
                  <a:lnTo>
                    <a:pt x="783539" y="872540"/>
                  </a:lnTo>
                  <a:lnTo>
                    <a:pt x="857478" y="857504"/>
                  </a:lnTo>
                  <a:lnTo>
                    <a:pt x="953427" y="836498"/>
                  </a:lnTo>
                  <a:lnTo>
                    <a:pt x="1049502" y="814476"/>
                  </a:lnTo>
                  <a:lnTo>
                    <a:pt x="1193787" y="779945"/>
                  </a:lnTo>
                  <a:lnTo>
                    <a:pt x="1853222" y="615137"/>
                  </a:lnTo>
                  <a:lnTo>
                    <a:pt x="2249970" y="512787"/>
                  </a:lnTo>
                  <a:lnTo>
                    <a:pt x="2299297" y="490601"/>
                  </a:lnTo>
                  <a:lnTo>
                    <a:pt x="2314016" y="462445"/>
                  </a:lnTo>
                  <a:close/>
                </a:path>
                <a:path w="2900045" h="3126104">
                  <a:moveTo>
                    <a:pt x="2412047" y="852512"/>
                  </a:moveTo>
                  <a:lnTo>
                    <a:pt x="2403043" y="823175"/>
                  </a:lnTo>
                  <a:lnTo>
                    <a:pt x="2381224" y="797445"/>
                  </a:lnTo>
                  <a:lnTo>
                    <a:pt x="2357488" y="780122"/>
                  </a:lnTo>
                  <a:lnTo>
                    <a:pt x="2345309" y="780656"/>
                  </a:lnTo>
                  <a:lnTo>
                    <a:pt x="2318105" y="785901"/>
                  </a:lnTo>
                  <a:lnTo>
                    <a:pt x="2278519" y="795045"/>
                  </a:lnTo>
                  <a:lnTo>
                    <a:pt x="2229180" y="807262"/>
                  </a:lnTo>
                  <a:lnTo>
                    <a:pt x="1928241" y="885913"/>
                  </a:lnTo>
                  <a:lnTo>
                    <a:pt x="1875624" y="899414"/>
                  </a:lnTo>
                  <a:lnTo>
                    <a:pt x="1400022" y="1019302"/>
                  </a:lnTo>
                  <a:lnTo>
                    <a:pt x="975423" y="1130261"/>
                  </a:lnTo>
                  <a:lnTo>
                    <a:pt x="882129" y="1155446"/>
                  </a:lnTo>
                  <a:lnTo>
                    <a:pt x="835787" y="1168971"/>
                  </a:lnTo>
                  <a:lnTo>
                    <a:pt x="786815" y="1197902"/>
                  </a:lnTo>
                  <a:lnTo>
                    <a:pt x="802322" y="1247330"/>
                  </a:lnTo>
                  <a:lnTo>
                    <a:pt x="813308" y="1263332"/>
                  </a:lnTo>
                  <a:lnTo>
                    <a:pt x="836942" y="1268133"/>
                  </a:lnTo>
                  <a:lnTo>
                    <a:pt x="881570" y="1262595"/>
                  </a:lnTo>
                  <a:lnTo>
                    <a:pt x="955509" y="1247571"/>
                  </a:lnTo>
                  <a:lnTo>
                    <a:pt x="1051445" y="1226553"/>
                  </a:lnTo>
                  <a:lnTo>
                    <a:pt x="1147521" y="1204531"/>
                  </a:lnTo>
                  <a:lnTo>
                    <a:pt x="1291818" y="1170000"/>
                  </a:lnTo>
                  <a:lnTo>
                    <a:pt x="1951253" y="1005205"/>
                  </a:lnTo>
                  <a:lnTo>
                    <a:pt x="2347988" y="902855"/>
                  </a:lnTo>
                  <a:lnTo>
                    <a:pt x="2397328" y="880668"/>
                  </a:lnTo>
                  <a:lnTo>
                    <a:pt x="2412047" y="852512"/>
                  </a:lnTo>
                  <a:close/>
                </a:path>
                <a:path w="2900045" h="3126104">
                  <a:moveTo>
                    <a:pt x="2507843" y="1246695"/>
                  </a:moveTo>
                  <a:lnTo>
                    <a:pt x="2495727" y="1210462"/>
                  </a:lnTo>
                  <a:lnTo>
                    <a:pt x="2452535" y="1184109"/>
                  </a:lnTo>
                  <a:lnTo>
                    <a:pt x="2429929" y="1176566"/>
                  </a:lnTo>
                  <a:lnTo>
                    <a:pt x="2421267" y="1177137"/>
                  </a:lnTo>
                  <a:lnTo>
                    <a:pt x="2376005" y="1186319"/>
                  </a:lnTo>
                  <a:lnTo>
                    <a:pt x="2299639" y="1204442"/>
                  </a:lnTo>
                  <a:lnTo>
                    <a:pt x="2142960" y="1243787"/>
                  </a:lnTo>
                  <a:lnTo>
                    <a:pt x="1602740" y="1382687"/>
                  </a:lnTo>
                  <a:lnTo>
                    <a:pt x="686054" y="1613877"/>
                  </a:lnTo>
                  <a:lnTo>
                    <a:pt x="0" y="1790585"/>
                  </a:lnTo>
                  <a:lnTo>
                    <a:pt x="0" y="1902294"/>
                  </a:lnTo>
                  <a:lnTo>
                    <a:pt x="246888" y="1844573"/>
                  </a:lnTo>
                  <a:lnTo>
                    <a:pt x="638657" y="1749031"/>
                  </a:lnTo>
                  <a:lnTo>
                    <a:pt x="1792516" y="1459509"/>
                  </a:lnTo>
                  <a:lnTo>
                    <a:pt x="2393226" y="1306144"/>
                  </a:lnTo>
                  <a:lnTo>
                    <a:pt x="2454808" y="1286675"/>
                  </a:lnTo>
                  <a:lnTo>
                    <a:pt x="2491600" y="1266596"/>
                  </a:lnTo>
                  <a:lnTo>
                    <a:pt x="2507843" y="1246695"/>
                  </a:lnTo>
                  <a:close/>
                </a:path>
                <a:path w="2900045" h="3126104">
                  <a:moveTo>
                    <a:pt x="2605875" y="1636750"/>
                  </a:moveTo>
                  <a:lnTo>
                    <a:pt x="2593759" y="1600517"/>
                  </a:lnTo>
                  <a:lnTo>
                    <a:pt x="2550566" y="1574177"/>
                  </a:lnTo>
                  <a:lnTo>
                    <a:pt x="2527960" y="1566633"/>
                  </a:lnTo>
                  <a:lnTo>
                    <a:pt x="2519299" y="1567205"/>
                  </a:lnTo>
                  <a:lnTo>
                    <a:pt x="2474023" y="1576387"/>
                  </a:lnTo>
                  <a:lnTo>
                    <a:pt x="2397658" y="1594510"/>
                  </a:lnTo>
                  <a:lnTo>
                    <a:pt x="2240991" y="1633842"/>
                  </a:lnTo>
                  <a:lnTo>
                    <a:pt x="1700758" y="1772729"/>
                  </a:lnTo>
                  <a:lnTo>
                    <a:pt x="784085" y="2003920"/>
                  </a:lnTo>
                  <a:lnTo>
                    <a:pt x="92303" y="2182126"/>
                  </a:lnTo>
                  <a:lnTo>
                    <a:pt x="0" y="2206421"/>
                  </a:lnTo>
                  <a:lnTo>
                    <a:pt x="0" y="2314359"/>
                  </a:lnTo>
                  <a:lnTo>
                    <a:pt x="149707" y="2280488"/>
                  </a:lnTo>
                  <a:lnTo>
                    <a:pt x="442722" y="2211159"/>
                  </a:lnTo>
                  <a:lnTo>
                    <a:pt x="1839074" y="1862670"/>
                  </a:lnTo>
                  <a:lnTo>
                    <a:pt x="2491244" y="1696212"/>
                  </a:lnTo>
                  <a:lnTo>
                    <a:pt x="2552839" y="1676730"/>
                  </a:lnTo>
                  <a:lnTo>
                    <a:pt x="2589631" y="1656651"/>
                  </a:lnTo>
                  <a:lnTo>
                    <a:pt x="2605875" y="1636750"/>
                  </a:lnTo>
                  <a:close/>
                </a:path>
                <a:path w="2900045" h="3126104">
                  <a:moveTo>
                    <a:pt x="2703893" y="2026818"/>
                  </a:moveTo>
                  <a:lnTo>
                    <a:pt x="2691790" y="1990585"/>
                  </a:lnTo>
                  <a:lnTo>
                    <a:pt x="2648597" y="1964232"/>
                  </a:lnTo>
                  <a:lnTo>
                    <a:pt x="2625979" y="1956689"/>
                  </a:lnTo>
                  <a:lnTo>
                    <a:pt x="2617317" y="1957260"/>
                  </a:lnTo>
                  <a:lnTo>
                    <a:pt x="2572054" y="1966429"/>
                  </a:lnTo>
                  <a:lnTo>
                    <a:pt x="2495689" y="1984565"/>
                  </a:lnTo>
                  <a:lnTo>
                    <a:pt x="2339009" y="2023897"/>
                  </a:lnTo>
                  <a:lnTo>
                    <a:pt x="1798777" y="2162772"/>
                  </a:lnTo>
                  <a:lnTo>
                    <a:pt x="882103" y="2393962"/>
                  </a:lnTo>
                  <a:lnTo>
                    <a:pt x="190334" y="2572169"/>
                  </a:lnTo>
                  <a:lnTo>
                    <a:pt x="91744" y="2598128"/>
                  </a:lnTo>
                  <a:lnTo>
                    <a:pt x="26276" y="2615920"/>
                  </a:lnTo>
                  <a:lnTo>
                    <a:pt x="0" y="2624061"/>
                  </a:lnTo>
                  <a:lnTo>
                    <a:pt x="0" y="2722791"/>
                  </a:lnTo>
                  <a:lnTo>
                    <a:pt x="42481" y="2716009"/>
                  </a:lnTo>
                  <a:lnTo>
                    <a:pt x="108458" y="2702217"/>
                  </a:lnTo>
                  <a:lnTo>
                    <a:pt x="345262" y="2647797"/>
                  </a:lnTo>
                  <a:lnTo>
                    <a:pt x="687641" y="2565450"/>
                  </a:lnTo>
                  <a:lnTo>
                    <a:pt x="1988566" y="2239632"/>
                  </a:lnTo>
                  <a:lnTo>
                    <a:pt x="2589276" y="2086267"/>
                  </a:lnTo>
                  <a:lnTo>
                    <a:pt x="2650871" y="2066798"/>
                  </a:lnTo>
                  <a:lnTo>
                    <a:pt x="2687650" y="2046719"/>
                  </a:lnTo>
                  <a:lnTo>
                    <a:pt x="2703893" y="2026818"/>
                  </a:lnTo>
                  <a:close/>
                </a:path>
                <a:path w="2900045" h="3126104">
                  <a:moveTo>
                    <a:pt x="2801912" y="2416835"/>
                  </a:moveTo>
                  <a:lnTo>
                    <a:pt x="2789809" y="2380602"/>
                  </a:lnTo>
                  <a:lnTo>
                    <a:pt x="2746603" y="2354262"/>
                  </a:lnTo>
                  <a:lnTo>
                    <a:pt x="2723997" y="2346718"/>
                  </a:lnTo>
                  <a:lnTo>
                    <a:pt x="2715336" y="2347290"/>
                  </a:lnTo>
                  <a:lnTo>
                    <a:pt x="2670073" y="2356472"/>
                  </a:lnTo>
                  <a:lnTo>
                    <a:pt x="2593708" y="2374608"/>
                  </a:lnTo>
                  <a:lnTo>
                    <a:pt x="2437041" y="2413952"/>
                  </a:lnTo>
                  <a:lnTo>
                    <a:pt x="1896808" y="2552839"/>
                  </a:lnTo>
                  <a:lnTo>
                    <a:pt x="980135" y="2784030"/>
                  </a:lnTo>
                  <a:lnTo>
                    <a:pt x="288353" y="2962224"/>
                  </a:lnTo>
                  <a:lnTo>
                    <a:pt x="189776" y="2988183"/>
                  </a:lnTo>
                  <a:lnTo>
                    <a:pt x="124294" y="3005988"/>
                  </a:lnTo>
                  <a:lnTo>
                    <a:pt x="72097" y="3022142"/>
                  </a:lnTo>
                  <a:lnTo>
                    <a:pt x="36576" y="3037370"/>
                  </a:lnTo>
                  <a:lnTo>
                    <a:pt x="21196" y="3052394"/>
                  </a:lnTo>
                  <a:lnTo>
                    <a:pt x="29387" y="3067901"/>
                  </a:lnTo>
                  <a:lnTo>
                    <a:pt x="40576" y="3097492"/>
                  </a:lnTo>
                  <a:lnTo>
                    <a:pt x="49149" y="3108883"/>
                  </a:lnTo>
                  <a:lnTo>
                    <a:pt x="65938" y="3114205"/>
                  </a:lnTo>
                  <a:lnTo>
                    <a:pt x="95021" y="3113316"/>
                  </a:lnTo>
                  <a:lnTo>
                    <a:pt x="140512" y="3106051"/>
                  </a:lnTo>
                  <a:lnTo>
                    <a:pt x="206476" y="3092259"/>
                  </a:lnTo>
                  <a:lnTo>
                    <a:pt x="443280" y="3037840"/>
                  </a:lnTo>
                  <a:lnTo>
                    <a:pt x="785660" y="2955493"/>
                  </a:lnTo>
                  <a:lnTo>
                    <a:pt x="2086584" y="2629662"/>
                  </a:lnTo>
                  <a:lnTo>
                    <a:pt x="2687294" y="2476296"/>
                  </a:lnTo>
                  <a:lnTo>
                    <a:pt x="2748877" y="2456815"/>
                  </a:lnTo>
                  <a:lnTo>
                    <a:pt x="2785668" y="2436736"/>
                  </a:lnTo>
                  <a:lnTo>
                    <a:pt x="2801912" y="2416835"/>
                  </a:lnTo>
                  <a:close/>
                </a:path>
                <a:path w="2900045" h="3126104">
                  <a:moveTo>
                    <a:pt x="2899943" y="2806916"/>
                  </a:moveTo>
                  <a:lnTo>
                    <a:pt x="2887840" y="2770682"/>
                  </a:lnTo>
                  <a:lnTo>
                    <a:pt x="2844635" y="2744343"/>
                  </a:lnTo>
                  <a:lnTo>
                    <a:pt x="2822029" y="2736799"/>
                  </a:lnTo>
                  <a:lnTo>
                    <a:pt x="2813367" y="2737370"/>
                  </a:lnTo>
                  <a:lnTo>
                    <a:pt x="2768104" y="2746540"/>
                  </a:lnTo>
                  <a:lnTo>
                    <a:pt x="2691739" y="2764663"/>
                  </a:lnTo>
                  <a:lnTo>
                    <a:pt x="2535059" y="2803995"/>
                  </a:lnTo>
                  <a:lnTo>
                    <a:pt x="1994827" y="2942894"/>
                  </a:lnTo>
                  <a:lnTo>
                    <a:pt x="1267167" y="3125876"/>
                  </a:lnTo>
                  <a:lnTo>
                    <a:pt x="1761185" y="3125876"/>
                  </a:lnTo>
                  <a:lnTo>
                    <a:pt x="2184616" y="3019742"/>
                  </a:lnTo>
                  <a:lnTo>
                    <a:pt x="2785326" y="2866377"/>
                  </a:lnTo>
                  <a:lnTo>
                    <a:pt x="2846921" y="2846895"/>
                  </a:lnTo>
                  <a:lnTo>
                    <a:pt x="2883700" y="2826829"/>
                  </a:lnTo>
                  <a:lnTo>
                    <a:pt x="2899943" y="2806916"/>
                  </a:lnTo>
                  <a:close/>
                </a:path>
              </a:pathLst>
            </a:custGeom>
            <a:solidFill>
              <a:srgbClr val="2D8B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5438977"/>
              <a:ext cx="1885950" cy="1398270"/>
            </a:xfrm>
            <a:custGeom>
              <a:avLst/>
              <a:gdLst/>
              <a:ahLst/>
              <a:cxnLst/>
              <a:rect l="l" t="t" r="r" b="b"/>
              <a:pathLst>
                <a:path w="1885950" h="1398270">
                  <a:moveTo>
                    <a:pt x="1885518" y="711962"/>
                  </a:moveTo>
                  <a:lnTo>
                    <a:pt x="1884070" y="663194"/>
                  </a:lnTo>
                  <a:lnTo>
                    <a:pt x="1879269" y="614870"/>
                  </a:lnTo>
                  <a:lnTo>
                    <a:pt x="1871421" y="568045"/>
                  </a:lnTo>
                  <a:lnTo>
                    <a:pt x="1860829" y="523786"/>
                  </a:lnTo>
                  <a:lnTo>
                    <a:pt x="1847811" y="483146"/>
                  </a:lnTo>
                  <a:lnTo>
                    <a:pt x="1832673" y="447179"/>
                  </a:lnTo>
                  <a:lnTo>
                    <a:pt x="1797253" y="393484"/>
                  </a:lnTo>
                  <a:lnTo>
                    <a:pt x="1757057" y="371170"/>
                  </a:lnTo>
                  <a:lnTo>
                    <a:pt x="1703260" y="368617"/>
                  </a:lnTo>
                  <a:lnTo>
                    <a:pt x="1671840" y="368617"/>
                  </a:lnTo>
                  <a:lnTo>
                    <a:pt x="1600581" y="371068"/>
                  </a:lnTo>
                  <a:lnTo>
                    <a:pt x="1561007" y="373468"/>
                  </a:lnTo>
                  <a:lnTo>
                    <a:pt x="1518983" y="376618"/>
                  </a:lnTo>
                  <a:lnTo>
                    <a:pt x="1474622" y="380492"/>
                  </a:lnTo>
                  <a:lnTo>
                    <a:pt x="1428051" y="385076"/>
                  </a:lnTo>
                  <a:lnTo>
                    <a:pt x="1379423" y="390321"/>
                  </a:lnTo>
                  <a:lnTo>
                    <a:pt x="1328839" y="396227"/>
                  </a:lnTo>
                  <a:lnTo>
                    <a:pt x="1222362" y="409905"/>
                  </a:lnTo>
                  <a:lnTo>
                    <a:pt x="1109649" y="425881"/>
                  </a:lnTo>
                  <a:lnTo>
                    <a:pt x="991755" y="443979"/>
                  </a:lnTo>
                  <a:lnTo>
                    <a:pt x="960374" y="449135"/>
                  </a:lnTo>
                  <a:lnTo>
                    <a:pt x="959777" y="442442"/>
                  </a:lnTo>
                  <a:lnTo>
                    <a:pt x="952373" y="399224"/>
                  </a:lnTo>
                  <a:lnTo>
                    <a:pt x="941387" y="356222"/>
                  </a:lnTo>
                  <a:lnTo>
                    <a:pt x="926731" y="313601"/>
                  </a:lnTo>
                  <a:lnTo>
                    <a:pt x="908316" y="271551"/>
                  </a:lnTo>
                  <a:lnTo>
                    <a:pt x="886320" y="233667"/>
                  </a:lnTo>
                  <a:lnTo>
                    <a:pt x="858901" y="198361"/>
                  </a:lnTo>
                  <a:lnTo>
                    <a:pt x="826643" y="165709"/>
                  </a:lnTo>
                  <a:lnTo>
                    <a:pt x="790130" y="135775"/>
                  </a:lnTo>
                  <a:lnTo>
                    <a:pt x="749973" y="108635"/>
                  </a:lnTo>
                  <a:lnTo>
                    <a:pt x="706742" y="84340"/>
                  </a:lnTo>
                  <a:lnTo>
                    <a:pt x="661035" y="62979"/>
                  </a:lnTo>
                  <a:lnTo>
                    <a:pt x="613448" y="44602"/>
                  </a:lnTo>
                  <a:lnTo>
                    <a:pt x="564565" y="29286"/>
                  </a:lnTo>
                  <a:lnTo>
                    <a:pt x="514985" y="17106"/>
                  </a:lnTo>
                  <a:lnTo>
                    <a:pt x="465289" y="8115"/>
                  </a:lnTo>
                  <a:lnTo>
                    <a:pt x="416064" y="2387"/>
                  </a:lnTo>
                  <a:lnTo>
                    <a:pt x="367919" y="0"/>
                  </a:lnTo>
                  <a:lnTo>
                    <a:pt x="317728" y="1536"/>
                  </a:lnTo>
                  <a:lnTo>
                    <a:pt x="267614" y="7620"/>
                  </a:lnTo>
                  <a:lnTo>
                    <a:pt x="218097" y="18211"/>
                  </a:lnTo>
                  <a:lnTo>
                    <a:pt x="169684" y="33248"/>
                  </a:lnTo>
                  <a:lnTo>
                    <a:pt x="122923" y="52705"/>
                  </a:lnTo>
                  <a:lnTo>
                    <a:pt x="78320" y="76542"/>
                  </a:lnTo>
                  <a:lnTo>
                    <a:pt x="36410" y="104711"/>
                  </a:lnTo>
                  <a:lnTo>
                    <a:pt x="0" y="135267"/>
                  </a:lnTo>
                  <a:lnTo>
                    <a:pt x="0" y="638187"/>
                  </a:lnTo>
                  <a:lnTo>
                    <a:pt x="0" y="898994"/>
                  </a:lnTo>
                  <a:lnTo>
                    <a:pt x="0" y="1397673"/>
                  </a:lnTo>
                  <a:lnTo>
                    <a:pt x="1358379" y="1083056"/>
                  </a:lnTo>
                  <a:lnTo>
                    <a:pt x="1673491" y="1007656"/>
                  </a:lnTo>
                  <a:lnTo>
                    <a:pt x="1739099" y="991387"/>
                  </a:lnTo>
                  <a:lnTo>
                    <a:pt x="1775650" y="977087"/>
                  </a:lnTo>
                  <a:lnTo>
                    <a:pt x="1831555" y="925525"/>
                  </a:lnTo>
                  <a:lnTo>
                    <a:pt x="1851533" y="890371"/>
                  </a:lnTo>
                  <a:lnTo>
                    <a:pt x="1866607" y="850392"/>
                  </a:lnTo>
                  <a:lnTo>
                    <a:pt x="1877098" y="806615"/>
                  </a:lnTo>
                  <a:lnTo>
                    <a:pt x="1883295" y="760120"/>
                  </a:lnTo>
                  <a:lnTo>
                    <a:pt x="1885518" y="711962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6706" y="5770800"/>
              <a:ext cx="422909" cy="408940"/>
            </a:xfrm>
            <a:custGeom>
              <a:avLst/>
              <a:gdLst/>
              <a:ahLst/>
              <a:cxnLst/>
              <a:rect l="l" t="t" r="r" b="b"/>
              <a:pathLst>
                <a:path w="422909" h="408939">
                  <a:moveTo>
                    <a:pt x="244886" y="405808"/>
                  </a:moveTo>
                  <a:lnTo>
                    <a:pt x="201772" y="408618"/>
                  </a:lnTo>
                  <a:lnTo>
                    <a:pt x="161113" y="402577"/>
                  </a:lnTo>
                  <a:lnTo>
                    <a:pt x="123561" y="388712"/>
                  </a:lnTo>
                  <a:lnTo>
                    <a:pt x="89768" y="368047"/>
                  </a:lnTo>
                  <a:lnTo>
                    <a:pt x="60385" y="341611"/>
                  </a:lnTo>
                  <a:lnTo>
                    <a:pt x="36065" y="310429"/>
                  </a:lnTo>
                  <a:lnTo>
                    <a:pt x="17460" y="275529"/>
                  </a:lnTo>
                  <a:lnTo>
                    <a:pt x="5221" y="237936"/>
                  </a:lnTo>
                  <a:lnTo>
                    <a:pt x="0" y="198678"/>
                  </a:lnTo>
                  <a:lnTo>
                    <a:pt x="2448" y="158781"/>
                  </a:lnTo>
                  <a:lnTo>
                    <a:pt x="13219" y="119271"/>
                  </a:lnTo>
                  <a:lnTo>
                    <a:pt x="32963" y="81176"/>
                  </a:lnTo>
                  <a:lnTo>
                    <a:pt x="64906" y="45504"/>
                  </a:lnTo>
                  <a:lnTo>
                    <a:pt x="105063" y="19922"/>
                  </a:lnTo>
                  <a:lnTo>
                    <a:pt x="150332" y="4672"/>
                  </a:lnTo>
                  <a:lnTo>
                    <a:pt x="197613" y="0"/>
                  </a:lnTo>
                  <a:lnTo>
                    <a:pt x="245651" y="4961"/>
                  </a:lnTo>
                  <a:lnTo>
                    <a:pt x="294005" y="18152"/>
                  </a:lnTo>
                  <a:lnTo>
                    <a:pt x="338754" y="39122"/>
                  </a:lnTo>
                  <a:lnTo>
                    <a:pt x="375978" y="67418"/>
                  </a:lnTo>
                  <a:lnTo>
                    <a:pt x="401758" y="102590"/>
                  </a:lnTo>
                  <a:lnTo>
                    <a:pt x="417172" y="145388"/>
                  </a:lnTo>
                  <a:lnTo>
                    <a:pt x="422883" y="188907"/>
                  </a:lnTo>
                  <a:lnTo>
                    <a:pt x="419529" y="231861"/>
                  </a:lnTo>
                  <a:lnTo>
                    <a:pt x="407751" y="272966"/>
                  </a:lnTo>
                  <a:lnTo>
                    <a:pt x="388189" y="310938"/>
                  </a:lnTo>
                  <a:lnTo>
                    <a:pt x="361481" y="344492"/>
                  </a:lnTo>
                  <a:lnTo>
                    <a:pt x="328268" y="372345"/>
                  </a:lnTo>
                  <a:lnTo>
                    <a:pt x="289190" y="393211"/>
                  </a:lnTo>
                  <a:lnTo>
                    <a:pt x="244886" y="4058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3189003" y="0"/>
            <a:ext cx="14871065" cy="4848860"/>
            <a:chOff x="3189003" y="0"/>
            <a:chExt cx="14871065" cy="484886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98121" y="59963"/>
              <a:ext cx="6061693" cy="262081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518725" y="11"/>
              <a:ext cx="2409825" cy="1248410"/>
            </a:xfrm>
            <a:custGeom>
              <a:avLst/>
              <a:gdLst/>
              <a:ahLst/>
              <a:cxnLst/>
              <a:rect l="l" t="t" r="r" b="b"/>
              <a:pathLst>
                <a:path w="2409825" h="1248410">
                  <a:moveTo>
                    <a:pt x="2409431" y="414667"/>
                  </a:moveTo>
                  <a:lnTo>
                    <a:pt x="2381046" y="351993"/>
                  </a:lnTo>
                  <a:lnTo>
                    <a:pt x="2351989" y="325704"/>
                  </a:lnTo>
                  <a:lnTo>
                    <a:pt x="2316340" y="299745"/>
                  </a:lnTo>
                  <a:lnTo>
                    <a:pt x="2276043" y="272135"/>
                  </a:lnTo>
                  <a:lnTo>
                    <a:pt x="2235276" y="245046"/>
                  </a:lnTo>
                  <a:lnTo>
                    <a:pt x="2194115" y="218414"/>
                  </a:lnTo>
                  <a:lnTo>
                    <a:pt x="2152624" y="192138"/>
                  </a:lnTo>
                  <a:lnTo>
                    <a:pt x="2110879" y="166128"/>
                  </a:lnTo>
                  <a:lnTo>
                    <a:pt x="2068969" y="140309"/>
                  </a:lnTo>
                  <a:lnTo>
                    <a:pt x="1942846" y="63080"/>
                  </a:lnTo>
                  <a:lnTo>
                    <a:pt x="1900936" y="37134"/>
                  </a:lnTo>
                  <a:lnTo>
                    <a:pt x="1890991" y="30899"/>
                  </a:lnTo>
                  <a:lnTo>
                    <a:pt x="1942122" y="0"/>
                  </a:lnTo>
                  <a:lnTo>
                    <a:pt x="1842096" y="0"/>
                  </a:lnTo>
                  <a:lnTo>
                    <a:pt x="1560182" y="0"/>
                  </a:lnTo>
                  <a:lnTo>
                    <a:pt x="863790" y="0"/>
                  </a:lnTo>
                  <a:lnTo>
                    <a:pt x="567334" y="0"/>
                  </a:lnTo>
                  <a:lnTo>
                    <a:pt x="467334" y="0"/>
                  </a:lnTo>
                  <a:lnTo>
                    <a:pt x="518439" y="30899"/>
                  </a:lnTo>
                  <a:lnTo>
                    <a:pt x="508508" y="37134"/>
                  </a:lnTo>
                  <a:lnTo>
                    <a:pt x="466598" y="63080"/>
                  </a:lnTo>
                  <a:lnTo>
                    <a:pt x="340487" y="140309"/>
                  </a:lnTo>
                  <a:lnTo>
                    <a:pt x="298564" y="166128"/>
                  </a:lnTo>
                  <a:lnTo>
                    <a:pt x="256832" y="192138"/>
                  </a:lnTo>
                  <a:lnTo>
                    <a:pt x="215341" y="218414"/>
                  </a:lnTo>
                  <a:lnTo>
                    <a:pt x="174167" y="245046"/>
                  </a:lnTo>
                  <a:lnTo>
                    <a:pt x="133400" y="272135"/>
                  </a:lnTo>
                  <a:lnTo>
                    <a:pt x="93103" y="299745"/>
                  </a:lnTo>
                  <a:lnTo>
                    <a:pt x="57442" y="325704"/>
                  </a:lnTo>
                  <a:lnTo>
                    <a:pt x="28397" y="351993"/>
                  </a:lnTo>
                  <a:lnTo>
                    <a:pt x="0" y="414667"/>
                  </a:lnTo>
                  <a:lnTo>
                    <a:pt x="5626" y="455612"/>
                  </a:lnTo>
                  <a:lnTo>
                    <a:pt x="27774" y="505993"/>
                  </a:lnTo>
                  <a:lnTo>
                    <a:pt x="68910" y="568083"/>
                  </a:lnTo>
                  <a:lnTo>
                    <a:pt x="68770" y="567728"/>
                  </a:lnTo>
                  <a:lnTo>
                    <a:pt x="89192" y="602437"/>
                  </a:lnTo>
                  <a:lnTo>
                    <a:pt x="161912" y="723785"/>
                  </a:lnTo>
                  <a:lnTo>
                    <a:pt x="194030" y="773582"/>
                  </a:lnTo>
                  <a:lnTo>
                    <a:pt x="223164" y="809777"/>
                  </a:lnTo>
                  <a:lnTo>
                    <a:pt x="281749" y="845515"/>
                  </a:lnTo>
                  <a:lnTo>
                    <a:pt x="315849" y="847153"/>
                  </a:lnTo>
                  <a:lnTo>
                    <a:pt x="356247" y="839381"/>
                  </a:lnTo>
                  <a:lnTo>
                    <a:pt x="405257" y="823239"/>
                  </a:lnTo>
                  <a:lnTo>
                    <a:pt x="465226" y="799782"/>
                  </a:lnTo>
                  <a:lnTo>
                    <a:pt x="512254" y="780364"/>
                  </a:lnTo>
                  <a:lnTo>
                    <a:pt x="559003" y="760298"/>
                  </a:lnTo>
                  <a:lnTo>
                    <a:pt x="605459" y="739622"/>
                  </a:lnTo>
                  <a:lnTo>
                    <a:pt x="651675" y="718362"/>
                  </a:lnTo>
                  <a:lnTo>
                    <a:pt x="697636" y="696569"/>
                  </a:lnTo>
                  <a:lnTo>
                    <a:pt x="743369" y="674255"/>
                  </a:lnTo>
                  <a:lnTo>
                    <a:pt x="788898" y="651484"/>
                  </a:lnTo>
                  <a:lnTo>
                    <a:pt x="834224" y="628269"/>
                  </a:lnTo>
                  <a:lnTo>
                    <a:pt x="879233" y="604723"/>
                  </a:lnTo>
                  <a:lnTo>
                    <a:pt x="880656" y="646861"/>
                  </a:lnTo>
                  <a:lnTo>
                    <a:pt x="884847" y="794677"/>
                  </a:lnTo>
                  <a:lnTo>
                    <a:pt x="886371" y="843889"/>
                  </a:lnTo>
                  <a:lnTo>
                    <a:pt x="888149" y="893038"/>
                  </a:lnTo>
                  <a:lnTo>
                    <a:pt x="890295" y="942098"/>
                  </a:lnTo>
                  <a:lnTo>
                    <a:pt x="892898" y="991057"/>
                  </a:lnTo>
                  <a:lnTo>
                    <a:pt x="896099" y="1039901"/>
                  </a:lnTo>
                  <a:lnTo>
                    <a:pt x="899985" y="1088605"/>
                  </a:lnTo>
                  <a:lnTo>
                    <a:pt x="904760" y="1132459"/>
                  </a:lnTo>
                  <a:lnTo>
                    <a:pt x="913104" y="1170749"/>
                  </a:lnTo>
                  <a:lnTo>
                    <a:pt x="953338" y="1226566"/>
                  </a:lnTo>
                  <a:lnTo>
                    <a:pt x="991641" y="1242060"/>
                  </a:lnTo>
                  <a:lnTo>
                    <a:pt x="1046353" y="1247940"/>
                  </a:lnTo>
                  <a:lnTo>
                    <a:pt x="1120686" y="1243164"/>
                  </a:lnTo>
                  <a:lnTo>
                    <a:pt x="1120292" y="1243088"/>
                  </a:lnTo>
                  <a:lnTo>
                    <a:pt x="1160564" y="1242656"/>
                  </a:lnTo>
                  <a:lnTo>
                    <a:pt x="1302004" y="1239989"/>
                  </a:lnTo>
                  <a:lnTo>
                    <a:pt x="1361198" y="1236929"/>
                  </a:lnTo>
                  <a:lnTo>
                    <a:pt x="1407083" y="1229677"/>
                  </a:lnTo>
                  <a:lnTo>
                    <a:pt x="1467243" y="1196657"/>
                  </a:lnTo>
                  <a:lnTo>
                    <a:pt x="1499019" y="1129004"/>
                  </a:lnTo>
                  <a:lnTo>
                    <a:pt x="1509407" y="1078445"/>
                  </a:lnTo>
                  <a:lnTo>
                    <a:pt x="1518907" y="1014755"/>
                  </a:lnTo>
                  <a:lnTo>
                    <a:pt x="1525485" y="964311"/>
                  </a:lnTo>
                  <a:lnTo>
                    <a:pt x="1531353" y="913777"/>
                  </a:lnTo>
                  <a:lnTo>
                    <a:pt x="1536547" y="863193"/>
                  </a:lnTo>
                  <a:lnTo>
                    <a:pt x="1541106" y="812533"/>
                  </a:lnTo>
                  <a:lnTo>
                    <a:pt x="1545069" y="761822"/>
                  </a:lnTo>
                  <a:lnTo>
                    <a:pt x="1548498" y="711047"/>
                  </a:lnTo>
                  <a:lnTo>
                    <a:pt x="1551393" y="660222"/>
                  </a:lnTo>
                  <a:lnTo>
                    <a:pt x="1553464" y="616889"/>
                  </a:lnTo>
                  <a:lnTo>
                    <a:pt x="1575244" y="628269"/>
                  </a:lnTo>
                  <a:lnTo>
                    <a:pt x="1620570" y="651484"/>
                  </a:lnTo>
                  <a:lnTo>
                    <a:pt x="1666087" y="674255"/>
                  </a:lnTo>
                  <a:lnTo>
                    <a:pt x="1711833" y="696569"/>
                  </a:lnTo>
                  <a:lnTo>
                    <a:pt x="1757794" y="718362"/>
                  </a:lnTo>
                  <a:lnTo>
                    <a:pt x="1803996" y="739622"/>
                  </a:lnTo>
                  <a:lnTo>
                    <a:pt x="1850466" y="760298"/>
                  </a:lnTo>
                  <a:lnTo>
                    <a:pt x="1897202" y="780364"/>
                  </a:lnTo>
                  <a:lnTo>
                    <a:pt x="1944230" y="799782"/>
                  </a:lnTo>
                  <a:lnTo>
                    <a:pt x="2004199" y="823239"/>
                  </a:lnTo>
                  <a:lnTo>
                    <a:pt x="2053221" y="839381"/>
                  </a:lnTo>
                  <a:lnTo>
                    <a:pt x="2093607" y="847153"/>
                  </a:lnTo>
                  <a:lnTo>
                    <a:pt x="2127707" y="845515"/>
                  </a:lnTo>
                  <a:lnTo>
                    <a:pt x="2186292" y="809777"/>
                  </a:lnTo>
                  <a:lnTo>
                    <a:pt x="2215426" y="773582"/>
                  </a:lnTo>
                  <a:lnTo>
                    <a:pt x="2247544" y="723785"/>
                  </a:lnTo>
                  <a:lnTo>
                    <a:pt x="2320252" y="602437"/>
                  </a:lnTo>
                  <a:lnTo>
                    <a:pt x="2340673" y="567728"/>
                  </a:lnTo>
                  <a:lnTo>
                    <a:pt x="2340546" y="568083"/>
                  </a:lnTo>
                  <a:lnTo>
                    <a:pt x="2381681" y="505993"/>
                  </a:lnTo>
                  <a:lnTo>
                    <a:pt x="2403818" y="455612"/>
                  </a:lnTo>
                  <a:lnTo>
                    <a:pt x="2409431" y="414667"/>
                  </a:lnTo>
                  <a:close/>
                </a:path>
              </a:pathLst>
            </a:custGeom>
            <a:solidFill>
              <a:srgbClr val="2D8BB9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683510" y="0"/>
              <a:ext cx="81915" cy="753745"/>
            </a:xfrm>
            <a:custGeom>
              <a:avLst/>
              <a:gdLst/>
              <a:ahLst/>
              <a:cxnLst/>
              <a:rect l="l" t="t" r="r" b="b"/>
              <a:pathLst>
                <a:path w="81914" h="753745">
                  <a:moveTo>
                    <a:pt x="16381" y="753217"/>
                  </a:moveTo>
                  <a:lnTo>
                    <a:pt x="5465" y="713397"/>
                  </a:lnTo>
                  <a:lnTo>
                    <a:pt x="3398" y="631246"/>
                  </a:lnTo>
                  <a:lnTo>
                    <a:pt x="2841" y="584066"/>
                  </a:lnTo>
                  <a:lnTo>
                    <a:pt x="1770" y="441867"/>
                  </a:lnTo>
                  <a:lnTo>
                    <a:pt x="701" y="342950"/>
                  </a:lnTo>
                  <a:lnTo>
                    <a:pt x="326" y="291337"/>
                  </a:lnTo>
                  <a:lnTo>
                    <a:pt x="0" y="187968"/>
                  </a:lnTo>
                  <a:lnTo>
                    <a:pt x="74" y="0"/>
                  </a:lnTo>
                  <a:lnTo>
                    <a:pt x="81707" y="0"/>
                  </a:lnTo>
                  <a:lnTo>
                    <a:pt x="81527" y="349386"/>
                  </a:lnTo>
                  <a:lnTo>
                    <a:pt x="80850" y="447508"/>
                  </a:lnTo>
                  <a:lnTo>
                    <a:pt x="80223" y="496455"/>
                  </a:lnTo>
                  <a:lnTo>
                    <a:pt x="79354" y="545304"/>
                  </a:lnTo>
                  <a:lnTo>
                    <a:pt x="78208" y="594037"/>
                  </a:lnTo>
                  <a:lnTo>
                    <a:pt x="76748" y="642638"/>
                  </a:lnTo>
                  <a:lnTo>
                    <a:pt x="74423" y="697630"/>
                  </a:lnTo>
                  <a:lnTo>
                    <a:pt x="63655" y="746090"/>
                  </a:lnTo>
                  <a:lnTo>
                    <a:pt x="34731" y="752484"/>
                  </a:lnTo>
                  <a:lnTo>
                    <a:pt x="16381" y="753217"/>
                  </a:lnTo>
                  <a:close/>
                </a:path>
              </a:pathLst>
            </a:custGeom>
            <a:solidFill>
              <a:srgbClr val="FFFFF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90493" y="61581"/>
              <a:ext cx="2222500" cy="1115060"/>
            </a:xfrm>
            <a:custGeom>
              <a:avLst/>
              <a:gdLst/>
              <a:ahLst/>
              <a:cxnLst/>
              <a:rect l="l" t="t" r="r" b="b"/>
              <a:pathLst>
                <a:path w="2222500" h="1115060">
                  <a:moveTo>
                    <a:pt x="276593" y="667867"/>
                  </a:moveTo>
                  <a:lnTo>
                    <a:pt x="272999" y="660488"/>
                  </a:lnTo>
                  <a:lnTo>
                    <a:pt x="266242" y="658164"/>
                  </a:lnTo>
                  <a:lnTo>
                    <a:pt x="242887" y="641832"/>
                  </a:lnTo>
                  <a:lnTo>
                    <a:pt x="211175" y="608622"/>
                  </a:lnTo>
                  <a:lnTo>
                    <a:pt x="174358" y="563473"/>
                  </a:lnTo>
                  <a:lnTo>
                    <a:pt x="135661" y="511365"/>
                  </a:lnTo>
                  <a:lnTo>
                    <a:pt x="98323" y="457263"/>
                  </a:lnTo>
                  <a:lnTo>
                    <a:pt x="65582" y="406133"/>
                  </a:lnTo>
                  <a:lnTo>
                    <a:pt x="40678" y="362927"/>
                  </a:lnTo>
                  <a:lnTo>
                    <a:pt x="24638" y="325805"/>
                  </a:lnTo>
                  <a:lnTo>
                    <a:pt x="17322" y="322072"/>
                  </a:lnTo>
                  <a:lnTo>
                    <a:pt x="3733" y="326504"/>
                  </a:lnTo>
                  <a:lnTo>
                    <a:pt x="0" y="333806"/>
                  </a:lnTo>
                  <a:lnTo>
                    <a:pt x="2209" y="340601"/>
                  </a:lnTo>
                  <a:lnTo>
                    <a:pt x="35420" y="405917"/>
                  </a:lnTo>
                  <a:lnTo>
                    <a:pt x="63728" y="451688"/>
                  </a:lnTo>
                  <a:lnTo>
                    <a:pt x="96875" y="501408"/>
                  </a:lnTo>
                  <a:lnTo>
                    <a:pt x="132651" y="551434"/>
                  </a:lnTo>
                  <a:lnTo>
                    <a:pt x="168846" y="598195"/>
                  </a:lnTo>
                  <a:lnTo>
                    <a:pt x="203250" y="638048"/>
                  </a:lnTo>
                  <a:lnTo>
                    <a:pt x="233641" y="667410"/>
                  </a:lnTo>
                  <a:lnTo>
                    <a:pt x="260616" y="683374"/>
                  </a:lnTo>
                  <a:lnTo>
                    <a:pt x="262013" y="683374"/>
                  </a:lnTo>
                  <a:lnTo>
                    <a:pt x="267385" y="683374"/>
                  </a:lnTo>
                  <a:lnTo>
                    <a:pt x="272415" y="679996"/>
                  </a:lnTo>
                  <a:lnTo>
                    <a:pt x="276593" y="667867"/>
                  </a:lnTo>
                  <a:close/>
                </a:path>
                <a:path w="2222500" h="1115060">
                  <a:moveTo>
                    <a:pt x="1320228" y="214122"/>
                  </a:moveTo>
                  <a:lnTo>
                    <a:pt x="1306436" y="138760"/>
                  </a:lnTo>
                  <a:lnTo>
                    <a:pt x="1284833" y="98031"/>
                  </a:lnTo>
                  <a:lnTo>
                    <a:pt x="1252715" y="53898"/>
                  </a:lnTo>
                  <a:lnTo>
                    <a:pt x="1209509" y="5346"/>
                  </a:lnTo>
                  <a:lnTo>
                    <a:pt x="1196365" y="0"/>
                  </a:lnTo>
                  <a:lnTo>
                    <a:pt x="1186027" y="9893"/>
                  </a:lnTo>
                  <a:lnTo>
                    <a:pt x="1185862" y="18097"/>
                  </a:lnTo>
                  <a:lnTo>
                    <a:pt x="1190802" y="23253"/>
                  </a:lnTo>
                  <a:lnTo>
                    <a:pt x="1239532" y="78854"/>
                  </a:lnTo>
                  <a:lnTo>
                    <a:pt x="1272387" y="127698"/>
                  </a:lnTo>
                  <a:lnTo>
                    <a:pt x="1290332" y="171627"/>
                  </a:lnTo>
                  <a:lnTo>
                    <a:pt x="1294384" y="212471"/>
                  </a:lnTo>
                  <a:lnTo>
                    <a:pt x="1285951" y="250418"/>
                  </a:lnTo>
                  <a:lnTo>
                    <a:pt x="1265199" y="289026"/>
                  </a:lnTo>
                  <a:lnTo>
                    <a:pt x="1231658" y="328980"/>
                  </a:lnTo>
                  <a:lnTo>
                    <a:pt x="1184846" y="370979"/>
                  </a:lnTo>
                  <a:lnTo>
                    <a:pt x="1139164" y="408076"/>
                  </a:lnTo>
                  <a:lnTo>
                    <a:pt x="1098003" y="444068"/>
                  </a:lnTo>
                  <a:lnTo>
                    <a:pt x="1058100" y="484124"/>
                  </a:lnTo>
                  <a:lnTo>
                    <a:pt x="1024851" y="526478"/>
                  </a:lnTo>
                  <a:lnTo>
                    <a:pt x="1003642" y="569315"/>
                  </a:lnTo>
                  <a:lnTo>
                    <a:pt x="999858" y="610870"/>
                  </a:lnTo>
                  <a:lnTo>
                    <a:pt x="1007529" y="633133"/>
                  </a:lnTo>
                  <a:lnTo>
                    <a:pt x="1045108" y="669048"/>
                  </a:lnTo>
                  <a:lnTo>
                    <a:pt x="1077823" y="683361"/>
                  </a:lnTo>
                  <a:lnTo>
                    <a:pt x="1079284" y="683361"/>
                  </a:lnTo>
                  <a:lnTo>
                    <a:pt x="1084580" y="683361"/>
                  </a:lnTo>
                  <a:lnTo>
                    <a:pt x="1089558" y="680085"/>
                  </a:lnTo>
                  <a:lnTo>
                    <a:pt x="1093901" y="668070"/>
                  </a:lnTo>
                  <a:lnTo>
                    <a:pt x="1090409" y="660654"/>
                  </a:lnTo>
                  <a:lnTo>
                    <a:pt x="1083678" y="658228"/>
                  </a:lnTo>
                  <a:lnTo>
                    <a:pt x="1060284" y="647865"/>
                  </a:lnTo>
                  <a:lnTo>
                    <a:pt x="1042733" y="635774"/>
                  </a:lnTo>
                  <a:lnTo>
                    <a:pt x="1031087" y="622007"/>
                  </a:lnTo>
                  <a:lnTo>
                    <a:pt x="1025398" y="606602"/>
                  </a:lnTo>
                  <a:lnTo>
                    <a:pt x="1030274" y="571334"/>
                  </a:lnTo>
                  <a:lnTo>
                    <a:pt x="1051991" y="532879"/>
                  </a:lnTo>
                  <a:lnTo>
                    <a:pt x="1084821" y="493776"/>
                  </a:lnTo>
                  <a:lnTo>
                    <a:pt x="1123010" y="456590"/>
                  </a:lnTo>
                  <a:lnTo>
                    <a:pt x="1160780" y="423862"/>
                  </a:lnTo>
                  <a:lnTo>
                    <a:pt x="1201115" y="391134"/>
                  </a:lnTo>
                  <a:lnTo>
                    <a:pt x="1251902" y="345274"/>
                  </a:lnTo>
                  <a:lnTo>
                    <a:pt x="1288338" y="301015"/>
                  </a:lnTo>
                  <a:lnTo>
                    <a:pt x="1310944" y="257556"/>
                  </a:lnTo>
                  <a:lnTo>
                    <a:pt x="1320228" y="214122"/>
                  </a:lnTo>
                  <a:close/>
                </a:path>
                <a:path w="2222500" h="1115060">
                  <a:moveTo>
                    <a:pt x="1334617" y="1090561"/>
                  </a:moveTo>
                  <a:lnTo>
                    <a:pt x="1333131" y="1076325"/>
                  </a:lnTo>
                  <a:lnTo>
                    <a:pt x="1326819" y="1071181"/>
                  </a:lnTo>
                  <a:lnTo>
                    <a:pt x="1271993" y="1076515"/>
                  </a:lnTo>
                  <a:lnTo>
                    <a:pt x="1223225" y="1080389"/>
                  </a:lnTo>
                  <a:lnTo>
                    <a:pt x="1173213" y="1083551"/>
                  </a:lnTo>
                  <a:lnTo>
                    <a:pt x="1121841" y="1085989"/>
                  </a:lnTo>
                  <a:lnTo>
                    <a:pt x="1068997" y="1087729"/>
                  </a:lnTo>
                  <a:lnTo>
                    <a:pt x="1014564" y="1088771"/>
                  </a:lnTo>
                  <a:lnTo>
                    <a:pt x="951255" y="1089113"/>
                  </a:lnTo>
                  <a:lnTo>
                    <a:pt x="945451" y="1094905"/>
                  </a:lnTo>
                  <a:lnTo>
                    <a:pt x="945451" y="1109218"/>
                  </a:lnTo>
                  <a:lnTo>
                    <a:pt x="951255" y="1115009"/>
                  </a:lnTo>
                  <a:lnTo>
                    <a:pt x="958405" y="1115009"/>
                  </a:lnTo>
                  <a:lnTo>
                    <a:pt x="1014945" y="1114666"/>
                  </a:lnTo>
                  <a:lnTo>
                    <a:pt x="1069771" y="1113612"/>
                  </a:lnTo>
                  <a:lnTo>
                    <a:pt x="1123010" y="1111859"/>
                  </a:lnTo>
                  <a:lnTo>
                    <a:pt x="1174762" y="1109395"/>
                  </a:lnTo>
                  <a:lnTo>
                    <a:pt x="1225156" y="1106208"/>
                  </a:lnTo>
                  <a:lnTo>
                    <a:pt x="1274318" y="1102309"/>
                  </a:lnTo>
                  <a:lnTo>
                    <a:pt x="1329448" y="1096924"/>
                  </a:lnTo>
                  <a:lnTo>
                    <a:pt x="1334617" y="1090561"/>
                  </a:lnTo>
                  <a:close/>
                </a:path>
                <a:path w="2222500" h="1115060">
                  <a:moveTo>
                    <a:pt x="2222068" y="337464"/>
                  </a:moveTo>
                  <a:lnTo>
                    <a:pt x="2220252" y="329476"/>
                  </a:lnTo>
                  <a:lnTo>
                    <a:pt x="2208174" y="321843"/>
                  </a:lnTo>
                  <a:lnTo>
                    <a:pt x="2200173" y="323634"/>
                  </a:lnTo>
                  <a:lnTo>
                    <a:pt x="2175433" y="368935"/>
                  </a:lnTo>
                  <a:lnTo>
                    <a:pt x="2128786" y="469480"/>
                  </a:lnTo>
                  <a:lnTo>
                    <a:pt x="2104313" y="519696"/>
                  </a:lnTo>
                  <a:lnTo>
                    <a:pt x="2077935" y="568490"/>
                  </a:lnTo>
                  <a:lnTo>
                    <a:pt x="2050859" y="610412"/>
                  </a:lnTo>
                  <a:lnTo>
                    <a:pt x="2024329" y="639965"/>
                  </a:lnTo>
                  <a:lnTo>
                    <a:pt x="1992401" y="652030"/>
                  </a:lnTo>
                  <a:lnTo>
                    <a:pt x="1986864" y="658075"/>
                  </a:lnTo>
                  <a:lnTo>
                    <a:pt x="1987486" y="672185"/>
                  </a:lnTo>
                  <a:lnTo>
                    <a:pt x="1993214" y="677608"/>
                  </a:lnTo>
                  <a:lnTo>
                    <a:pt x="2000110" y="677608"/>
                  </a:lnTo>
                  <a:lnTo>
                    <a:pt x="2057514" y="643648"/>
                  </a:lnTo>
                  <a:lnTo>
                    <a:pt x="2085581" y="606044"/>
                  </a:lnTo>
                  <a:lnTo>
                    <a:pt x="2114004" y="557288"/>
                  </a:lnTo>
                  <a:lnTo>
                    <a:pt x="2143226" y="499325"/>
                  </a:lnTo>
                  <a:lnTo>
                    <a:pt x="2173668" y="434098"/>
                  </a:lnTo>
                  <a:lnTo>
                    <a:pt x="2186546" y="406069"/>
                  </a:lnTo>
                  <a:lnTo>
                    <a:pt x="2198357" y="381000"/>
                  </a:lnTo>
                  <a:lnTo>
                    <a:pt x="2208974" y="359829"/>
                  </a:lnTo>
                  <a:lnTo>
                    <a:pt x="2218258" y="343522"/>
                  </a:lnTo>
                  <a:lnTo>
                    <a:pt x="2222068" y="337464"/>
                  </a:lnTo>
                  <a:close/>
                </a:path>
              </a:pathLst>
            </a:custGeom>
            <a:solidFill>
              <a:srgbClr val="40426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89003" y="2648331"/>
              <a:ext cx="9524999" cy="2200274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7950869" y="5143500"/>
            <a:ext cx="6758940" cy="5143500"/>
            <a:chOff x="7950869" y="5143500"/>
            <a:chExt cx="6758940" cy="5143500"/>
          </a:xfrm>
        </p:grpSpPr>
        <p:sp>
          <p:nvSpPr>
            <p:cNvPr id="18" name="object 18"/>
            <p:cNvSpPr/>
            <p:nvPr/>
          </p:nvSpPr>
          <p:spPr>
            <a:xfrm>
              <a:off x="12300496" y="8943974"/>
              <a:ext cx="2409825" cy="1343025"/>
            </a:xfrm>
            <a:custGeom>
              <a:avLst/>
              <a:gdLst/>
              <a:ahLst/>
              <a:cxnLst/>
              <a:rect l="l" t="t" r="r" b="b"/>
              <a:pathLst>
                <a:path w="2409825" h="1343025">
                  <a:moveTo>
                    <a:pt x="2409279" y="943749"/>
                  </a:moveTo>
                  <a:lnTo>
                    <a:pt x="2398661" y="871080"/>
                  </a:lnTo>
                  <a:lnTo>
                    <a:pt x="2384183" y="830084"/>
                  </a:lnTo>
                  <a:lnTo>
                    <a:pt x="2364727" y="786955"/>
                  </a:lnTo>
                  <a:lnTo>
                    <a:pt x="2341143" y="742480"/>
                  </a:lnTo>
                  <a:lnTo>
                    <a:pt x="2314257" y="697382"/>
                  </a:lnTo>
                  <a:lnTo>
                    <a:pt x="2284946" y="652424"/>
                  </a:lnTo>
                  <a:lnTo>
                    <a:pt x="2254046" y="608342"/>
                  </a:lnTo>
                  <a:lnTo>
                    <a:pt x="2222398" y="565886"/>
                  </a:lnTo>
                  <a:lnTo>
                    <a:pt x="2190851" y="525818"/>
                  </a:lnTo>
                  <a:lnTo>
                    <a:pt x="2160270" y="488886"/>
                  </a:lnTo>
                  <a:lnTo>
                    <a:pt x="2131491" y="455828"/>
                  </a:lnTo>
                  <a:lnTo>
                    <a:pt x="2105355" y="427393"/>
                  </a:lnTo>
                  <a:lnTo>
                    <a:pt x="2070785" y="400253"/>
                  </a:lnTo>
                  <a:lnTo>
                    <a:pt x="2051329" y="402996"/>
                  </a:lnTo>
                  <a:lnTo>
                    <a:pt x="1992985" y="426199"/>
                  </a:lnTo>
                  <a:lnTo>
                    <a:pt x="1955634" y="445262"/>
                  </a:lnTo>
                  <a:lnTo>
                    <a:pt x="1913890" y="468401"/>
                  </a:lnTo>
                  <a:lnTo>
                    <a:pt x="1868512" y="494893"/>
                  </a:lnTo>
                  <a:lnTo>
                    <a:pt x="1820278" y="524065"/>
                  </a:lnTo>
                  <a:lnTo>
                    <a:pt x="1769960" y="555205"/>
                  </a:lnTo>
                  <a:lnTo>
                    <a:pt x="1718335" y="587641"/>
                  </a:lnTo>
                  <a:lnTo>
                    <a:pt x="1563420" y="685711"/>
                  </a:lnTo>
                  <a:lnTo>
                    <a:pt x="1562023" y="686587"/>
                  </a:lnTo>
                  <a:lnTo>
                    <a:pt x="1561998" y="684872"/>
                  </a:lnTo>
                  <a:lnTo>
                    <a:pt x="1560804" y="630275"/>
                  </a:lnTo>
                  <a:lnTo>
                    <a:pt x="1557756" y="515708"/>
                  </a:lnTo>
                  <a:lnTo>
                    <a:pt x="1551165" y="289801"/>
                  </a:lnTo>
                  <a:lnTo>
                    <a:pt x="1549869" y="239128"/>
                  </a:lnTo>
                  <a:lnTo>
                    <a:pt x="1548879" y="192532"/>
                  </a:lnTo>
                  <a:lnTo>
                    <a:pt x="1548257" y="150901"/>
                  </a:lnTo>
                  <a:lnTo>
                    <a:pt x="1548079" y="115112"/>
                  </a:lnTo>
                  <a:lnTo>
                    <a:pt x="1542961" y="85471"/>
                  </a:lnTo>
                  <a:lnTo>
                    <a:pt x="1504772" y="41084"/>
                  </a:lnTo>
                  <a:lnTo>
                    <a:pt x="1436458" y="14122"/>
                  </a:lnTo>
                  <a:lnTo>
                    <a:pt x="1393698" y="6261"/>
                  </a:lnTo>
                  <a:lnTo>
                    <a:pt x="1346606" y="1676"/>
                  </a:lnTo>
                  <a:lnTo>
                    <a:pt x="1296289" y="0"/>
                  </a:lnTo>
                  <a:lnTo>
                    <a:pt x="1243799" y="850"/>
                  </a:lnTo>
                  <a:lnTo>
                    <a:pt x="1190205" y="3898"/>
                  </a:lnTo>
                  <a:lnTo>
                    <a:pt x="1136586" y="8763"/>
                  </a:lnTo>
                  <a:lnTo>
                    <a:pt x="1084021" y="15074"/>
                  </a:lnTo>
                  <a:lnTo>
                    <a:pt x="1033564" y="22479"/>
                  </a:lnTo>
                  <a:lnTo>
                    <a:pt x="986307" y="30619"/>
                  </a:lnTo>
                  <a:lnTo>
                    <a:pt x="943317" y="39128"/>
                  </a:lnTo>
                  <a:lnTo>
                    <a:pt x="905649" y="47637"/>
                  </a:lnTo>
                  <a:lnTo>
                    <a:pt x="864895" y="64122"/>
                  </a:lnTo>
                  <a:lnTo>
                    <a:pt x="852246" y="109499"/>
                  </a:lnTo>
                  <a:lnTo>
                    <a:pt x="846620" y="186410"/>
                  </a:lnTo>
                  <a:lnTo>
                    <a:pt x="845896" y="234137"/>
                  </a:lnTo>
                  <a:lnTo>
                    <a:pt x="846289" y="286677"/>
                  </a:lnTo>
                  <a:lnTo>
                    <a:pt x="847572" y="343039"/>
                  </a:lnTo>
                  <a:lnTo>
                    <a:pt x="849541" y="402183"/>
                  </a:lnTo>
                  <a:lnTo>
                    <a:pt x="851966" y="463092"/>
                  </a:lnTo>
                  <a:lnTo>
                    <a:pt x="859917" y="646277"/>
                  </a:lnTo>
                  <a:lnTo>
                    <a:pt x="861758" y="695655"/>
                  </a:lnTo>
                  <a:lnTo>
                    <a:pt x="845858" y="685711"/>
                  </a:lnTo>
                  <a:lnTo>
                    <a:pt x="690943" y="587641"/>
                  </a:lnTo>
                  <a:lnTo>
                    <a:pt x="639330" y="555205"/>
                  </a:lnTo>
                  <a:lnTo>
                    <a:pt x="589013" y="524065"/>
                  </a:lnTo>
                  <a:lnTo>
                    <a:pt x="540778" y="494893"/>
                  </a:lnTo>
                  <a:lnTo>
                    <a:pt x="495401" y="468401"/>
                  </a:lnTo>
                  <a:lnTo>
                    <a:pt x="453644" y="445262"/>
                  </a:lnTo>
                  <a:lnTo>
                    <a:pt x="416306" y="426199"/>
                  </a:lnTo>
                  <a:lnTo>
                    <a:pt x="357949" y="402996"/>
                  </a:lnTo>
                  <a:lnTo>
                    <a:pt x="338493" y="400253"/>
                  </a:lnTo>
                  <a:lnTo>
                    <a:pt x="326542" y="404342"/>
                  </a:lnTo>
                  <a:lnTo>
                    <a:pt x="277774" y="455828"/>
                  </a:lnTo>
                  <a:lnTo>
                    <a:pt x="248996" y="488886"/>
                  </a:lnTo>
                  <a:lnTo>
                    <a:pt x="218414" y="525818"/>
                  </a:lnTo>
                  <a:lnTo>
                    <a:pt x="186867" y="565886"/>
                  </a:lnTo>
                  <a:lnTo>
                    <a:pt x="155232" y="608342"/>
                  </a:lnTo>
                  <a:lnTo>
                    <a:pt x="124320" y="652424"/>
                  </a:lnTo>
                  <a:lnTo>
                    <a:pt x="95008" y="697382"/>
                  </a:lnTo>
                  <a:lnTo>
                    <a:pt x="68135" y="742480"/>
                  </a:lnTo>
                  <a:lnTo>
                    <a:pt x="44538" y="786955"/>
                  </a:lnTo>
                  <a:lnTo>
                    <a:pt x="25082" y="830084"/>
                  </a:lnTo>
                  <a:lnTo>
                    <a:pt x="10617" y="871080"/>
                  </a:lnTo>
                  <a:lnTo>
                    <a:pt x="1968" y="909218"/>
                  </a:lnTo>
                  <a:lnTo>
                    <a:pt x="0" y="943749"/>
                  </a:lnTo>
                  <a:lnTo>
                    <a:pt x="5562" y="973912"/>
                  </a:lnTo>
                  <a:lnTo>
                    <a:pt x="19507" y="998969"/>
                  </a:lnTo>
                  <a:lnTo>
                    <a:pt x="42659" y="1018159"/>
                  </a:lnTo>
                  <a:lnTo>
                    <a:pt x="73621" y="1036116"/>
                  </a:lnTo>
                  <a:lnTo>
                    <a:pt x="109410" y="1057389"/>
                  </a:lnTo>
                  <a:lnTo>
                    <a:pt x="149326" y="1081443"/>
                  </a:lnTo>
                  <a:lnTo>
                    <a:pt x="192633" y="1107795"/>
                  </a:lnTo>
                  <a:lnTo>
                    <a:pt x="385279" y="1225956"/>
                  </a:lnTo>
                  <a:lnTo>
                    <a:pt x="483120" y="1285633"/>
                  </a:lnTo>
                  <a:lnTo>
                    <a:pt x="518337" y="1306893"/>
                  </a:lnTo>
                  <a:lnTo>
                    <a:pt x="508419" y="1313116"/>
                  </a:lnTo>
                  <a:lnTo>
                    <a:pt x="460044" y="1343025"/>
                  </a:lnTo>
                  <a:lnTo>
                    <a:pt x="578878" y="1343025"/>
                  </a:lnTo>
                  <a:lnTo>
                    <a:pt x="863866" y="1343025"/>
                  </a:lnTo>
                  <a:lnTo>
                    <a:pt x="1560385" y="1343025"/>
                  </a:lnTo>
                  <a:lnTo>
                    <a:pt x="1830400" y="1343025"/>
                  </a:lnTo>
                  <a:lnTo>
                    <a:pt x="1949234" y="1343025"/>
                  </a:lnTo>
                  <a:lnTo>
                    <a:pt x="1900847" y="1313116"/>
                  </a:lnTo>
                  <a:lnTo>
                    <a:pt x="1890915" y="1306893"/>
                  </a:lnTo>
                  <a:lnTo>
                    <a:pt x="1926170" y="1285633"/>
                  </a:lnTo>
                  <a:lnTo>
                    <a:pt x="2024011" y="1225956"/>
                  </a:lnTo>
                  <a:lnTo>
                    <a:pt x="2216658" y="1107795"/>
                  </a:lnTo>
                  <a:lnTo>
                    <a:pt x="2259965" y="1081443"/>
                  </a:lnTo>
                  <a:lnTo>
                    <a:pt x="2299881" y="1057389"/>
                  </a:lnTo>
                  <a:lnTo>
                    <a:pt x="2335669" y="1036116"/>
                  </a:lnTo>
                  <a:lnTo>
                    <a:pt x="2366619" y="1018159"/>
                  </a:lnTo>
                  <a:lnTo>
                    <a:pt x="2389784" y="998969"/>
                  </a:lnTo>
                  <a:lnTo>
                    <a:pt x="2403716" y="973912"/>
                  </a:lnTo>
                  <a:lnTo>
                    <a:pt x="2409279" y="943749"/>
                  </a:lnTo>
                  <a:close/>
                </a:path>
              </a:pathLst>
            </a:custGeom>
            <a:solidFill>
              <a:srgbClr val="2D8BB9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463133" y="9760062"/>
              <a:ext cx="84455" cy="527050"/>
            </a:xfrm>
            <a:custGeom>
              <a:avLst/>
              <a:gdLst/>
              <a:ahLst/>
              <a:cxnLst/>
              <a:rect l="l" t="t" r="r" b="b"/>
              <a:pathLst>
                <a:path w="84455" h="527050">
                  <a:moveTo>
                    <a:pt x="83636" y="526937"/>
                  </a:moveTo>
                  <a:lnTo>
                    <a:pt x="2087" y="526937"/>
                  </a:lnTo>
                  <a:lnTo>
                    <a:pt x="2123" y="389192"/>
                  </a:lnTo>
                  <a:lnTo>
                    <a:pt x="1793" y="331022"/>
                  </a:lnTo>
                  <a:lnTo>
                    <a:pt x="431" y="197670"/>
                  </a:lnTo>
                  <a:lnTo>
                    <a:pt x="0" y="134194"/>
                  </a:lnTo>
                  <a:lnTo>
                    <a:pt x="135" y="80652"/>
                  </a:lnTo>
                  <a:lnTo>
                    <a:pt x="1137" y="42900"/>
                  </a:lnTo>
                  <a:lnTo>
                    <a:pt x="3306" y="26788"/>
                  </a:lnTo>
                  <a:lnTo>
                    <a:pt x="23410" y="9826"/>
                  </a:lnTo>
                  <a:lnTo>
                    <a:pt x="49698" y="0"/>
                  </a:lnTo>
                  <a:lnTo>
                    <a:pt x="72528" y="10704"/>
                  </a:lnTo>
                  <a:lnTo>
                    <a:pt x="82254" y="55337"/>
                  </a:lnTo>
                  <a:lnTo>
                    <a:pt x="82360" y="95672"/>
                  </a:lnTo>
                  <a:lnTo>
                    <a:pt x="84035" y="374297"/>
                  </a:lnTo>
                  <a:lnTo>
                    <a:pt x="83636" y="526937"/>
                  </a:lnTo>
                  <a:close/>
                </a:path>
              </a:pathLst>
            </a:custGeom>
            <a:solidFill>
              <a:srgbClr val="FFFFF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400875" y="9432774"/>
              <a:ext cx="206325" cy="20362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2413704" y="9029826"/>
              <a:ext cx="2223770" cy="1257300"/>
            </a:xfrm>
            <a:custGeom>
              <a:avLst/>
              <a:gdLst/>
              <a:ahLst/>
              <a:cxnLst/>
              <a:rect l="l" t="t" r="r" b="b"/>
              <a:pathLst>
                <a:path w="2223769" h="1257300">
                  <a:moveTo>
                    <a:pt x="281063" y="399605"/>
                  </a:moveTo>
                  <a:lnTo>
                    <a:pt x="280250" y="391452"/>
                  </a:lnTo>
                  <a:lnTo>
                    <a:pt x="269189" y="382397"/>
                  </a:lnTo>
                  <a:lnTo>
                    <a:pt x="261010" y="383209"/>
                  </a:lnTo>
                  <a:lnTo>
                    <a:pt x="246113" y="401358"/>
                  </a:lnTo>
                  <a:lnTo>
                    <a:pt x="184594" y="474472"/>
                  </a:lnTo>
                  <a:lnTo>
                    <a:pt x="155486" y="509981"/>
                  </a:lnTo>
                  <a:lnTo>
                    <a:pt x="126961" y="546709"/>
                  </a:lnTo>
                  <a:lnTo>
                    <a:pt x="99695" y="584809"/>
                  </a:lnTo>
                  <a:lnTo>
                    <a:pt x="74358" y="624446"/>
                  </a:lnTo>
                  <a:lnTo>
                    <a:pt x="51638" y="665759"/>
                  </a:lnTo>
                  <a:lnTo>
                    <a:pt x="32207" y="708914"/>
                  </a:lnTo>
                  <a:lnTo>
                    <a:pt x="16725" y="754049"/>
                  </a:lnTo>
                  <a:lnTo>
                    <a:pt x="5892" y="801344"/>
                  </a:lnTo>
                  <a:lnTo>
                    <a:pt x="368" y="850950"/>
                  </a:lnTo>
                  <a:lnTo>
                    <a:pt x="0" y="858088"/>
                  </a:lnTo>
                  <a:lnTo>
                    <a:pt x="5486" y="864184"/>
                  </a:lnTo>
                  <a:lnTo>
                    <a:pt x="13309" y="864565"/>
                  </a:lnTo>
                  <a:lnTo>
                    <a:pt x="20154" y="864565"/>
                  </a:lnTo>
                  <a:lnTo>
                    <a:pt x="25869" y="859205"/>
                  </a:lnTo>
                  <a:lnTo>
                    <a:pt x="26225" y="852297"/>
                  </a:lnTo>
                  <a:lnTo>
                    <a:pt x="32473" y="800049"/>
                  </a:lnTo>
                  <a:lnTo>
                    <a:pt x="45008" y="750290"/>
                  </a:lnTo>
                  <a:lnTo>
                    <a:pt x="62953" y="702830"/>
                  </a:lnTo>
                  <a:lnTo>
                    <a:pt x="85382" y="657504"/>
                  </a:lnTo>
                  <a:lnTo>
                    <a:pt x="111404" y="614133"/>
                  </a:lnTo>
                  <a:lnTo>
                    <a:pt x="140119" y="572541"/>
                  </a:lnTo>
                  <a:lnTo>
                    <a:pt x="170624" y="532561"/>
                  </a:lnTo>
                  <a:lnTo>
                    <a:pt x="202006" y="494030"/>
                  </a:lnTo>
                  <a:lnTo>
                    <a:pt x="255422" y="430631"/>
                  </a:lnTo>
                  <a:lnTo>
                    <a:pt x="281063" y="399605"/>
                  </a:lnTo>
                  <a:close/>
                </a:path>
                <a:path w="2223769" h="1257300">
                  <a:moveTo>
                    <a:pt x="1168107" y="1257173"/>
                  </a:moveTo>
                  <a:lnTo>
                    <a:pt x="1163027" y="1251877"/>
                  </a:lnTo>
                  <a:lnTo>
                    <a:pt x="1154836" y="1251699"/>
                  </a:lnTo>
                  <a:lnTo>
                    <a:pt x="1149121" y="1257173"/>
                  </a:lnTo>
                  <a:lnTo>
                    <a:pt x="1168107" y="1257173"/>
                  </a:lnTo>
                  <a:close/>
                </a:path>
                <a:path w="2223769" h="1257300">
                  <a:moveTo>
                    <a:pt x="1212062" y="666432"/>
                  </a:moveTo>
                  <a:lnTo>
                    <a:pt x="1206449" y="660463"/>
                  </a:lnTo>
                  <a:lnTo>
                    <a:pt x="1199299" y="660260"/>
                  </a:lnTo>
                  <a:lnTo>
                    <a:pt x="1141793" y="661898"/>
                  </a:lnTo>
                  <a:lnTo>
                    <a:pt x="1089533" y="670191"/>
                  </a:lnTo>
                  <a:lnTo>
                    <a:pt x="1042822" y="684961"/>
                  </a:lnTo>
                  <a:lnTo>
                    <a:pt x="1002004" y="706056"/>
                  </a:lnTo>
                  <a:lnTo>
                    <a:pt x="967371" y="733310"/>
                  </a:lnTo>
                  <a:lnTo>
                    <a:pt x="939253" y="766546"/>
                  </a:lnTo>
                  <a:lnTo>
                    <a:pt x="917956" y="805611"/>
                  </a:lnTo>
                  <a:lnTo>
                    <a:pt x="904176" y="849744"/>
                  </a:lnTo>
                  <a:lnTo>
                    <a:pt x="898486" y="896810"/>
                  </a:lnTo>
                  <a:lnTo>
                    <a:pt x="900582" y="945705"/>
                  </a:lnTo>
                  <a:lnTo>
                    <a:pt x="910158" y="995260"/>
                  </a:lnTo>
                  <a:lnTo>
                    <a:pt x="926922" y="1044359"/>
                  </a:lnTo>
                  <a:lnTo>
                    <a:pt x="950556" y="1091844"/>
                  </a:lnTo>
                  <a:lnTo>
                    <a:pt x="980744" y="1136586"/>
                  </a:lnTo>
                  <a:lnTo>
                    <a:pt x="1017206" y="1177429"/>
                  </a:lnTo>
                  <a:lnTo>
                    <a:pt x="1022997" y="1181112"/>
                  </a:lnTo>
                  <a:lnTo>
                    <a:pt x="1026261" y="1181112"/>
                  </a:lnTo>
                  <a:lnTo>
                    <a:pt x="1029614" y="1181112"/>
                  </a:lnTo>
                  <a:lnTo>
                    <a:pt x="1032992" y="1179791"/>
                  </a:lnTo>
                  <a:lnTo>
                    <a:pt x="1040523" y="1172083"/>
                  </a:lnTo>
                  <a:lnTo>
                    <a:pt x="1040422" y="1163891"/>
                  </a:lnTo>
                  <a:lnTo>
                    <a:pt x="1035304" y="1158900"/>
                  </a:lnTo>
                  <a:lnTo>
                    <a:pt x="1001356" y="1120940"/>
                  </a:lnTo>
                  <a:lnTo>
                    <a:pt x="973201" y="1079474"/>
                  </a:lnTo>
                  <a:lnTo>
                    <a:pt x="951115" y="1035545"/>
                  </a:lnTo>
                  <a:lnTo>
                    <a:pt x="935380" y="990193"/>
                  </a:lnTo>
                  <a:lnTo>
                    <a:pt x="926299" y="944499"/>
                  </a:lnTo>
                  <a:lnTo>
                    <a:pt x="924153" y="899477"/>
                  </a:lnTo>
                  <a:lnTo>
                    <a:pt x="929220" y="856208"/>
                  </a:lnTo>
                  <a:lnTo>
                    <a:pt x="941793" y="815733"/>
                  </a:lnTo>
                  <a:lnTo>
                    <a:pt x="964742" y="775550"/>
                  </a:lnTo>
                  <a:lnTo>
                    <a:pt x="996226" y="742467"/>
                  </a:lnTo>
                  <a:lnTo>
                    <a:pt x="1035812" y="716749"/>
                  </a:lnTo>
                  <a:lnTo>
                    <a:pt x="1083043" y="698627"/>
                  </a:lnTo>
                  <a:lnTo>
                    <a:pt x="1137437" y="688340"/>
                  </a:lnTo>
                  <a:lnTo>
                    <a:pt x="1198537" y="686155"/>
                  </a:lnTo>
                  <a:lnTo>
                    <a:pt x="1205585" y="686384"/>
                  </a:lnTo>
                  <a:lnTo>
                    <a:pt x="1211656" y="680732"/>
                  </a:lnTo>
                  <a:lnTo>
                    <a:pt x="1212062" y="666432"/>
                  </a:lnTo>
                  <a:close/>
                </a:path>
                <a:path w="2223769" h="1257300">
                  <a:moveTo>
                    <a:pt x="1328750" y="39039"/>
                  </a:moveTo>
                  <a:lnTo>
                    <a:pt x="1275803" y="12496"/>
                  </a:lnTo>
                  <a:lnTo>
                    <a:pt x="1230528" y="3429"/>
                  </a:lnTo>
                  <a:lnTo>
                    <a:pt x="1183944" y="0"/>
                  </a:lnTo>
                  <a:lnTo>
                    <a:pt x="1136408" y="1066"/>
                  </a:lnTo>
                  <a:lnTo>
                    <a:pt x="1088275" y="5486"/>
                  </a:lnTo>
                  <a:lnTo>
                    <a:pt x="1039888" y="12115"/>
                  </a:lnTo>
                  <a:lnTo>
                    <a:pt x="948182" y="26784"/>
                  </a:lnTo>
                  <a:lnTo>
                    <a:pt x="905916" y="32766"/>
                  </a:lnTo>
                  <a:lnTo>
                    <a:pt x="864781" y="36995"/>
                  </a:lnTo>
                  <a:lnTo>
                    <a:pt x="824750" y="38684"/>
                  </a:lnTo>
                  <a:lnTo>
                    <a:pt x="817587" y="38709"/>
                  </a:lnTo>
                  <a:lnTo>
                    <a:pt x="811822" y="44526"/>
                  </a:lnTo>
                  <a:lnTo>
                    <a:pt x="811885" y="58826"/>
                  </a:lnTo>
                  <a:lnTo>
                    <a:pt x="817676" y="64579"/>
                  </a:lnTo>
                  <a:lnTo>
                    <a:pt x="824801" y="64579"/>
                  </a:lnTo>
                  <a:lnTo>
                    <a:pt x="866609" y="62814"/>
                  </a:lnTo>
                  <a:lnTo>
                    <a:pt x="909421" y="58407"/>
                  </a:lnTo>
                  <a:lnTo>
                    <a:pt x="952690" y="52285"/>
                  </a:lnTo>
                  <a:lnTo>
                    <a:pt x="1050188" y="36766"/>
                  </a:lnTo>
                  <a:lnTo>
                    <a:pt x="1104531" y="29756"/>
                  </a:lnTo>
                  <a:lnTo>
                    <a:pt x="1158201" y="26060"/>
                  </a:lnTo>
                  <a:lnTo>
                    <a:pt x="1210525" y="27381"/>
                  </a:lnTo>
                  <a:lnTo>
                    <a:pt x="1260868" y="35420"/>
                  </a:lnTo>
                  <a:lnTo>
                    <a:pt x="1308582" y="51892"/>
                  </a:lnTo>
                  <a:lnTo>
                    <a:pt x="1315072" y="54876"/>
                  </a:lnTo>
                  <a:lnTo>
                    <a:pt x="1322755" y="52044"/>
                  </a:lnTo>
                  <a:lnTo>
                    <a:pt x="1328750" y="39039"/>
                  </a:lnTo>
                  <a:close/>
                </a:path>
                <a:path w="2223769" h="1257300">
                  <a:moveTo>
                    <a:pt x="2223744" y="860856"/>
                  </a:moveTo>
                  <a:lnTo>
                    <a:pt x="2218055" y="818337"/>
                  </a:lnTo>
                  <a:lnTo>
                    <a:pt x="2206688" y="778040"/>
                  </a:lnTo>
                  <a:lnTo>
                    <a:pt x="2189988" y="734098"/>
                  </a:lnTo>
                  <a:lnTo>
                    <a:pt x="2168690" y="687793"/>
                  </a:lnTo>
                  <a:lnTo>
                    <a:pt x="2143569" y="640384"/>
                  </a:lnTo>
                  <a:lnTo>
                    <a:pt x="2115375" y="593128"/>
                  </a:lnTo>
                  <a:lnTo>
                    <a:pt x="2084870" y="547319"/>
                  </a:lnTo>
                  <a:lnTo>
                    <a:pt x="2052815" y="504215"/>
                  </a:lnTo>
                  <a:lnTo>
                    <a:pt x="2019947" y="465099"/>
                  </a:lnTo>
                  <a:lnTo>
                    <a:pt x="1987054" y="431215"/>
                  </a:lnTo>
                  <a:lnTo>
                    <a:pt x="1954872" y="403847"/>
                  </a:lnTo>
                  <a:lnTo>
                    <a:pt x="1949145" y="399567"/>
                  </a:lnTo>
                  <a:lnTo>
                    <a:pt x="1941029" y="400723"/>
                  </a:lnTo>
                  <a:lnTo>
                    <a:pt x="1932444" y="412153"/>
                  </a:lnTo>
                  <a:lnTo>
                    <a:pt x="1933600" y="420268"/>
                  </a:lnTo>
                  <a:lnTo>
                    <a:pt x="1939315" y="424573"/>
                  </a:lnTo>
                  <a:lnTo>
                    <a:pt x="1974913" y="455269"/>
                  </a:lnTo>
                  <a:lnTo>
                    <a:pt x="2010664" y="493344"/>
                  </a:lnTo>
                  <a:lnTo>
                    <a:pt x="2045690" y="537057"/>
                  </a:lnTo>
                  <a:lnTo>
                    <a:pt x="2079129" y="584695"/>
                  </a:lnTo>
                  <a:lnTo>
                    <a:pt x="2110105" y="634492"/>
                  </a:lnTo>
                  <a:lnTo>
                    <a:pt x="2137740" y="684720"/>
                  </a:lnTo>
                  <a:lnTo>
                    <a:pt x="2161171" y="733653"/>
                  </a:lnTo>
                  <a:lnTo>
                    <a:pt x="2179510" y="779551"/>
                  </a:lnTo>
                  <a:lnTo>
                    <a:pt x="2191893" y="820674"/>
                  </a:lnTo>
                  <a:lnTo>
                    <a:pt x="2197874" y="862139"/>
                  </a:lnTo>
                  <a:lnTo>
                    <a:pt x="2203564" y="867448"/>
                  </a:lnTo>
                  <a:lnTo>
                    <a:pt x="2210371" y="867448"/>
                  </a:lnTo>
                  <a:lnTo>
                    <a:pt x="2218309" y="866990"/>
                  </a:lnTo>
                  <a:lnTo>
                    <a:pt x="2223744" y="860856"/>
                  </a:lnTo>
                  <a:close/>
                </a:path>
              </a:pathLst>
            </a:custGeom>
            <a:solidFill>
              <a:srgbClr val="40426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50869" y="5143500"/>
              <a:ext cx="5638799" cy="41147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3351" y="3136391"/>
            <a:ext cx="7382255" cy="462991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652540" y="2571308"/>
            <a:ext cx="6983095" cy="4973320"/>
          </a:xfrm>
          <a:prstGeom prst="rect">
            <a:avLst/>
          </a:prstGeom>
        </p:spPr>
        <p:txBody>
          <a:bodyPr vert="horz" wrap="square" lIns="0" tIns="526415" rIns="0" bIns="0" rtlCol="0">
            <a:spAutoFit/>
          </a:bodyPr>
          <a:lstStyle/>
          <a:p>
            <a:pPr marL="1374140" marR="5080" indent="-1362075">
              <a:lnSpc>
                <a:spcPts val="17400"/>
              </a:lnSpc>
              <a:spcBef>
                <a:spcPts val="4145"/>
              </a:spcBef>
            </a:pPr>
            <a:r>
              <a:rPr sz="17950" spc="1185" dirty="0"/>
              <a:t>Thank </a:t>
            </a:r>
            <a:r>
              <a:rPr sz="17950" spc="1110" dirty="0"/>
              <a:t>You</a:t>
            </a:r>
            <a:endParaRPr sz="1795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71248" y="4737258"/>
            <a:ext cx="5319675" cy="554974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24599" y="17103"/>
            <a:ext cx="3861715" cy="392201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870016" y="0"/>
            <a:ext cx="16609060" cy="10287000"/>
            <a:chOff x="870016" y="0"/>
            <a:chExt cx="16609060" cy="1028700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0016" y="4925500"/>
              <a:ext cx="4606415" cy="53614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477052" y="0"/>
              <a:ext cx="5001504" cy="457537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200087" y="0"/>
              <a:ext cx="2409825" cy="2046605"/>
            </a:xfrm>
            <a:custGeom>
              <a:avLst/>
              <a:gdLst/>
              <a:ahLst/>
              <a:cxnLst/>
              <a:rect l="l" t="t" r="r" b="b"/>
              <a:pathLst>
                <a:path w="2409825" h="2046605">
                  <a:moveTo>
                    <a:pt x="2409431" y="1212862"/>
                  </a:moveTo>
                  <a:lnTo>
                    <a:pt x="2381046" y="1150188"/>
                  </a:lnTo>
                  <a:lnTo>
                    <a:pt x="2351989" y="1123899"/>
                  </a:lnTo>
                  <a:lnTo>
                    <a:pt x="2316327" y="1097940"/>
                  </a:lnTo>
                  <a:lnTo>
                    <a:pt x="2276030" y="1070317"/>
                  </a:lnTo>
                  <a:lnTo>
                    <a:pt x="2235263" y="1043241"/>
                  </a:lnTo>
                  <a:lnTo>
                    <a:pt x="2194102" y="1016596"/>
                  </a:lnTo>
                  <a:lnTo>
                    <a:pt x="2152612" y="990320"/>
                  </a:lnTo>
                  <a:lnTo>
                    <a:pt x="2110879" y="964323"/>
                  </a:lnTo>
                  <a:lnTo>
                    <a:pt x="2068957" y="938491"/>
                  </a:lnTo>
                  <a:lnTo>
                    <a:pt x="1942846" y="861275"/>
                  </a:lnTo>
                  <a:lnTo>
                    <a:pt x="1900936" y="835329"/>
                  </a:lnTo>
                  <a:lnTo>
                    <a:pt x="1891004" y="829106"/>
                  </a:lnTo>
                  <a:lnTo>
                    <a:pt x="1926247" y="807834"/>
                  </a:lnTo>
                  <a:lnTo>
                    <a:pt x="2024087" y="748169"/>
                  </a:lnTo>
                  <a:lnTo>
                    <a:pt x="2216747" y="629996"/>
                  </a:lnTo>
                  <a:lnTo>
                    <a:pt x="2260041" y="603656"/>
                  </a:lnTo>
                  <a:lnTo>
                    <a:pt x="2299957" y="579602"/>
                  </a:lnTo>
                  <a:lnTo>
                    <a:pt x="2335746" y="558330"/>
                  </a:lnTo>
                  <a:lnTo>
                    <a:pt x="2366695" y="540372"/>
                  </a:lnTo>
                  <a:lnTo>
                    <a:pt x="2389860" y="521169"/>
                  </a:lnTo>
                  <a:lnTo>
                    <a:pt x="2403792" y="496125"/>
                  </a:lnTo>
                  <a:lnTo>
                    <a:pt x="2409355" y="465950"/>
                  </a:lnTo>
                  <a:lnTo>
                    <a:pt x="2407386" y="431431"/>
                  </a:lnTo>
                  <a:lnTo>
                    <a:pt x="2398738" y="393293"/>
                  </a:lnTo>
                  <a:lnTo>
                    <a:pt x="2384260" y="352285"/>
                  </a:lnTo>
                  <a:lnTo>
                    <a:pt x="2364803" y="309168"/>
                  </a:lnTo>
                  <a:lnTo>
                    <a:pt x="2341219" y="264693"/>
                  </a:lnTo>
                  <a:lnTo>
                    <a:pt x="2314333" y="219595"/>
                  </a:lnTo>
                  <a:lnTo>
                    <a:pt x="2285022" y="174625"/>
                  </a:lnTo>
                  <a:lnTo>
                    <a:pt x="2254123" y="130543"/>
                  </a:lnTo>
                  <a:lnTo>
                    <a:pt x="2222474" y="88099"/>
                  </a:lnTo>
                  <a:lnTo>
                    <a:pt x="2190940" y="48031"/>
                  </a:lnTo>
                  <a:lnTo>
                    <a:pt x="2160346" y="11087"/>
                  </a:lnTo>
                  <a:lnTo>
                    <a:pt x="2150694" y="0"/>
                  </a:lnTo>
                  <a:lnTo>
                    <a:pt x="1897875" y="0"/>
                  </a:lnTo>
                  <a:lnTo>
                    <a:pt x="1820354" y="46266"/>
                  </a:lnTo>
                  <a:lnTo>
                    <a:pt x="1770037" y="77419"/>
                  </a:lnTo>
                  <a:lnTo>
                    <a:pt x="1718424" y="109855"/>
                  </a:lnTo>
                  <a:lnTo>
                    <a:pt x="1563509" y="207924"/>
                  </a:lnTo>
                  <a:lnTo>
                    <a:pt x="1562112" y="208800"/>
                  </a:lnTo>
                  <a:lnTo>
                    <a:pt x="1562087" y="207086"/>
                  </a:lnTo>
                  <a:lnTo>
                    <a:pt x="1560880" y="152476"/>
                  </a:lnTo>
                  <a:lnTo>
                    <a:pt x="1556727" y="0"/>
                  </a:lnTo>
                  <a:lnTo>
                    <a:pt x="852690" y="0"/>
                  </a:lnTo>
                  <a:lnTo>
                    <a:pt x="860005" y="168478"/>
                  </a:lnTo>
                  <a:lnTo>
                    <a:pt x="861834" y="217868"/>
                  </a:lnTo>
                  <a:lnTo>
                    <a:pt x="845934" y="207924"/>
                  </a:lnTo>
                  <a:lnTo>
                    <a:pt x="691019" y="109855"/>
                  </a:lnTo>
                  <a:lnTo>
                    <a:pt x="639406" y="77419"/>
                  </a:lnTo>
                  <a:lnTo>
                    <a:pt x="589089" y="46266"/>
                  </a:lnTo>
                  <a:lnTo>
                    <a:pt x="540854" y="17106"/>
                  </a:lnTo>
                  <a:lnTo>
                    <a:pt x="511568" y="0"/>
                  </a:lnTo>
                  <a:lnTo>
                    <a:pt x="258724" y="0"/>
                  </a:lnTo>
                  <a:lnTo>
                    <a:pt x="218490" y="48031"/>
                  </a:lnTo>
                  <a:lnTo>
                    <a:pt x="186944" y="88099"/>
                  </a:lnTo>
                  <a:lnTo>
                    <a:pt x="155308" y="130543"/>
                  </a:lnTo>
                  <a:lnTo>
                    <a:pt x="124396" y="174625"/>
                  </a:lnTo>
                  <a:lnTo>
                    <a:pt x="95084" y="219595"/>
                  </a:lnTo>
                  <a:lnTo>
                    <a:pt x="68211" y="264693"/>
                  </a:lnTo>
                  <a:lnTo>
                    <a:pt x="44615" y="309168"/>
                  </a:lnTo>
                  <a:lnTo>
                    <a:pt x="25158" y="352285"/>
                  </a:lnTo>
                  <a:lnTo>
                    <a:pt x="10693" y="393293"/>
                  </a:lnTo>
                  <a:lnTo>
                    <a:pt x="2044" y="431431"/>
                  </a:lnTo>
                  <a:lnTo>
                    <a:pt x="88" y="465950"/>
                  </a:lnTo>
                  <a:lnTo>
                    <a:pt x="5638" y="496125"/>
                  </a:lnTo>
                  <a:lnTo>
                    <a:pt x="19583" y="521169"/>
                  </a:lnTo>
                  <a:lnTo>
                    <a:pt x="42735" y="540372"/>
                  </a:lnTo>
                  <a:lnTo>
                    <a:pt x="73698" y="558330"/>
                  </a:lnTo>
                  <a:lnTo>
                    <a:pt x="109486" y="579602"/>
                  </a:lnTo>
                  <a:lnTo>
                    <a:pt x="149402" y="603656"/>
                  </a:lnTo>
                  <a:lnTo>
                    <a:pt x="192709" y="629996"/>
                  </a:lnTo>
                  <a:lnTo>
                    <a:pt x="385356" y="748169"/>
                  </a:lnTo>
                  <a:lnTo>
                    <a:pt x="483196" y="807834"/>
                  </a:lnTo>
                  <a:lnTo>
                    <a:pt x="518426" y="829106"/>
                  </a:lnTo>
                  <a:lnTo>
                    <a:pt x="508495" y="835329"/>
                  </a:lnTo>
                  <a:lnTo>
                    <a:pt x="466585" y="861275"/>
                  </a:lnTo>
                  <a:lnTo>
                    <a:pt x="340474" y="938491"/>
                  </a:lnTo>
                  <a:lnTo>
                    <a:pt x="298564" y="964323"/>
                  </a:lnTo>
                  <a:lnTo>
                    <a:pt x="256819" y="990320"/>
                  </a:lnTo>
                  <a:lnTo>
                    <a:pt x="215328" y="1016596"/>
                  </a:lnTo>
                  <a:lnTo>
                    <a:pt x="174167" y="1043241"/>
                  </a:lnTo>
                  <a:lnTo>
                    <a:pt x="133400" y="1070317"/>
                  </a:lnTo>
                  <a:lnTo>
                    <a:pt x="93091" y="1097940"/>
                  </a:lnTo>
                  <a:lnTo>
                    <a:pt x="57442" y="1123899"/>
                  </a:lnTo>
                  <a:lnTo>
                    <a:pt x="28384" y="1150188"/>
                  </a:lnTo>
                  <a:lnTo>
                    <a:pt x="0" y="1212862"/>
                  </a:lnTo>
                  <a:lnTo>
                    <a:pt x="5626" y="1253807"/>
                  </a:lnTo>
                  <a:lnTo>
                    <a:pt x="27762" y="1304175"/>
                  </a:lnTo>
                  <a:lnTo>
                    <a:pt x="68897" y="1366278"/>
                  </a:lnTo>
                  <a:lnTo>
                    <a:pt x="68757" y="1365910"/>
                  </a:lnTo>
                  <a:lnTo>
                    <a:pt x="89192" y="1400632"/>
                  </a:lnTo>
                  <a:lnTo>
                    <a:pt x="161899" y="1521968"/>
                  </a:lnTo>
                  <a:lnTo>
                    <a:pt x="194017" y="1571777"/>
                  </a:lnTo>
                  <a:lnTo>
                    <a:pt x="223151" y="1607972"/>
                  </a:lnTo>
                  <a:lnTo>
                    <a:pt x="281736" y="1643697"/>
                  </a:lnTo>
                  <a:lnTo>
                    <a:pt x="315836" y="1645348"/>
                  </a:lnTo>
                  <a:lnTo>
                    <a:pt x="356235" y="1637576"/>
                  </a:lnTo>
                  <a:lnTo>
                    <a:pt x="405257" y="1621434"/>
                  </a:lnTo>
                  <a:lnTo>
                    <a:pt x="465226" y="1597964"/>
                  </a:lnTo>
                  <a:lnTo>
                    <a:pt x="512254" y="1578559"/>
                  </a:lnTo>
                  <a:lnTo>
                    <a:pt x="558990" y="1558493"/>
                  </a:lnTo>
                  <a:lnTo>
                    <a:pt x="605459" y="1537817"/>
                  </a:lnTo>
                  <a:lnTo>
                    <a:pt x="651662" y="1516557"/>
                  </a:lnTo>
                  <a:lnTo>
                    <a:pt x="697623" y="1494751"/>
                  </a:lnTo>
                  <a:lnTo>
                    <a:pt x="743369" y="1472450"/>
                  </a:lnTo>
                  <a:lnTo>
                    <a:pt x="788885" y="1449666"/>
                  </a:lnTo>
                  <a:lnTo>
                    <a:pt x="834224" y="1426451"/>
                  </a:lnTo>
                  <a:lnTo>
                    <a:pt x="879233" y="1402918"/>
                  </a:lnTo>
                  <a:lnTo>
                    <a:pt x="880643" y="1445056"/>
                  </a:lnTo>
                  <a:lnTo>
                    <a:pt x="884834" y="1592872"/>
                  </a:lnTo>
                  <a:lnTo>
                    <a:pt x="886371" y="1642084"/>
                  </a:lnTo>
                  <a:lnTo>
                    <a:pt x="888149" y="1691233"/>
                  </a:lnTo>
                  <a:lnTo>
                    <a:pt x="890282" y="1740293"/>
                  </a:lnTo>
                  <a:lnTo>
                    <a:pt x="892898" y="1789252"/>
                  </a:lnTo>
                  <a:lnTo>
                    <a:pt x="896086" y="1838096"/>
                  </a:lnTo>
                  <a:lnTo>
                    <a:pt x="899985" y="1886800"/>
                  </a:lnTo>
                  <a:lnTo>
                    <a:pt x="904760" y="1930654"/>
                  </a:lnTo>
                  <a:lnTo>
                    <a:pt x="913091" y="1968931"/>
                  </a:lnTo>
                  <a:lnTo>
                    <a:pt x="953325" y="2024748"/>
                  </a:lnTo>
                  <a:lnTo>
                    <a:pt x="991628" y="2040255"/>
                  </a:lnTo>
                  <a:lnTo>
                    <a:pt x="1046340" y="2046122"/>
                  </a:lnTo>
                  <a:lnTo>
                    <a:pt x="1120673" y="2041359"/>
                  </a:lnTo>
                  <a:lnTo>
                    <a:pt x="1120279" y="2041283"/>
                  </a:lnTo>
                  <a:lnTo>
                    <a:pt x="1160564" y="2040839"/>
                  </a:lnTo>
                  <a:lnTo>
                    <a:pt x="1302004" y="2038184"/>
                  </a:lnTo>
                  <a:lnTo>
                    <a:pt x="1361186" y="2035124"/>
                  </a:lnTo>
                  <a:lnTo>
                    <a:pt x="1407083" y="2027872"/>
                  </a:lnTo>
                  <a:lnTo>
                    <a:pt x="1467243" y="1994852"/>
                  </a:lnTo>
                  <a:lnTo>
                    <a:pt x="1499006" y="1927199"/>
                  </a:lnTo>
                  <a:lnTo>
                    <a:pt x="1509407" y="1876640"/>
                  </a:lnTo>
                  <a:lnTo>
                    <a:pt x="1518907" y="1812950"/>
                  </a:lnTo>
                  <a:lnTo>
                    <a:pt x="1525473" y="1762493"/>
                  </a:lnTo>
                  <a:lnTo>
                    <a:pt x="1531340" y="1711972"/>
                  </a:lnTo>
                  <a:lnTo>
                    <a:pt x="1536534" y="1661388"/>
                  </a:lnTo>
                  <a:lnTo>
                    <a:pt x="1541094" y="1610728"/>
                  </a:lnTo>
                  <a:lnTo>
                    <a:pt x="1545069" y="1560004"/>
                  </a:lnTo>
                  <a:lnTo>
                    <a:pt x="1548485" y="1509242"/>
                  </a:lnTo>
                  <a:lnTo>
                    <a:pt x="1551393" y="1458417"/>
                  </a:lnTo>
                  <a:lnTo>
                    <a:pt x="1553451" y="1415072"/>
                  </a:lnTo>
                  <a:lnTo>
                    <a:pt x="1575231" y="1426451"/>
                  </a:lnTo>
                  <a:lnTo>
                    <a:pt x="1620558" y="1449666"/>
                  </a:lnTo>
                  <a:lnTo>
                    <a:pt x="1666087" y="1472450"/>
                  </a:lnTo>
                  <a:lnTo>
                    <a:pt x="1711820" y="1494751"/>
                  </a:lnTo>
                  <a:lnTo>
                    <a:pt x="1757781" y="1516557"/>
                  </a:lnTo>
                  <a:lnTo>
                    <a:pt x="1803996" y="1537817"/>
                  </a:lnTo>
                  <a:lnTo>
                    <a:pt x="1850453" y="1558493"/>
                  </a:lnTo>
                  <a:lnTo>
                    <a:pt x="1897189" y="1578559"/>
                  </a:lnTo>
                  <a:lnTo>
                    <a:pt x="1944217" y="1597964"/>
                  </a:lnTo>
                  <a:lnTo>
                    <a:pt x="2004187" y="1621434"/>
                  </a:lnTo>
                  <a:lnTo>
                    <a:pt x="2053209" y="1637576"/>
                  </a:lnTo>
                  <a:lnTo>
                    <a:pt x="2093607" y="1645348"/>
                  </a:lnTo>
                  <a:lnTo>
                    <a:pt x="2127707" y="1643697"/>
                  </a:lnTo>
                  <a:lnTo>
                    <a:pt x="2186292" y="1607972"/>
                  </a:lnTo>
                  <a:lnTo>
                    <a:pt x="2215413" y="1571777"/>
                  </a:lnTo>
                  <a:lnTo>
                    <a:pt x="2247544" y="1521968"/>
                  </a:lnTo>
                  <a:lnTo>
                    <a:pt x="2320239" y="1400632"/>
                  </a:lnTo>
                  <a:lnTo>
                    <a:pt x="2340660" y="1365910"/>
                  </a:lnTo>
                  <a:lnTo>
                    <a:pt x="2340546" y="1366278"/>
                  </a:lnTo>
                  <a:lnTo>
                    <a:pt x="2381669" y="1304175"/>
                  </a:lnTo>
                  <a:lnTo>
                    <a:pt x="2403805" y="1253807"/>
                  </a:lnTo>
                  <a:lnTo>
                    <a:pt x="2409431" y="1212862"/>
                  </a:lnTo>
                  <a:close/>
                </a:path>
              </a:pathLst>
            </a:custGeom>
            <a:solidFill>
              <a:srgbClr val="2D8BB9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362801" y="338297"/>
              <a:ext cx="84455" cy="1213485"/>
            </a:xfrm>
            <a:custGeom>
              <a:avLst/>
              <a:gdLst/>
              <a:ahLst/>
              <a:cxnLst/>
              <a:rect l="l" t="t" r="r" b="b"/>
              <a:pathLst>
                <a:path w="84454" h="1213485">
                  <a:moveTo>
                    <a:pt x="18442" y="1213099"/>
                  </a:moveTo>
                  <a:lnTo>
                    <a:pt x="7527" y="1173279"/>
                  </a:lnTo>
                  <a:lnTo>
                    <a:pt x="5460" y="1091128"/>
                  </a:lnTo>
                  <a:lnTo>
                    <a:pt x="4903" y="1043948"/>
                  </a:lnTo>
                  <a:lnTo>
                    <a:pt x="3832" y="901749"/>
                  </a:lnTo>
                  <a:lnTo>
                    <a:pt x="2762" y="802832"/>
                  </a:lnTo>
                  <a:lnTo>
                    <a:pt x="2388" y="751219"/>
                  </a:lnTo>
                  <a:lnTo>
                    <a:pt x="2061" y="647850"/>
                  </a:lnTo>
                  <a:lnTo>
                    <a:pt x="2123" y="389192"/>
                  </a:lnTo>
                  <a:lnTo>
                    <a:pt x="1793" y="331022"/>
                  </a:lnTo>
                  <a:lnTo>
                    <a:pt x="431" y="197670"/>
                  </a:lnTo>
                  <a:lnTo>
                    <a:pt x="0" y="134193"/>
                  </a:lnTo>
                  <a:lnTo>
                    <a:pt x="135" y="80652"/>
                  </a:lnTo>
                  <a:lnTo>
                    <a:pt x="1137" y="42900"/>
                  </a:lnTo>
                  <a:lnTo>
                    <a:pt x="3306" y="26788"/>
                  </a:lnTo>
                  <a:lnTo>
                    <a:pt x="23410" y="9826"/>
                  </a:lnTo>
                  <a:lnTo>
                    <a:pt x="49698" y="0"/>
                  </a:lnTo>
                  <a:lnTo>
                    <a:pt x="72528" y="10704"/>
                  </a:lnTo>
                  <a:lnTo>
                    <a:pt x="82254" y="55337"/>
                  </a:lnTo>
                  <a:lnTo>
                    <a:pt x="82360" y="95672"/>
                  </a:lnTo>
                  <a:lnTo>
                    <a:pt x="84035" y="374297"/>
                  </a:lnTo>
                  <a:lnTo>
                    <a:pt x="83744" y="465238"/>
                  </a:lnTo>
                  <a:lnTo>
                    <a:pt x="83589" y="809268"/>
                  </a:lnTo>
                  <a:lnTo>
                    <a:pt x="82912" y="907390"/>
                  </a:lnTo>
                  <a:lnTo>
                    <a:pt x="82285" y="956337"/>
                  </a:lnTo>
                  <a:lnTo>
                    <a:pt x="81416" y="1005186"/>
                  </a:lnTo>
                  <a:lnTo>
                    <a:pt x="80270" y="1053919"/>
                  </a:lnTo>
                  <a:lnTo>
                    <a:pt x="78810" y="1102520"/>
                  </a:lnTo>
                  <a:lnTo>
                    <a:pt x="76485" y="1157512"/>
                  </a:lnTo>
                  <a:lnTo>
                    <a:pt x="65717" y="1205973"/>
                  </a:lnTo>
                  <a:lnTo>
                    <a:pt x="32105" y="1212436"/>
                  </a:lnTo>
                  <a:lnTo>
                    <a:pt x="18442" y="1213099"/>
                  </a:lnTo>
                  <a:close/>
                </a:path>
              </a:pathLst>
            </a:custGeom>
            <a:solidFill>
              <a:srgbClr val="FFFFF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00543" y="11009"/>
              <a:ext cx="206325" cy="20362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271855" y="0"/>
              <a:ext cx="2265680" cy="1974850"/>
            </a:xfrm>
            <a:custGeom>
              <a:avLst/>
              <a:gdLst/>
              <a:ahLst/>
              <a:cxnLst/>
              <a:rect l="l" t="t" r="r" b="b"/>
              <a:pathLst>
                <a:path w="2265679" h="1974850">
                  <a:moveTo>
                    <a:pt x="276593" y="1527632"/>
                  </a:moveTo>
                  <a:lnTo>
                    <a:pt x="272986" y="1520253"/>
                  </a:lnTo>
                  <a:lnTo>
                    <a:pt x="266230" y="1517929"/>
                  </a:lnTo>
                  <a:lnTo>
                    <a:pt x="242874" y="1501597"/>
                  </a:lnTo>
                  <a:lnTo>
                    <a:pt x="211175" y="1468374"/>
                  </a:lnTo>
                  <a:lnTo>
                    <a:pt x="174358" y="1423238"/>
                  </a:lnTo>
                  <a:lnTo>
                    <a:pt x="135661" y="1371130"/>
                  </a:lnTo>
                  <a:lnTo>
                    <a:pt x="98323" y="1317028"/>
                  </a:lnTo>
                  <a:lnTo>
                    <a:pt x="65582" y="1265897"/>
                  </a:lnTo>
                  <a:lnTo>
                    <a:pt x="40678" y="1222679"/>
                  </a:lnTo>
                  <a:lnTo>
                    <a:pt x="24625" y="1185570"/>
                  </a:lnTo>
                  <a:lnTo>
                    <a:pt x="17310" y="1181836"/>
                  </a:lnTo>
                  <a:lnTo>
                    <a:pt x="3721" y="1186268"/>
                  </a:lnTo>
                  <a:lnTo>
                    <a:pt x="0" y="1193571"/>
                  </a:lnTo>
                  <a:lnTo>
                    <a:pt x="2209" y="1200365"/>
                  </a:lnTo>
                  <a:lnTo>
                    <a:pt x="35420" y="1265682"/>
                  </a:lnTo>
                  <a:lnTo>
                    <a:pt x="63715" y="1311452"/>
                  </a:lnTo>
                  <a:lnTo>
                    <a:pt x="96862" y="1361160"/>
                  </a:lnTo>
                  <a:lnTo>
                    <a:pt x="132638" y="1411198"/>
                  </a:lnTo>
                  <a:lnTo>
                    <a:pt x="168833" y="1457947"/>
                  </a:lnTo>
                  <a:lnTo>
                    <a:pt x="203238" y="1497812"/>
                  </a:lnTo>
                  <a:lnTo>
                    <a:pt x="233629" y="1527175"/>
                  </a:lnTo>
                  <a:lnTo>
                    <a:pt x="260604" y="1543138"/>
                  </a:lnTo>
                  <a:lnTo>
                    <a:pt x="262013" y="1543138"/>
                  </a:lnTo>
                  <a:lnTo>
                    <a:pt x="267373" y="1543138"/>
                  </a:lnTo>
                  <a:lnTo>
                    <a:pt x="272402" y="1539760"/>
                  </a:lnTo>
                  <a:lnTo>
                    <a:pt x="276593" y="1527632"/>
                  </a:lnTo>
                  <a:close/>
                </a:path>
                <a:path w="2265679" h="1974850">
                  <a:moveTo>
                    <a:pt x="322580" y="7670"/>
                  </a:moveTo>
                  <a:lnTo>
                    <a:pt x="321818" y="0"/>
                  </a:lnTo>
                  <a:lnTo>
                    <a:pt x="295389" y="0"/>
                  </a:lnTo>
                  <a:lnTo>
                    <a:pt x="287629" y="9423"/>
                  </a:lnTo>
                  <a:lnTo>
                    <a:pt x="226110" y="82524"/>
                  </a:lnTo>
                  <a:lnTo>
                    <a:pt x="197002" y="118046"/>
                  </a:lnTo>
                  <a:lnTo>
                    <a:pt x="168478" y="154774"/>
                  </a:lnTo>
                  <a:lnTo>
                    <a:pt x="141211" y="192874"/>
                  </a:lnTo>
                  <a:lnTo>
                    <a:pt x="115887" y="232498"/>
                  </a:lnTo>
                  <a:lnTo>
                    <a:pt x="93167" y="273812"/>
                  </a:lnTo>
                  <a:lnTo>
                    <a:pt x="73723" y="316966"/>
                  </a:lnTo>
                  <a:lnTo>
                    <a:pt x="58254" y="362115"/>
                  </a:lnTo>
                  <a:lnTo>
                    <a:pt x="47409" y="409409"/>
                  </a:lnTo>
                  <a:lnTo>
                    <a:pt x="41884" y="459003"/>
                  </a:lnTo>
                  <a:lnTo>
                    <a:pt x="41516" y="466153"/>
                  </a:lnTo>
                  <a:lnTo>
                    <a:pt x="47002" y="472249"/>
                  </a:lnTo>
                  <a:lnTo>
                    <a:pt x="54140" y="472617"/>
                  </a:lnTo>
                  <a:lnTo>
                    <a:pt x="61671" y="472630"/>
                  </a:lnTo>
                  <a:lnTo>
                    <a:pt x="67386" y="467271"/>
                  </a:lnTo>
                  <a:lnTo>
                    <a:pt x="67754" y="460362"/>
                  </a:lnTo>
                  <a:lnTo>
                    <a:pt x="73990" y="408114"/>
                  </a:lnTo>
                  <a:lnTo>
                    <a:pt x="86537" y="358343"/>
                  </a:lnTo>
                  <a:lnTo>
                    <a:pt x="104470" y="310883"/>
                  </a:lnTo>
                  <a:lnTo>
                    <a:pt x="126898" y="265557"/>
                  </a:lnTo>
                  <a:lnTo>
                    <a:pt x="152933" y="222186"/>
                  </a:lnTo>
                  <a:lnTo>
                    <a:pt x="181635" y="180606"/>
                  </a:lnTo>
                  <a:lnTo>
                    <a:pt x="212140" y="140627"/>
                  </a:lnTo>
                  <a:lnTo>
                    <a:pt x="243535" y="102082"/>
                  </a:lnTo>
                  <a:lnTo>
                    <a:pt x="296938" y="38696"/>
                  </a:lnTo>
                  <a:lnTo>
                    <a:pt x="322580" y="7670"/>
                  </a:lnTo>
                  <a:close/>
                </a:path>
                <a:path w="2265679" h="1974850">
                  <a:moveTo>
                    <a:pt x="1253591" y="274497"/>
                  </a:moveTo>
                  <a:lnTo>
                    <a:pt x="1247965" y="268528"/>
                  </a:lnTo>
                  <a:lnTo>
                    <a:pt x="1240815" y="268325"/>
                  </a:lnTo>
                  <a:lnTo>
                    <a:pt x="1183309" y="269963"/>
                  </a:lnTo>
                  <a:lnTo>
                    <a:pt x="1131049" y="278244"/>
                  </a:lnTo>
                  <a:lnTo>
                    <a:pt x="1084338" y="293027"/>
                  </a:lnTo>
                  <a:lnTo>
                    <a:pt x="1043520" y="314121"/>
                  </a:lnTo>
                  <a:lnTo>
                    <a:pt x="1008888" y="341363"/>
                  </a:lnTo>
                  <a:lnTo>
                    <a:pt x="980770" y="374611"/>
                  </a:lnTo>
                  <a:lnTo>
                    <a:pt x="959472" y="413677"/>
                  </a:lnTo>
                  <a:lnTo>
                    <a:pt x="945692" y="457796"/>
                  </a:lnTo>
                  <a:lnTo>
                    <a:pt x="940003" y="504875"/>
                  </a:lnTo>
                  <a:lnTo>
                    <a:pt x="942098" y="553770"/>
                  </a:lnTo>
                  <a:lnTo>
                    <a:pt x="951687" y="603326"/>
                  </a:lnTo>
                  <a:lnTo>
                    <a:pt x="968438" y="652424"/>
                  </a:lnTo>
                  <a:lnTo>
                    <a:pt x="992073" y="699909"/>
                  </a:lnTo>
                  <a:lnTo>
                    <a:pt x="1022273" y="744639"/>
                  </a:lnTo>
                  <a:lnTo>
                    <a:pt x="1058735" y="785495"/>
                  </a:lnTo>
                  <a:lnTo>
                    <a:pt x="1064514" y="789165"/>
                  </a:lnTo>
                  <a:lnTo>
                    <a:pt x="1067777" y="789165"/>
                  </a:lnTo>
                  <a:lnTo>
                    <a:pt x="1071130" y="789165"/>
                  </a:lnTo>
                  <a:lnTo>
                    <a:pt x="1074508" y="787857"/>
                  </a:lnTo>
                  <a:lnTo>
                    <a:pt x="1082040" y="780148"/>
                  </a:lnTo>
                  <a:lnTo>
                    <a:pt x="1081938" y="771956"/>
                  </a:lnTo>
                  <a:lnTo>
                    <a:pt x="1076820" y="766953"/>
                  </a:lnTo>
                  <a:lnTo>
                    <a:pt x="1042873" y="729005"/>
                  </a:lnTo>
                  <a:lnTo>
                    <a:pt x="1014717" y="687539"/>
                  </a:lnTo>
                  <a:lnTo>
                    <a:pt x="992632" y="643610"/>
                  </a:lnTo>
                  <a:lnTo>
                    <a:pt x="976909" y="598258"/>
                  </a:lnTo>
                  <a:lnTo>
                    <a:pt x="967816" y="552551"/>
                  </a:lnTo>
                  <a:lnTo>
                    <a:pt x="965669" y="507542"/>
                  </a:lnTo>
                  <a:lnTo>
                    <a:pt x="970737" y="464273"/>
                  </a:lnTo>
                  <a:lnTo>
                    <a:pt x="983310" y="423799"/>
                  </a:lnTo>
                  <a:lnTo>
                    <a:pt x="1006259" y="383616"/>
                  </a:lnTo>
                  <a:lnTo>
                    <a:pt x="1037755" y="350532"/>
                  </a:lnTo>
                  <a:lnTo>
                    <a:pt x="1077341" y="324815"/>
                  </a:lnTo>
                  <a:lnTo>
                    <a:pt x="1124559" y="306692"/>
                  </a:lnTo>
                  <a:lnTo>
                    <a:pt x="1178953" y="296405"/>
                  </a:lnTo>
                  <a:lnTo>
                    <a:pt x="1240053" y="294220"/>
                  </a:lnTo>
                  <a:lnTo>
                    <a:pt x="1247101" y="294449"/>
                  </a:lnTo>
                  <a:lnTo>
                    <a:pt x="1253185" y="288798"/>
                  </a:lnTo>
                  <a:lnTo>
                    <a:pt x="1253591" y="274497"/>
                  </a:lnTo>
                  <a:close/>
                </a:path>
                <a:path w="2265679" h="1974850">
                  <a:moveTo>
                    <a:pt x="1320228" y="1073886"/>
                  </a:moveTo>
                  <a:lnTo>
                    <a:pt x="1306423" y="998512"/>
                  </a:lnTo>
                  <a:lnTo>
                    <a:pt x="1284833" y="957783"/>
                  </a:lnTo>
                  <a:lnTo>
                    <a:pt x="1252702" y="913663"/>
                  </a:lnTo>
                  <a:lnTo>
                    <a:pt x="1209509" y="865111"/>
                  </a:lnTo>
                  <a:lnTo>
                    <a:pt x="1196352" y="859764"/>
                  </a:lnTo>
                  <a:lnTo>
                    <a:pt x="1186027" y="869657"/>
                  </a:lnTo>
                  <a:lnTo>
                    <a:pt x="1185849" y="877862"/>
                  </a:lnTo>
                  <a:lnTo>
                    <a:pt x="1190790" y="883018"/>
                  </a:lnTo>
                  <a:lnTo>
                    <a:pt x="1239532" y="938606"/>
                  </a:lnTo>
                  <a:lnTo>
                    <a:pt x="1272374" y="987463"/>
                  </a:lnTo>
                  <a:lnTo>
                    <a:pt x="1290320" y="1031392"/>
                  </a:lnTo>
                  <a:lnTo>
                    <a:pt x="1294371" y="1072235"/>
                  </a:lnTo>
                  <a:lnTo>
                    <a:pt x="1285938" y="1110183"/>
                  </a:lnTo>
                  <a:lnTo>
                    <a:pt x="1265199" y="1148791"/>
                  </a:lnTo>
                  <a:lnTo>
                    <a:pt x="1231658" y="1188745"/>
                  </a:lnTo>
                  <a:lnTo>
                    <a:pt x="1184846" y="1230744"/>
                  </a:lnTo>
                  <a:lnTo>
                    <a:pt x="1139151" y="1267841"/>
                  </a:lnTo>
                  <a:lnTo>
                    <a:pt x="1097991" y="1303832"/>
                  </a:lnTo>
                  <a:lnTo>
                    <a:pt x="1058100" y="1343888"/>
                  </a:lnTo>
                  <a:lnTo>
                    <a:pt x="1024839" y="1386230"/>
                  </a:lnTo>
                  <a:lnTo>
                    <a:pt x="1003630" y="1429080"/>
                  </a:lnTo>
                  <a:lnTo>
                    <a:pt x="999845" y="1470634"/>
                  </a:lnTo>
                  <a:lnTo>
                    <a:pt x="1007516" y="1492897"/>
                  </a:lnTo>
                  <a:lnTo>
                    <a:pt x="1045108" y="1528813"/>
                  </a:lnTo>
                  <a:lnTo>
                    <a:pt x="1077823" y="1543126"/>
                  </a:lnTo>
                  <a:lnTo>
                    <a:pt x="1079271" y="1543126"/>
                  </a:lnTo>
                  <a:lnTo>
                    <a:pt x="1084580" y="1543126"/>
                  </a:lnTo>
                  <a:lnTo>
                    <a:pt x="1089545" y="1539849"/>
                  </a:lnTo>
                  <a:lnTo>
                    <a:pt x="1093889" y="1527822"/>
                  </a:lnTo>
                  <a:lnTo>
                    <a:pt x="1090396" y="1520418"/>
                  </a:lnTo>
                  <a:lnTo>
                    <a:pt x="1083665" y="1517980"/>
                  </a:lnTo>
                  <a:lnTo>
                    <a:pt x="1060272" y="1507629"/>
                  </a:lnTo>
                  <a:lnTo>
                    <a:pt x="1042720" y="1495539"/>
                  </a:lnTo>
                  <a:lnTo>
                    <a:pt x="1031087" y="1481772"/>
                  </a:lnTo>
                  <a:lnTo>
                    <a:pt x="1025385" y="1466367"/>
                  </a:lnTo>
                  <a:lnTo>
                    <a:pt x="1030262" y="1431099"/>
                  </a:lnTo>
                  <a:lnTo>
                    <a:pt x="1051991" y="1392643"/>
                  </a:lnTo>
                  <a:lnTo>
                    <a:pt x="1084821" y="1353540"/>
                  </a:lnTo>
                  <a:lnTo>
                    <a:pt x="1122997" y="1316355"/>
                  </a:lnTo>
                  <a:lnTo>
                    <a:pt x="1160780" y="1283627"/>
                  </a:lnTo>
                  <a:lnTo>
                    <a:pt x="1201102" y="1250899"/>
                  </a:lnTo>
                  <a:lnTo>
                    <a:pt x="1251902" y="1205039"/>
                  </a:lnTo>
                  <a:lnTo>
                    <a:pt x="1288326" y="1160767"/>
                  </a:lnTo>
                  <a:lnTo>
                    <a:pt x="1310932" y="1117307"/>
                  </a:lnTo>
                  <a:lnTo>
                    <a:pt x="1320228" y="1073886"/>
                  </a:lnTo>
                  <a:close/>
                </a:path>
                <a:path w="2265679" h="1974850">
                  <a:moveTo>
                    <a:pt x="1334604" y="1950313"/>
                  </a:moveTo>
                  <a:lnTo>
                    <a:pt x="1333119" y="1936089"/>
                  </a:lnTo>
                  <a:lnTo>
                    <a:pt x="1326807" y="1930933"/>
                  </a:lnTo>
                  <a:lnTo>
                    <a:pt x="1271981" y="1936280"/>
                  </a:lnTo>
                  <a:lnTo>
                    <a:pt x="1223213" y="1940153"/>
                  </a:lnTo>
                  <a:lnTo>
                    <a:pt x="1173200" y="1943303"/>
                  </a:lnTo>
                  <a:lnTo>
                    <a:pt x="1121841" y="1945754"/>
                  </a:lnTo>
                  <a:lnTo>
                    <a:pt x="1068997" y="1947494"/>
                  </a:lnTo>
                  <a:lnTo>
                    <a:pt x="1014552" y="1948535"/>
                  </a:lnTo>
                  <a:lnTo>
                    <a:pt x="951255" y="1948878"/>
                  </a:lnTo>
                  <a:lnTo>
                    <a:pt x="945451" y="1954669"/>
                  </a:lnTo>
                  <a:lnTo>
                    <a:pt x="945451" y="1968982"/>
                  </a:lnTo>
                  <a:lnTo>
                    <a:pt x="951255" y="1974773"/>
                  </a:lnTo>
                  <a:lnTo>
                    <a:pt x="958392" y="1974773"/>
                  </a:lnTo>
                  <a:lnTo>
                    <a:pt x="1014945" y="1974430"/>
                  </a:lnTo>
                  <a:lnTo>
                    <a:pt x="1069771" y="1973376"/>
                  </a:lnTo>
                  <a:lnTo>
                    <a:pt x="1122997" y="1971624"/>
                  </a:lnTo>
                  <a:lnTo>
                    <a:pt x="1174750" y="1969160"/>
                  </a:lnTo>
                  <a:lnTo>
                    <a:pt x="1225143" y="1965972"/>
                  </a:lnTo>
                  <a:lnTo>
                    <a:pt x="1274305" y="1962073"/>
                  </a:lnTo>
                  <a:lnTo>
                    <a:pt x="1329448" y="1956689"/>
                  </a:lnTo>
                  <a:lnTo>
                    <a:pt x="1334604" y="1950313"/>
                  </a:lnTo>
                  <a:close/>
                </a:path>
                <a:path w="2265679" h="1974850">
                  <a:moveTo>
                    <a:pt x="2222068" y="1197229"/>
                  </a:moveTo>
                  <a:lnTo>
                    <a:pt x="2220252" y="1189228"/>
                  </a:lnTo>
                  <a:lnTo>
                    <a:pt x="2208161" y="1181608"/>
                  </a:lnTo>
                  <a:lnTo>
                    <a:pt x="2200160" y="1183398"/>
                  </a:lnTo>
                  <a:lnTo>
                    <a:pt x="2175433" y="1228699"/>
                  </a:lnTo>
                  <a:lnTo>
                    <a:pt x="2128774" y="1329245"/>
                  </a:lnTo>
                  <a:lnTo>
                    <a:pt x="2104301" y="1379461"/>
                  </a:lnTo>
                  <a:lnTo>
                    <a:pt x="2077923" y="1428254"/>
                  </a:lnTo>
                  <a:lnTo>
                    <a:pt x="2050859" y="1470164"/>
                  </a:lnTo>
                  <a:lnTo>
                    <a:pt x="2024316" y="1499730"/>
                  </a:lnTo>
                  <a:lnTo>
                    <a:pt x="1992388" y="1511795"/>
                  </a:lnTo>
                  <a:lnTo>
                    <a:pt x="1986851" y="1517840"/>
                  </a:lnTo>
                  <a:lnTo>
                    <a:pt x="1987473" y="1531950"/>
                  </a:lnTo>
                  <a:lnTo>
                    <a:pt x="1993201" y="1537373"/>
                  </a:lnTo>
                  <a:lnTo>
                    <a:pt x="2000097" y="1537373"/>
                  </a:lnTo>
                  <a:lnTo>
                    <a:pt x="2057514" y="1503413"/>
                  </a:lnTo>
                  <a:lnTo>
                    <a:pt x="2085581" y="1465808"/>
                  </a:lnTo>
                  <a:lnTo>
                    <a:pt x="2114004" y="1417053"/>
                  </a:lnTo>
                  <a:lnTo>
                    <a:pt x="2143214" y="1359077"/>
                  </a:lnTo>
                  <a:lnTo>
                    <a:pt x="2173668" y="1293850"/>
                  </a:lnTo>
                  <a:lnTo>
                    <a:pt x="2186533" y="1265834"/>
                  </a:lnTo>
                  <a:lnTo>
                    <a:pt x="2198344" y="1240764"/>
                  </a:lnTo>
                  <a:lnTo>
                    <a:pt x="2208961" y="1219593"/>
                  </a:lnTo>
                  <a:lnTo>
                    <a:pt x="2218245" y="1203274"/>
                  </a:lnTo>
                  <a:lnTo>
                    <a:pt x="2222068" y="1197229"/>
                  </a:lnTo>
                  <a:close/>
                </a:path>
                <a:path w="2265679" h="1974850">
                  <a:moveTo>
                    <a:pt x="2265261" y="468922"/>
                  </a:moveTo>
                  <a:lnTo>
                    <a:pt x="2259571" y="426402"/>
                  </a:lnTo>
                  <a:lnTo>
                    <a:pt x="2248217" y="386105"/>
                  </a:lnTo>
                  <a:lnTo>
                    <a:pt x="2231504" y="342163"/>
                  </a:lnTo>
                  <a:lnTo>
                    <a:pt x="2210219" y="295859"/>
                  </a:lnTo>
                  <a:lnTo>
                    <a:pt x="2185085" y="248437"/>
                  </a:lnTo>
                  <a:lnTo>
                    <a:pt x="2156904" y="201193"/>
                  </a:lnTo>
                  <a:lnTo>
                    <a:pt x="2126386" y="155384"/>
                  </a:lnTo>
                  <a:lnTo>
                    <a:pt x="2094331" y="112280"/>
                  </a:lnTo>
                  <a:lnTo>
                    <a:pt x="2061464" y="73152"/>
                  </a:lnTo>
                  <a:lnTo>
                    <a:pt x="2028571" y="39281"/>
                  </a:lnTo>
                  <a:lnTo>
                    <a:pt x="1996389" y="11912"/>
                  </a:lnTo>
                  <a:lnTo>
                    <a:pt x="1990661" y="7632"/>
                  </a:lnTo>
                  <a:lnTo>
                    <a:pt x="1982546" y="8775"/>
                  </a:lnTo>
                  <a:lnTo>
                    <a:pt x="1973961" y="20218"/>
                  </a:lnTo>
                  <a:lnTo>
                    <a:pt x="1975129" y="28333"/>
                  </a:lnTo>
                  <a:lnTo>
                    <a:pt x="1980844" y="32639"/>
                  </a:lnTo>
                  <a:lnTo>
                    <a:pt x="2016429" y="63322"/>
                  </a:lnTo>
                  <a:lnTo>
                    <a:pt x="2052180" y="101396"/>
                  </a:lnTo>
                  <a:lnTo>
                    <a:pt x="2087206" y="145122"/>
                  </a:lnTo>
                  <a:lnTo>
                    <a:pt x="2120646" y="192747"/>
                  </a:lnTo>
                  <a:lnTo>
                    <a:pt x="2151621" y="242557"/>
                  </a:lnTo>
                  <a:lnTo>
                    <a:pt x="2179256" y="292785"/>
                  </a:lnTo>
                  <a:lnTo>
                    <a:pt x="2202688" y="341718"/>
                  </a:lnTo>
                  <a:lnTo>
                    <a:pt x="2221026" y="387616"/>
                  </a:lnTo>
                  <a:lnTo>
                    <a:pt x="2233422" y="428726"/>
                  </a:lnTo>
                  <a:lnTo>
                    <a:pt x="2239391" y="470204"/>
                  </a:lnTo>
                  <a:lnTo>
                    <a:pt x="2245080" y="475513"/>
                  </a:lnTo>
                  <a:lnTo>
                    <a:pt x="2251887" y="475513"/>
                  </a:lnTo>
                  <a:lnTo>
                    <a:pt x="2259825" y="475056"/>
                  </a:lnTo>
                  <a:lnTo>
                    <a:pt x="2265261" y="468922"/>
                  </a:lnTo>
                  <a:close/>
                </a:path>
              </a:pathLst>
            </a:custGeom>
            <a:solidFill>
              <a:srgbClr val="40426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260205" y="8638133"/>
              <a:ext cx="2409825" cy="1649095"/>
            </a:xfrm>
            <a:custGeom>
              <a:avLst/>
              <a:gdLst/>
              <a:ahLst/>
              <a:cxnLst/>
              <a:rect l="l" t="t" r="r" b="b"/>
              <a:pathLst>
                <a:path w="2409825" h="1649095">
                  <a:moveTo>
                    <a:pt x="2409266" y="943749"/>
                  </a:moveTo>
                  <a:lnTo>
                    <a:pt x="2398661" y="871080"/>
                  </a:lnTo>
                  <a:lnTo>
                    <a:pt x="2384183" y="830084"/>
                  </a:lnTo>
                  <a:lnTo>
                    <a:pt x="2364727" y="786968"/>
                  </a:lnTo>
                  <a:lnTo>
                    <a:pt x="2341143" y="742480"/>
                  </a:lnTo>
                  <a:lnTo>
                    <a:pt x="2314257" y="697382"/>
                  </a:lnTo>
                  <a:lnTo>
                    <a:pt x="2284946" y="652424"/>
                  </a:lnTo>
                  <a:lnTo>
                    <a:pt x="2254046" y="608342"/>
                  </a:lnTo>
                  <a:lnTo>
                    <a:pt x="2222398" y="565886"/>
                  </a:lnTo>
                  <a:lnTo>
                    <a:pt x="2190851" y="525818"/>
                  </a:lnTo>
                  <a:lnTo>
                    <a:pt x="2160270" y="488886"/>
                  </a:lnTo>
                  <a:lnTo>
                    <a:pt x="2131491" y="455828"/>
                  </a:lnTo>
                  <a:lnTo>
                    <a:pt x="2105355" y="427393"/>
                  </a:lnTo>
                  <a:lnTo>
                    <a:pt x="2070785" y="400253"/>
                  </a:lnTo>
                  <a:lnTo>
                    <a:pt x="2051329" y="402996"/>
                  </a:lnTo>
                  <a:lnTo>
                    <a:pt x="1992985" y="426199"/>
                  </a:lnTo>
                  <a:lnTo>
                    <a:pt x="1955634" y="445274"/>
                  </a:lnTo>
                  <a:lnTo>
                    <a:pt x="1913890" y="468401"/>
                  </a:lnTo>
                  <a:lnTo>
                    <a:pt x="1868512" y="494893"/>
                  </a:lnTo>
                  <a:lnTo>
                    <a:pt x="1820278" y="524065"/>
                  </a:lnTo>
                  <a:lnTo>
                    <a:pt x="1769960" y="555205"/>
                  </a:lnTo>
                  <a:lnTo>
                    <a:pt x="1718335" y="587641"/>
                  </a:lnTo>
                  <a:lnTo>
                    <a:pt x="1563420" y="685711"/>
                  </a:lnTo>
                  <a:lnTo>
                    <a:pt x="1562023" y="686587"/>
                  </a:lnTo>
                  <a:lnTo>
                    <a:pt x="1561998" y="684872"/>
                  </a:lnTo>
                  <a:lnTo>
                    <a:pt x="1560804" y="630275"/>
                  </a:lnTo>
                  <a:lnTo>
                    <a:pt x="1557756" y="515708"/>
                  </a:lnTo>
                  <a:lnTo>
                    <a:pt x="1551165" y="289801"/>
                  </a:lnTo>
                  <a:lnTo>
                    <a:pt x="1549869" y="239128"/>
                  </a:lnTo>
                  <a:lnTo>
                    <a:pt x="1548879" y="192532"/>
                  </a:lnTo>
                  <a:lnTo>
                    <a:pt x="1548257" y="150901"/>
                  </a:lnTo>
                  <a:lnTo>
                    <a:pt x="1548079" y="115112"/>
                  </a:lnTo>
                  <a:lnTo>
                    <a:pt x="1542961" y="85483"/>
                  </a:lnTo>
                  <a:lnTo>
                    <a:pt x="1504772" y="41084"/>
                  </a:lnTo>
                  <a:lnTo>
                    <a:pt x="1436458" y="14122"/>
                  </a:lnTo>
                  <a:lnTo>
                    <a:pt x="1393698" y="6261"/>
                  </a:lnTo>
                  <a:lnTo>
                    <a:pt x="1346606" y="1676"/>
                  </a:lnTo>
                  <a:lnTo>
                    <a:pt x="1296289" y="0"/>
                  </a:lnTo>
                  <a:lnTo>
                    <a:pt x="1243799" y="863"/>
                  </a:lnTo>
                  <a:lnTo>
                    <a:pt x="1190205" y="3898"/>
                  </a:lnTo>
                  <a:lnTo>
                    <a:pt x="1136586" y="8763"/>
                  </a:lnTo>
                  <a:lnTo>
                    <a:pt x="1084021" y="15074"/>
                  </a:lnTo>
                  <a:lnTo>
                    <a:pt x="1033564" y="22479"/>
                  </a:lnTo>
                  <a:lnTo>
                    <a:pt x="986307" y="30619"/>
                  </a:lnTo>
                  <a:lnTo>
                    <a:pt x="943305" y="39128"/>
                  </a:lnTo>
                  <a:lnTo>
                    <a:pt x="905649" y="47637"/>
                  </a:lnTo>
                  <a:lnTo>
                    <a:pt x="864895" y="64122"/>
                  </a:lnTo>
                  <a:lnTo>
                    <a:pt x="852246" y="109512"/>
                  </a:lnTo>
                  <a:lnTo>
                    <a:pt x="846620" y="186410"/>
                  </a:lnTo>
                  <a:lnTo>
                    <a:pt x="845896" y="234137"/>
                  </a:lnTo>
                  <a:lnTo>
                    <a:pt x="846289" y="286689"/>
                  </a:lnTo>
                  <a:lnTo>
                    <a:pt x="847572" y="343039"/>
                  </a:lnTo>
                  <a:lnTo>
                    <a:pt x="849541" y="402183"/>
                  </a:lnTo>
                  <a:lnTo>
                    <a:pt x="851966" y="463092"/>
                  </a:lnTo>
                  <a:lnTo>
                    <a:pt x="859917" y="646277"/>
                  </a:lnTo>
                  <a:lnTo>
                    <a:pt x="861758" y="695655"/>
                  </a:lnTo>
                  <a:lnTo>
                    <a:pt x="845858" y="685711"/>
                  </a:lnTo>
                  <a:lnTo>
                    <a:pt x="690943" y="587641"/>
                  </a:lnTo>
                  <a:lnTo>
                    <a:pt x="639330" y="555205"/>
                  </a:lnTo>
                  <a:lnTo>
                    <a:pt x="589013" y="524065"/>
                  </a:lnTo>
                  <a:lnTo>
                    <a:pt x="540778" y="494893"/>
                  </a:lnTo>
                  <a:lnTo>
                    <a:pt x="495401" y="468401"/>
                  </a:lnTo>
                  <a:lnTo>
                    <a:pt x="453644" y="445274"/>
                  </a:lnTo>
                  <a:lnTo>
                    <a:pt x="416306" y="426199"/>
                  </a:lnTo>
                  <a:lnTo>
                    <a:pt x="357949" y="402996"/>
                  </a:lnTo>
                  <a:lnTo>
                    <a:pt x="338493" y="400253"/>
                  </a:lnTo>
                  <a:lnTo>
                    <a:pt x="326542" y="404342"/>
                  </a:lnTo>
                  <a:lnTo>
                    <a:pt x="277774" y="455828"/>
                  </a:lnTo>
                  <a:lnTo>
                    <a:pt x="248996" y="488886"/>
                  </a:lnTo>
                  <a:lnTo>
                    <a:pt x="218414" y="525818"/>
                  </a:lnTo>
                  <a:lnTo>
                    <a:pt x="186867" y="565886"/>
                  </a:lnTo>
                  <a:lnTo>
                    <a:pt x="155232" y="608342"/>
                  </a:lnTo>
                  <a:lnTo>
                    <a:pt x="124320" y="652424"/>
                  </a:lnTo>
                  <a:lnTo>
                    <a:pt x="95008" y="697382"/>
                  </a:lnTo>
                  <a:lnTo>
                    <a:pt x="68135" y="742480"/>
                  </a:lnTo>
                  <a:lnTo>
                    <a:pt x="44538" y="786968"/>
                  </a:lnTo>
                  <a:lnTo>
                    <a:pt x="25082" y="830084"/>
                  </a:lnTo>
                  <a:lnTo>
                    <a:pt x="10617" y="871080"/>
                  </a:lnTo>
                  <a:lnTo>
                    <a:pt x="1968" y="909218"/>
                  </a:lnTo>
                  <a:lnTo>
                    <a:pt x="0" y="943749"/>
                  </a:lnTo>
                  <a:lnTo>
                    <a:pt x="5562" y="973912"/>
                  </a:lnTo>
                  <a:lnTo>
                    <a:pt x="19507" y="998969"/>
                  </a:lnTo>
                  <a:lnTo>
                    <a:pt x="42659" y="1018159"/>
                  </a:lnTo>
                  <a:lnTo>
                    <a:pt x="73621" y="1036129"/>
                  </a:lnTo>
                  <a:lnTo>
                    <a:pt x="109410" y="1057389"/>
                  </a:lnTo>
                  <a:lnTo>
                    <a:pt x="149326" y="1081443"/>
                  </a:lnTo>
                  <a:lnTo>
                    <a:pt x="192633" y="1107795"/>
                  </a:lnTo>
                  <a:lnTo>
                    <a:pt x="385279" y="1225956"/>
                  </a:lnTo>
                  <a:lnTo>
                    <a:pt x="483120" y="1285633"/>
                  </a:lnTo>
                  <a:lnTo>
                    <a:pt x="518337" y="1306893"/>
                  </a:lnTo>
                  <a:lnTo>
                    <a:pt x="508419" y="1313116"/>
                  </a:lnTo>
                  <a:lnTo>
                    <a:pt x="466509" y="1339062"/>
                  </a:lnTo>
                  <a:lnTo>
                    <a:pt x="340398" y="1416291"/>
                  </a:lnTo>
                  <a:lnTo>
                    <a:pt x="298488" y="1442110"/>
                  </a:lnTo>
                  <a:lnTo>
                    <a:pt x="256743" y="1468120"/>
                  </a:lnTo>
                  <a:lnTo>
                    <a:pt x="215252" y="1494396"/>
                  </a:lnTo>
                  <a:lnTo>
                    <a:pt x="174091" y="1521028"/>
                  </a:lnTo>
                  <a:lnTo>
                    <a:pt x="133324" y="1548117"/>
                  </a:lnTo>
                  <a:lnTo>
                    <a:pt x="93014" y="1575727"/>
                  </a:lnTo>
                  <a:lnTo>
                    <a:pt x="57353" y="1601698"/>
                  </a:lnTo>
                  <a:lnTo>
                    <a:pt x="28308" y="1627987"/>
                  </a:lnTo>
                  <a:lnTo>
                    <a:pt x="13868" y="1648866"/>
                  </a:lnTo>
                  <a:lnTo>
                    <a:pt x="869188" y="1648866"/>
                  </a:lnTo>
                  <a:lnTo>
                    <a:pt x="1116698" y="1648866"/>
                  </a:lnTo>
                  <a:lnTo>
                    <a:pt x="1292593" y="1648866"/>
                  </a:lnTo>
                  <a:lnTo>
                    <a:pt x="1559902" y="1648866"/>
                  </a:lnTo>
                  <a:lnTo>
                    <a:pt x="2395397" y="1648866"/>
                  </a:lnTo>
                  <a:lnTo>
                    <a:pt x="2380958" y="1627987"/>
                  </a:lnTo>
                  <a:lnTo>
                    <a:pt x="2351913" y="1601698"/>
                  </a:lnTo>
                  <a:lnTo>
                    <a:pt x="2316251" y="1575727"/>
                  </a:lnTo>
                  <a:lnTo>
                    <a:pt x="2275954" y="1548117"/>
                  </a:lnTo>
                  <a:lnTo>
                    <a:pt x="2235187" y="1521028"/>
                  </a:lnTo>
                  <a:lnTo>
                    <a:pt x="2194026" y="1494396"/>
                  </a:lnTo>
                  <a:lnTo>
                    <a:pt x="2152535" y="1468120"/>
                  </a:lnTo>
                  <a:lnTo>
                    <a:pt x="2110803" y="1442110"/>
                  </a:lnTo>
                  <a:lnTo>
                    <a:pt x="2068880" y="1416291"/>
                  </a:lnTo>
                  <a:lnTo>
                    <a:pt x="1942769" y="1339062"/>
                  </a:lnTo>
                  <a:lnTo>
                    <a:pt x="1900847" y="1313116"/>
                  </a:lnTo>
                  <a:lnTo>
                    <a:pt x="1890928" y="1306893"/>
                  </a:lnTo>
                  <a:lnTo>
                    <a:pt x="1926158" y="1285633"/>
                  </a:lnTo>
                  <a:lnTo>
                    <a:pt x="2024011" y="1225956"/>
                  </a:lnTo>
                  <a:lnTo>
                    <a:pt x="2216658" y="1107795"/>
                  </a:lnTo>
                  <a:lnTo>
                    <a:pt x="2259965" y="1081443"/>
                  </a:lnTo>
                  <a:lnTo>
                    <a:pt x="2299881" y="1057389"/>
                  </a:lnTo>
                  <a:lnTo>
                    <a:pt x="2335669" y="1036129"/>
                  </a:lnTo>
                  <a:lnTo>
                    <a:pt x="2366619" y="1018159"/>
                  </a:lnTo>
                  <a:lnTo>
                    <a:pt x="2389784" y="998969"/>
                  </a:lnTo>
                  <a:lnTo>
                    <a:pt x="2403716" y="973912"/>
                  </a:lnTo>
                  <a:lnTo>
                    <a:pt x="2409266" y="943749"/>
                  </a:lnTo>
                  <a:close/>
                </a:path>
              </a:pathLst>
            </a:custGeom>
            <a:solidFill>
              <a:srgbClr val="2D8BB9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422841" y="9454223"/>
              <a:ext cx="84455" cy="833119"/>
            </a:xfrm>
            <a:custGeom>
              <a:avLst/>
              <a:gdLst/>
              <a:ahLst/>
              <a:cxnLst/>
              <a:rect l="l" t="t" r="r" b="b"/>
              <a:pathLst>
                <a:path w="84454" h="833120">
                  <a:moveTo>
                    <a:pt x="83467" y="832776"/>
                  </a:moveTo>
                  <a:lnTo>
                    <a:pt x="3088" y="832776"/>
                  </a:lnTo>
                  <a:lnTo>
                    <a:pt x="2388" y="751219"/>
                  </a:lnTo>
                  <a:lnTo>
                    <a:pt x="2061" y="647850"/>
                  </a:lnTo>
                  <a:lnTo>
                    <a:pt x="2123" y="389192"/>
                  </a:lnTo>
                  <a:lnTo>
                    <a:pt x="1793" y="331022"/>
                  </a:lnTo>
                  <a:lnTo>
                    <a:pt x="431" y="197670"/>
                  </a:lnTo>
                  <a:lnTo>
                    <a:pt x="0" y="134194"/>
                  </a:lnTo>
                  <a:lnTo>
                    <a:pt x="135" y="80652"/>
                  </a:lnTo>
                  <a:lnTo>
                    <a:pt x="1137" y="42900"/>
                  </a:lnTo>
                  <a:lnTo>
                    <a:pt x="3306" y="26788"/>
                  </a:lnTo>
                  <a:lnTo>
                    <a:pt x="23410" y="9826"/>
                  </a:lnTo>
                  <a:lnTo>
                    <a:pt x="49698" y="0"/>
                  </a:lnTo>
                  <a:lnTo>
                    <a:pt x="72528" y="10704"/>
                  </a:lnTo>
                  <a:lnTo>
                    <a:pt x="82254" y="55337"/>
                  </a:lnTo>
                  <a:lnTo>
                    <a:pt x="82360" y="95672"/>
                  </a:lnTo>
                  <a:lnTo>
                    <a:pt x="84035" y="374297"/>
                  </a:lnTo>
                  <a:lnTo>
                    <a:pt x="83640" y="514307"/>
                  </a:lnTo>
                  <a:lnTo>
                    <a:pt x="83741" y="710957"/>
                  </a:lnTo>
                  <a:lnTo>
                    <a:pt x="83467" y="832776"/>
                  </a:lnTo>
                  <a:close/>
                </a:path>
              </a:pathLst>
            </a:custGeom>
            <a:solidFill>
              <a:srgbClr val="FFFFF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360582" y="9126935"/>
              <a:ext cx="206325" cy="20362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373412" y="8723984"/>
              <a:ext cx="2223770" cy="1563370"/>
            </a:xfrm>
            <a:custGeom>
              <a:avLst/>
              <a:gdLst/>
              <a:ahLst/>
              <a:cxnLst/>
              <a:rect l="l" t="t" r="r" b="b"/>
              <a:pathLst>
                <a:path w="2223770" h="1563370">
                  <a:moveTo>
                    <a:pt x="281063" y="399605"/>
                  </a:moveTo>
                  <a:lnTo>
                    <a:pt x="280250" y="391452"/>
                  </a:lnTo>
                  <a:lnTo>
                    <a:pt x="269189" y="382397"/>
                  </a:lnTo>
                  <a:lnTo>
                    <a:pt x="261010" y="383209"/>
                  </a:lnTo>
                  <a:lnTo>
                    <a:pt x="246113" y="401358"/>
                  </a:lnTo>
                  <a:lnTo>
                    <a:pt x="184594" y="474472"/>
                  </a:lnTo>
                  <a:lnTo>
                    <a:pt x="155486" y="509981"/>
                  </a:lnTo>
                  <a:lnTo>
                    <a:pt x="126961" y="546709"/>
                  </a:lnTo>
                  <a:lnTo>
                    <a:pt x="99695" y="584809"/>
                  </a:lnTo>
                  <a:lnTo>
                    <a:pt x="74358" y="624446"/>
                  </a:lnTo>
                  <a:lnTo>
                    <a:pt x="51638" y="665759"/>
                  </a:lnTo>
                  <a:lnTo>
                    <a:pt x="32207" y="708914"/>
                  </a:lnTo>
                  <a:lnTo>
                    <a:pt x="16725" y="754062"/>
                  </a:lnTo>
                  <a:lnTo>
                    <a:pt x="5892" y="801357"/>
                  </a:lnTo>
                  <a:lnTo>
                    <a:pt x="368" y="850950"/>
                  </a:lnTo>
                  <a:lnTo>
                    <a:pt x="0" y="858088"/>
                  </a:lnTo>
                  <a:lnTo>
                    <a:pt x="5486" y="864184"/>
                  </a:lnTo>
                  <a:lnTo>
                    <a:pt x="13309" y="864577"/>
                  </a:lnTo>
                  <a:lnTo>
                    <a:pt x="20154" y="864577"/>
                  </a:lnTo>
                  <a:lnTo>
                    <a:pt x="25869" y="859218"/>
                  </a:lnTo>
                  <a:lnTo>
                    <a:pt x="26225" y="852297"/>
                  </a:lnTo>
                  <a:lnTo>
                    <a:pt x="32473" y="800049"/>
                  </a:lnTo>
                  <a:lnTo>
                    <a:pt x="45008" y="750290"/>
                  </a:lnTo>
                  <a:lnTo>
                    <a:pt x="62953" y="702830"/>
                  </a:lnTo>
                  <a:lnTo>
                    <a:pt x="85382" y="657504"/>
                  </a:lnTo>
                  <a:lnTo>
                    <a:pt x="111404" y="614133"/>
                  </a:lnTo>
                  <a:lnTo>
                    <a:pt x="140119" y="572541"/>
                  </a:lnTo>
                  <a:lnTo>
                    <a:pt x="170624" y="532574"/>
                  </a:lnTo>
                  <a:lnTo>
                    <a:pt x="202006" y="494030"/>
                  </a:lnTo>
                  <a:lnTo>
                    <a:pt x="255422" y="430631"/>
                  </a:lnTo>
                  <a:lnTo>
                    <a:pt x="281063" y="399605"/>
                  </a:lnTo>
                  <a:close/>
                </a:path>
                <a:path w="2223770" h="1563370">
                  <a:moveTo>
                    <a:pt x="1212062" y="666432"/>
                  </a:moveTo>
                  <a:lnTo>
                    <a:pt x="1206449" y="660476"/>
                  </a:lnTo>
                  <a:lnTo>
                    <a:pt x="1199299" y="660260"/>
                  </a:lnTo>
                  <a:lnTo>
                    <a:pt x="1141793" y="661898"/>
                  </a:lnTo>
                  <a:lnTo>
                    <a:pt x="1089533" y="670191"/>
                  </a:lnTo>
                  <a:lnTo>
                    <a:pt x="1042822" y="684961"/>
                  </a:lnTo>
                  <a:lnTo>
                    <a:pt x="1002004" y="706056"/>
                  </a:lnTo>
                  <a:lnTo>
                    <a:pt x="967371" y="733310"/>
                  </a:lnTo>
                  <a:lnTo>
                    <a:pt x="939253" y="766546"/>
                  </a:lnTo>
                  <a:lnTo>
                    <a:pt x="917943" y="805624"/>
                  </a:lnTo>
                  <a:lnTo>
                    <a:pt x="904176" y="849744"/>
                  </a:lnTo>
                  <a:lnTo>
                    <a:pt x="898486" y="896823"/>
                  </a:lnTo>
                  <a:lnTo>
                    <a:pt x="900582" y="945705"/>
                  </a:lnTo>
                  <a:lnTo>
                    <a:pt x="910158" y="995273"/>
                  </a:lnTo>
                  <a:lnTo>
                    <a:pt x="926922" y="1044359"/>
                  </a:lnTo>
                  <a:lnTo>
                    <a:pt x="950556" y="1091844"/>
                  </a:lnTo>
                  <a:lnTo>
                    <a:pt x="980744" y="1136586"/>
                  </a:lnTo>
                  <a:lnTo>
                    <a:pt x="1017206" y="1177429"/>
                  </a:lnTo>
                  <a:lnTo>
                    <a:pt x="1022997" y="1181112"/>
                  </a:lnTo>
                  <a:lnTo>
                    <a:pt x="1026261" y="1181112"/>
                  </a:lnTo>
                  <a:lnTo>
                    <a:pt x="1029614" y="1181112"/>
                  </a:lnTo>
                  <a:lnTo>
                    <a:pt x="1032992" y="1179804"/>
                  </a:lnTo>
                  <a:lnTo>
                    <a:pt x="1040523" y="1172095"/>
                  </a:lnTo>
                  <a:lnTo>
                    <a:pt x="1040422" y="1163891"/>
                  </a:lnTo>
                  <a:lnTo>
                    <a:pt x="1035304" y="1158900"/>
                  </a:lnTo>
                  <a:lnTo>
                    <a:pt x="1001356" y="1120952"/>
                  </a:lnTo>
                  <a:lnTo>
                    <a:pt x="973201" y="1079474"/>
                  </a:lnTo>
                  <a:lnTo>
                    <a:pt x="951115" y="1035545"/>
                  </a:lnTo>
                  <a:lnTo>
                    <a:pt x="935380" y="990206"/>
                  </a:lnTo>
                  <a:lnTo>
                    <a:pt x="926299" y="944499"/>
                  </a:lnTo>
                  <a:lnTo>
                    <a:pt x="924153" y="899477"/>
                  </a:lnTo>
                  <a:lnTo>
                    <a:pt x="929220" y="856208"/>
                  </a:lnTo>
                  <a:lnTo>
                    <a:pt x="941793" y="815733"/>
                  </a:lnTo>
                  <a:lnTo>
                    <a:pt x="964742" y="775550"/>
                  </a:lnTo>
                  <a:lnTo>
                    <a:pt x="996226" y="742480"/>
                  </a:lnTo>
                  <a:lnTo>
                    <a:pt x="1035812" y="716749"/>
                  </a:lnTo>
                  <a:lnTo>
                    <a:pt x="1083043" y="698627"/>
                  </a:lnTo>
                  <a:lnTo>
                    <a:pt x="1137437" y="688352"/>
                  </a:lnTo>
                  <a:lnTo>
                    <a:pt x="1198537" y="686155"/>
                  </a:lnTo>
                  <a:lnTo>
                    <a:pt x="1205585" y="686384"/>
                  </a:lnTo>
                  <a:lnTo>
                    <a:pt x="1211656" y="680732"/>
                  </a:lnTo>
                  <a:lnTo>
                    <a:pt x="1212062" y="666432"/>
                  </a:lnTo>
                  <a:close/>
                </a:path>
                <a:path w="2223770" h="1563370">
                  <a:moveTo>
                    <a:pt x="1278712" y="1465834"/>
                  </a:moveTo>
                  <a:lnTo>
                    <a:pt x="1264907" y="1390459"/>
                  </a:lnTo>
                  <a:lnTo>
                    <a:pt x="1243317" y="1349730"/>
                  </a:lnTo>
                  <a:lnTo>
                    <a:pt x="1211186" y="1305598"/>
                  </a:lnTo>
                  <a:lnTo>
                    <a:pt x="1167993" y="1257046"/>
                  </a:lnTo>
                  <a:lnTo>
                    <a:pt x="1154836" y="1251699"/>
                  </a:lnTo>
                  <a:lnTo>
                    <a:pt x="1144511" y="1261592"/>
                  </a:lnTo>
                  <a:lnTo>
                    <a:pt x="1144333" y="1269796"/>
                  </a:lnTo>
                  <a:lnTo>
                    <a:pt x="1149273" y="1274965"/>
                  </a:lnTo>
                  <a:lnTo>
                    <a:pt x="1198016" y="1330553"/>
                  </a:lnTo>
                  <a:lnTo>
                    <a:pt x="1230858" y="1379397"/>
                  </a:lnTo>
                  <a:lnTo>
                    <a:pt x="1248803" y="1423327"/>
                  </a:lnTo>
                  <a:lnTo>
                    <a:pt x="1252855" y="1464170"/>
                  </a:lnTo>
                  <a:lnTo>
                    <a:pt x="1244422" y="1502117"/>
                  </a:lnTo>
                  <a:lnTo>
                    <a:pt x="1223683" y="1540725"/>
                  </a:lnTo>
                  <a:lnTo>
                    <a:pt x="1204963" y="1563014"/>
                  </a:lnTo>
                  <a:lnTo>
                    <a:pt x="1238326" y="1563014"/>
                  </a:lnTo>
                  <a:lnTo>
                    <a:pt x="1246809" y="1552714"/>
                  </a:lnTo>
                  <a:lnTo>
                    <a:pt x="1269415" y="1509255"/>
                  </a:lnTo>
                  <a:lnTo>
                    <a:pt x="1278712" y="1465834"/>
                  </a:lnTo>
                  <a:close/>
                </a:path>
                <a:path w="2223770" h="1563370">
                  <a:moveTo>
                    <a:pt x="1328750" y="39039"/>
                  </a:moveTo>
                  <a:lnTo>
                    <a:pt x="1275803" y="12496"/>
                  </a:lnTo>
                  <a:lnTo>
                    <a:pt x="1230528" y="3429"/>
                  </a:lnTo>
                  <a:lnTo>
                    <a:pt x="1183944" y="0"/>
                  </a:lnTo>
                  <a:lnTo>
                    <a:pt x="1136408" y="1066"/>
                  </a:lnTo>
                  <a:lnTo>
                    <a:pt x="1088275" y="5486"/>
                  </a:lnTo>
                  <a:lnTo>
                    <a:pt x="1039888" y="12115"/>
                  </a:lnTo>
                  <a:lnTo>
                    <a:pt x="948182" y="26784"/>
                  </a:lnTo>
                  <a:lnTo>
                    <a:pt x="905916" y="32766"/>
                  </a:lnTo>
                  <a:lnTo>
                    <a:pt x="864781" y="36995"/>
                  </a:lnTo>
                  <a:lnTo>
                    <a:pt x="824750" y="38684"/>
                  </a:lnTo>
                  <a:lnTo>
                    <a:pt x="817587" y="38709"/>
                  </a:lnTo>
                  <a:lnTo>
                    <a:pt x="811809" y="44538"/>
                  </a:lnTo>
                  <a:lnTo>
                    <a:pt x="811885" y="58826"/>
                  </a:lnTo>
                  <a:lnTo>
                    <a:pt x="817676" y="64592"/>
                  </a:lnTo>
                  <a:lnTo>
                    <a:pt x="824801" y="64592"/>
                  </a:lnTo>
                  <a:lnTo>
                    <a:pt x="866609" y="62814"/>
                  </a:lnTo>
                  <a:lnTo>
                    <a:pt x="909421" y="58407"/>
                  </a:lnTo>
                  <a:lnTo>
                    <a:pt x="952690" y="52298"/>
                  </a:lnTo>
                  <a:lnTo>
                    <a:pt x="1050188" y="36779"/>
                  </a:lnTo>
                  <a:lnTo>
                    <a:pt x="1104531" y="29768"/>
                  </a:lnTo>
                  <a:lnTo>
                    <a:pt x="1158201" y="26060"/>
                  </a:lnTo>
                  <a:lnTo>
                    <a:pt x="1210525" y="27381"/>
                  </a:lnTo>
                  <a:lnTo>
                    <a:pt x="1260868" y="35420"/>
                  </a:lnTo>
                  <a:lnTo>
                    <a:pt x="1308582" y="51892"/>
                  </a:lnTo>
                  <a:lnTo>
                    <a:pt x="1315072" y="54876"/>
                  </a:lnTo>
                  <a:lnTo>
                    <a:pt x="1322755" y="52044"/>
                  </a:lnTo>
                  <a:lnTo>
                    <a:pt x="1328750" y="39039"/>
                  </a:lnTo>
                  <a:close/>
                </a:path>
                <a:path w="2223770" h="1563370">
                  <a:moveTo>
                    <a:pt x="2223744" y="860856"/>
                  </a:moveTo>
                  <a:lnTo>
                    <a:pt x="2218055" y="818337"/>
                  </a:lnTo>
                  <a:lnTo>
                    <a:pt x="2206688" y="778040"/>
                  </a:lnTo>
                  <a:lnTo>
                    <a:pt x="2189988" y="734110"/>
                  </a:lnTo>
                  <a:lnTo>
                    <a:pt x="2168690" y="687793"/>
                  </a:lnTo>
                  <a:lnTo>
                    <a:pt x="2143569" y="640384"/>
                  </a:lnTo>
                  <a:lnTo>
                    <a:pt x="2115375" y="593140"/>
                  </a:lnTo>
                  <a:lnTo>
                    <a:pt x="2084870" y="547331"/>
                  </a:lnTo>
                  <a:lnTo>
                    <a:pt x="2052815" y="504228"/>
                  </a:lnTo>
                  <a:lnTo>
                    <a:pt x="2019947" y="465099"/>
                  </a:lnTo>
                  <a:lnTo>
                    <a:pt x="1987054" y="431215"/>
                  </a:lnTo>
                  <a:lnTo>
                    <a:pt x="1954872" y="403860"/>
                  </a:lnTo>
                  <a:lnTo>
                    <a:pt x="1949145" y="399580"/>
                  </a:lnTo>
                  <a:lnTo>
                    <a:pt x="1941029" y="400723"/>
                  </a:lnTo>
                  <a:lnTo>
                    <a:pt x="1932444" y="412165"/>
                  </a:lnTo>
                  <a:lnTo>
                    <a:pt x="1933600" y="420281"/>
                  </a:lnTo>
                  <a:lnTo>
                    <a:pt x="1939315" y="424573"/>
                  </a:lnTo>
                  <a:lnTo>
                    <a:pt x="1974913" y="455269"/>
                  </a:lnTo>
                  <a:lnTo>
                    <a:pt x="2010664" y="493344"/>
                  </a:lnTo>
                  <a:lnTo>
                    <a:pt x="2045690" y="537057"/>
                  </a:lnTo>
                  <a:lnTo>
                    <a:pt x="2079129" y="584695"/>
                  </a:lnTo>
                  <a:lnTo>
                    <a:pt x="2110105" y="634492"/>
                  </a:lnTo>
                  <a:lnTo>
                    <a:pt x="2137740" y="684733"/>
                  </a:lnTo>
                  <a:lnTo>
                    <a:pt x="2161171" y="733666"/>
                  </a:lnTo>
                  <a:lnTo>
                    <a:pt x="2179510" y="779551"/>
                  </a:lnTo>
                  <a:lnTo>
                    <a:pt x="2191893" y="820674"/>
                  </a:lnTo>
                  <a:lnTo>
                    <a:pt x="2197874" y="862152"/>
                  </a:lnTo>
                  <a:lnTo>
                    <a:pt x="2203564" y="867448"/>
                  </a:lnTo>
                  <a:lnTo>
                    <a:pt x="2210371" y="867448"/>
                  </a:lnTo>
                  <a:lnTo>
                    <a:pt x="2218309" y="867003"/>
                  </a:lnTo>
                  <a:lnTo>
                    <a:pt x="2223744" y="860856"/>
                  </a:lnTo>
                  <a:close/>
                </a:path>
              </a:pathLst>
            </a:custGeom>
            <a:solidFill>
              <a:srgbClr val="40426F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56</Words>
  <Application>Microsoft Office PowerPoint</Application>
  <PresentationFormat>Custom</PresentationFormat>
  <Paragraphs>15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Calibri</vt:lpstr>
      <vt:lpstr>Segoe UI Black</vt:lpstr>
      <vt:lpstr>Segoe UI Semibold</vt:lpstr>
      <vt:lpstr>Tahoma</vt:lpstr>
      <vt:lpstr>Trebuchet MS</vt:lpstr>
      <vt:lpstr>Office Theme</vt:lpstr>
      <vt:lpstr>PowerPoint Presentation</vt:lpstr>
      <vt:lpstr>TOTAL PATIENTS</vt:lpstr>
      <vt:lpstr>TOTAL DOCTORS</vt:lpstr>
      <vt:lpstr>TOTAL VISITS</vt:lpstr>
      <vt:lpstr>AVERAGE AGE OF THE PATIENTS</vt:lpstr>
      <vt:lpstr>TOP 5 DIAGONSED CONDITION</vt:lpstr>
      <vt:lpstr>follow-up rate</vt:lpstr>
      <vt:lpstr>Average Treatment cost per visit</vt:lpstr>
      <vt:lpstr>Total lab test conducted</vt:lpstr>
      <vt:lpstr>Percentage of abnormal result</vt:lpstr>
      <vt:lpstr>Top 10 Doctor Workload by Department</vt:lpstr>
      <vt:lpstr>AGE GROUP BY TOTAL PATIENTS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Healthcare Medicine Group Project Presentation</dc:title>
  <dc:creator>Nihal Jasim</dc:creator>
  <cp:keywords>DAG9KkzE71c,BAER4XocgYc,0</cp:keywords>
  <cp:lastModifiedBy>nihal jasim</cp:lastModifiedBy>
  <cp:revision>1</cp:revision>
  <dcterms:created xsi:type="dcterms:W3CDTF">2026-01-01T15:47:36Z</dcterms:created>
  <dcterms:modified xsi:type="dcterms:W3CDTF">2026-01-01T15:56:19Z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2026-01-01T00:00:00Z</vt:filetime>
  </property>
  <property fmtid="{D5CDD505-2E9C-101B-9397-08002B2CF9AE}" pid="3" name="Creator">
    <vt:lpwstr>Canva</vt:lpwstr>
  </property>
  <property fmtid="{D5CDD505-2E9C-101B-9397-08002B2CF9AE}" pid="4" name="LastSaved">
    <vt:filetime>2026-01-01T00:00:00Z</vt:filetime>
  </property>
  <property fmtid="{D5CDD505-2E9C-101B-9397-08002B2CF9AE}" pid="5" name="Producer">
    <vt:lpwstr>Canva</vt:lpwstr>
  </property>
</Properties>
</file>